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Statistics 367-1-4361 — Lecture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Frequentist Methods from a Bayesian Perspective, Part 1</a:t>
            </a:r>
          </a:p>
          <a:p>
            <a:r>
              <a:t>Opher Donchin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8A Review of Bayesian Framing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Bayesian disk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Bayesian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8B Philosophical Comparison and Methodological Framing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Frequentist philosophy: objective procedures for reproducibility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Frequentist emphasis: estimation and 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Bayesian vs Frequentist: are parameters random variables?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Frequentist dominance in biomedical publishing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8C Maximum Likelihood Estimation (MLE)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Different kinds of estimators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MLE definition and intuition: mode of likelihood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MLE as posterior mode with flat prior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Comparison: MLE vs. MAP vs. posterior 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Dataset: Bikes (Poisson) or Chemical Shifts (Gaussian) of Heights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Strengths: quite general, no proofs</a:t>
            </a:r>
          </a:p>
          <a:p>
            <a:pPr>
              <a:defRPr sz="2000"/>
            </a:pPr>
            <a:r>
              <a:t>Limitation: need a model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8D The sampling distribution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sampling distribution is the distribution of an estimator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Sampling distributions as prior predictive under sharp priors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key priors: null-centered and MLE-centered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Visualization: interpretation of hypothesis testing as prior predictive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8E Confidence Intervals vs. HDIs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of Bayesian HDI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frequentist 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Credible intervals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Graphical and intuitive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Misinterpretations of CI in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Clarification: coverage vs. 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Accepted language for use of the CI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8F Regression Example: Estimates and Intervals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Estimating slope: MLE + CI vs. posterior + HDI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Dataset: Rugged or Bikes (temp → rentals)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Comparison: coverage vs. posterior 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Conceptual 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