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9" r:id="rId3"/>
    <p:sldId id="273" r:id="rId4"/>
    <p:sldId id="532" r:id="rId5"/>
    <p:sldId id="515" r:id="rId6"/>
    <p:sldId id="516" r:id="rId7"/>
    <p:sldId id="533" r:id="rId8"/>
    <p:sldId id="535" r:id="rId9"/>
    <p:sldId id="537" r:id="rId10"/>
    <p:sldId id="536" r:id="rId11"/>
    <p:sldId id="548" r:id="rId12"/>
    <p:sldId id="506" r:id="rId13"/>
    <p:sldId id="507" r:id="rId14"/>
    <p:sldId id="508" r:id="rId15"/>
    <p:sldId id="510" r:id="rId16"/>
    <p:sldId id="509" r:id="rId17"/>
    <p:sldId id="538" r:id="rId18"/>
    <p:sldId id="549" r:id="rId19"/>
    <p:sldId id="511" r:id="rId20"/>
    <p:sldId id="274" r:id="rId21"/>
    <p:sldId id="394" r:id="rId22"/>
    <p:sldId id="276" r:id="rId23"/>
    <p:sldId id="395" r:id="rId24"/>
    <p:sldId id="279" r:id="rId25"/>
    <p:sldId id="282" r:id="rId26"/>
    <p:sldId id="287" r:id="rId27"/>
    <p:sldId id="512" r:id="rId28"/>
    <p:sldId id="513" r:id="rId29"/>
    <p:sldId id="514" r:id="rId30"/>
    <p:sldId id="517" r:id="rId31"/>
    <p:sldId id="540" r:id="rId32"/>
    <p:sldId id="541" r:id="rId33"/>
    <p:sldId id="544" r:id="rId34"/>
    <p:sldId id="518" r:id="rId35"/>
    <p:sldId id="519" r:id="rId36"/>
    <p:sldId id="520" r:id="rId37"/>
    <p:sldId id="545" r:id="rId38"/>
    <p:sldId id="521" r:id="rId39"/>
    <p:sldId id="546" r:id="rId40"/>
    <p:sldId id="523" r:id="rId41"/>
    <p:sldId id="524" r:id="rId42"/>
    <p:sldId id="525" r:id="rId43"/>
    <p:sldId id="526" r:id="rId44"/>
    <p:sldId id="527" r:id="rId45"/>
    <p:sldId id="528" r:id="rId46"/>
    <p:sldId id="547" r:id="rId47"/>
    <p:sldId id="543" r:id="rId48"/>
    <p:sldId id="542" r:id="rId49"/>
    <p:sldId id="522" r:id="rId50"/>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tline" id="{80B2E258-8D81-43A2-98BB-034B6A58B7E4}">
          <p14:sldIdLst>
            <p14:sldId id="256"/>
            <p14:sldId id="259"/>
          </p14:sldIdLst>
        </p14:section>
        <p14:section name="Data" id="{B6DDDEE6-C41D-434A-A8A6-270E40B7B7E1}">
          <p14:sldIdLst>
            <p14:sldId id="273"/>
            <p14:sldId id="532"/>
            <p14:sldId id="515"/>
          </p14:sldIdLst>
        </p14:section>
        <p14:section name="Measurement" id="{962E9707-54CF-41CE-9C9A-7003162A70BD}">
          <p14:sldIdLst>
            <p14:sldId id="516"/>
            <p14:sldId id="533"/>
            <p14:sldId id="535"/>
            <p14:sldId id="537"/>
            <p14:sldId id="536"/>
            <p14:sldId id="548"/>
          </p14:sldIdLst>
        </p14:section>
        <p14:section name="Experiments" id="{F5D924D4-18FD-4C67-A899-756A2C03A7CE}">
          <p14:sldIdLst>
            <p14:sldId id="506"/>
            <p14:sldId id="507"/>
            <p14:sldId id="508"/>
            <p14:sldId id="510"/>
            <p14:sldId id="509"/>
          </p14:sldIdLst>
        </p14:section>
        <p14:section name="Imperfect Data" id="{1514CA4C-173D-4031-9660-77B459552803}">
          <p14:sldIdLst>
            <p14:sldId id="538"/>
            <p14:sldId id="549"/>
          </p14:sldIdLst>
        </p14:section>
        <p14:section name="Summary statistics" id="{4AA4C78B-754B-4812-B1CE-C71C84A67CAF}">
          <p14:sldIdLst>
            <p14:sldId id="511"/>
            <p14:sldId id="274"/>
            <p14:sldId id="394"/>
            <p14:sldId id="276"/>
            <p14:sldId id="395"/>
            <p14:sldId id="279"/>
            <p14:sldId id="282"/>
            <p14:sldId id="287"/>
            <p14:sldId id="512"/>
            <p14:sldId id="513"/>
            <p14:sldId id="514"/>
            <p14:sldId id="517"/>
          </p14:sldIdLst>
        </p14:section>
        <p14:section name="Probability &amp; Random variables" id="{90EC0BDE-EC92-4E54-A175-26594B7E1346}">
          <p14:sldIdLst>
            <p14:sldId id="540"/>
            <p14:sldId id="541"/>
            <p14:sldId id="544"/>
            <p14:sldId id="518"/>
            <p14:sldId id="519"/>
          </p14:sldIdLst>
        </p14:section>
        <p14:section name="Random variable" id="{AB791098-9351-4A50-BC6C-AE7371053B42}">
          <p14:sldIdLst>
            <p14:sldId id="520"/>
            <p14:sldId id="545"/>
          </p14:sldIdLst>
        </p14:section>
        <p14:section name="Distributions" id="{058F2AEA-B976-4CF3-BC42-EE342E8B0D59}">
          <p14:sldIdLst>
            <p14:sldId id="521"/>
            <p14:sldId id="546"/>
            <p14:sldId id="523"/>
            <p14:sldId id="524"/>
            <p14:sldId id="525"/>
            <p14:sldId id="526"/>
            <p14:sldId id="527"/>
            <p14:sldId id="528"/>
            <p14:sldId id="547"/>
          </p14:sldIdLst>
        </p14:section>
        <p14:section name="Cumulative Distribution Functions" id="{911B76C9-19CA-488B-B46D-C111AD9E248E}">
          <p14:sldIdLst>
            <p14:sldId id="543"/>
            <p14:sldId id="542"/>
          </p14:sldIdLst>
        </p14:section>
        <p14:section name="Perliz" id="{DD76AB25-B4B2-4E7A-AFD2-B3FAE8C8DA48}">
          <p14:sldIdLst>
            <p14:sldId id="52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DB461C-499A-576D-0443-DBB7779AB8DD}" name="נעם גונן" initials="נג" userId="S::noamgone@post.bgu.ac.il::8d52d1e2-da1c-4400-a582-b852ce743e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FE5A26-3064-4B3F-8E2A-653EB31D5592}" v="1918" dt="2025-03-25T13:37:16.6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05" autoAdjust="0"/>
    <p:restoredTop sz="74379" autoAdjust="0"/>
  </p:normalViewPr>
  <p:slideViewPr>
    <p:cSldViewPr snapToGrid="0">
      <p:cViewPr varScale="1">
        <p:scale>
          <a:sx n="61" d="100"/>
          <a:sy n="61" d="100"/>
        </p:scale>
        <p:origin x="1190" y="53"/>
      </p:cViewPr>
      <p:guideLst/>
    </p:cSldViewPr>
  </p:slideViewPr>
  <p:notesTextViewPr>
    <p:cViewPr>
      <p:scale>
        <a:sx n="3" d="2"/>
        <a:sy n="3" d="2"/>
      </p:scale>
      <p:origin x="0" y="-5"/>
    </p:cViewPr>
  </p:notesTextViewPr>
  <p:sorterViewPr>
    <p:cViewPr>
      <p:scale>
        <a:sx n="125" d="100"/>
        <a:sy n="125" d="100"/>
      </p:scale>
      <p:origin x="0" y="-18293"/>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na Kossowsky" userId="56e21b23dc263710" providerId="LiveId" clId="{93FE5A26-3064-4B3F-8E2A-653EB31D5592}"/>
    <pc:docChg chg="undo redo custSel addSld delSld modSld sldOrd">
      <pc:chgData name="Hanna Kossowsky" userId="56e21b23dc263710" providerId="LiveId" clId="{93FE5A26-3064-4B3F-8E2A-653EB31D5592}" dt="2025-03-25T13:37:16.655" v="11450" actId="207"/>
      <pc:docMkLst>
        <pc:docMk/>
      </pc:docMkLst>
      <pc:sldChg chg="modSp mod">
        <pc:chgData name="Hanna Kossowsky" userId="56e21b23dc263710" providerId="LiveId" clId="{93FE5A26-3064-4B3F-8E2A-653EB31D5592}" dt="2025-02-19T07:04:18.139" v="3" actId="20577"/>
        <pc:sldMkLst>
          <pc:docMk/>
          <pc:sldMk cId="1633777672" sldId="256"/>
        </pc:sldMkLst>
        <pc:spChg chg="mod">
          <ac:chgData name="Hanna Kossowsky" userId="56e21b23dc263710" providerId="LiveId" clId="{93FE5A26-3064-4B3F-8E2A-653EB31D5592}" dt="2025-02-19T07:04:15.991" v="1" actId="20577"/>
          <ac:spMkLst>
            <pc:docMk/>
            <pc:sldMk cId="1633777672" sldId="256"/>
            <ac:spMk id="2" creationId="{E2739AA4-DC6F-AC25-85E9-23B70AA841D1}"/>
          </ac:spMkLst>
        </pc:spChg>
        <pc:spChg chg="mod">
          <ac:chgData name="Hanna Kossowsky" userId="56e21b23dc263710" providerId="LiveId" clId="{93FE5A26-3064-4B3F-8E2A-653EB31D5592}" dt="2025-02-19T07:04:18.139" v="3" actId="20577"/>
          <ac:spMkLst>
            <pc:docMk/>
            <pc:sldMk cId="1633777672" sldId="256"/>
            <ac:spMk id="3" creationId="{06ABFF89-9CAA-78A3-9827-25C0441AF86F}"/>
          </ac:spMkLst>
        </pc:spChg>
      </pc:sldChg>
      <pc:sldChg chg="del">
        <pc:chgData name="Hanna Kossowsky" userId="56e21b23dc263710" providerId="LiveId" clId="{93FE5A26-3064-4B3F-8E2A-653EB31D5592}" dt="2025-02-19T07:04:36.610" v="4" actId="47"/>
        <pc:sldMkLst>
          <pc:docMk/>
          <pc:sldMk cId="653706785" sldId="257"/>
        </pc:sldMkLst>
      </pc:sldChg>
      <pc:sldChg chg="modSp mod">
        <pc:chgData name="Hanna Kossowsky" userId="56e21b23dc263710" providerId="LiveId" clId="{93FE5A26-3064-4B3F-8E2A-653EB31D5592}" dt="2025-03-06T11:50:31.169" v="10968" actId="313"/>
        <pc:sldMkLst>
          <pc:docMk/>
          <pc:sldMk cId="2932639354" sldId="259"/>
        </pc:sldMkLst>
        <pc:spChg chg="mod">
          <ac:chgData name="Hanna Kossowsky" userId="56e21b23dc263710" providerId="LiveId" clId="{93FE5A26-3064-4B3F-8E2A-653EB31D5592}" dt="2025-03-06T11:50:31.169" v="10968" actId="313"/>
          <ac:spMkLst>
            <pc:docMk/>
            <pc:sldMk cId="2932639354" sldId="259"/>
            <ac:spMk id="3" creationId="{7220153A-0E02-CB25-A797-F3303E23640F}"/>
          </ac:spMkLst>
        </pc:spChg>
      </pc:sldChg>
      <pc:sldChg chg="modSp add mod modShow">
        <pc:chgData name="Hanna Kossowsky" userId="56e21b23dc263710" providerId="LiveId" clId="{93FE5A26-3064-4B3F-8E2A-653EB31D5592}" dt="2025-03-05T12:21:01.104" v="4505" actId="729"/>
        <pc:sldMkLst>
          <pc:docMk/>
          <pc:sldMk cId="2429345029" sldId="260"/>
        </pc:sldMkLst>
        <pc:spChg chg="mod">
          <ac:chgData name="Hanna Kossowsky" userId="56e21b23dc263710" providerId="LiveId" clId="{93FE5A26-3064-4B3F-8E2A-653EB31D5592}" dt="2025-02-19T07:09:10.511" v="31" actId="20577"/>
          <ac:spMkLst>
            <pc:docMk/>
            <pc:sldMk cId="2429345029" sldId="260"/>
            <ac:spMk id="2" creationId="{7468EE72-80FB-0E27-506D-ABE9A2358634}"/>
          </ac:spMkLst>
        </pc:spChg>
        <pc:spChg chg="mod">
          <ac:chgData name="Hanna Kossowsky" userId="56e21b23dc263710" providerId="LiveId" clId="{93FE5A26-3064-4B3F-8E2A-653EB31D5592}" dt="2025-02-19T07:21:35.585" v="492" actId="20577"/>
          <ac:spMkLst>
            <pc:docMk/>
            <pc:sldMk cId="2429345029" sldId="260"/>
            <ac:spMk id="3" creationId="{CD171927-14C5-72E9-8531-ED0978042A34}"/>
          </ac:spMkLst>
        </pc:spChg>
      </pc:sldChg>
      <pc:sldChg chg="del">
        <pc:chgData name="Hanna Kossowsky" userId="56e21b23dc263710" providerId="LiveId" clId="{93FE5A26-3064-4B3F-8E2A-653EB31D5592}" dt="2025-02-19T07:04:42.159" v="6" actId="47"/>
        <pc:sldMkLst>
          <pc:docMk/>
          <pc:sldMk cId="1607538850" sldId="261"/>
        </pc:sldMkLst>
      </pc:sldChg>
      <pc:sldChg chg="modSp add mod modShow">
        <pc:chgData name="Hanna Kossowsky" userId="56e21b23dc263710" providerId="LiveId" clId="{93FE5A26-3064-4B3F-8E2A-653EB31D5592}" dt="2025-03-05T12:21:01.104" v="4505" actId="729"/>
        <pc:sldMkLst>
          <pc:docMk/>
          <pc:sldMk cId="1866731352" sldId="261"/>
        </pc:sldMkLst>
        <pc:spChg chg="mod">
          <ac:chgData name="Hanna Kossowsky" userId="56e21b23dc263710" providerId="LiveId" clId="{93FE5A26-3064-4B3F-8E2A-653EB31D5592}" dt="2025-02-19T07:18:24.372" v="242" actId="20577"/>
          <ac:spMkLst>
            <pc:docMk/>
            <pc:sldMk cId="1866731352" sldId="261"/>
            <ac:spMk id="2" creationId="{08132C22-4C02-03B9-8D9C-BF4CC2F3BDED}"/>
          </ac:spMkLst>
        </pc:spChg>
        <pc:spChg chg="mod">
          <ac:chgData name="Hanna Kossowsky" userId="56e21b23dc263710" providerId="LiveId" clId="{93FE5A26-3064-4B3F-8E2A-653EB31D5592}" dt="2025-02-19T07:19:49.823" v="471" actId="20577"/>
          <ac:spMkLst>
            <pc:docMk/>
            <pc:sldMk cId="1866731352" sldId="261"/>
            <ac:spMk id="3" creationId="{2D515286-E461-21B2-1466-4471C6171467}"/>
          </ac:spMkLst>
        </pc:spChg>
      </pc:sldChg>
      <pc:sldChg chg="modSp add del mod modShow">
        <pc:chgData name="Hanna Kossowsky" userId="56e21b23dc263710" providerId="LiveId" clId="{93FE5A26-3064-4B3F-8E2A-653EB31D5592}" dt="2025-03-06T08:43:06.194" v="6205" actId="47"/>
        <pc:sldMkLst>
          <pc:docMk/>
          <pc:sldMk cId="450497777" sldId="262"/>
        </pc:sldMkLst>
      </pc:sldChg>
      <pc:sldChg chg="del">
        <pc:chgData name="Hanna Kossowsky" userId="56e21b23dc263710" providerId="LiveId" clId="{93FE5A26-3064-4B3F-8E2A-653EB31D5592}" dt="2025-02-19T07:04:42.159" v="6" actId="47"/>
        <pc:sldMkLst>
          <pc:docMk/>
          <pc:sldMk cId="3047956201" sldId="262"/>
        </pc:sldMkLst>
      </pc:sldChg>
      <pc:sldChg chg="del">
        <pc:chgData name="Hanna Kossowsky" userId="56e21b23dc263710" providerId="LiveId" clId="{93FE5A26-3064-4B3F-8E2A-653EB31D5592}" dt="2025-02-19T07:04:42.159" v="6" actId="47"/>
        <pc:sldMkLst>
          <pc:docMk/>
          <pc:sldMk cId="2774208767" sldId="263"/>
        </pc:sldMkLst>
      </pc:sldChg>
      <pc:sldChg chg="add del">
        <pc:chgData name="Hanna Kossowsky" userId="56e21b23dc263710" providerId="LiveId" clId="{93FE5A26-3064-4B3F-8E2A-653EB31D5592}" dt="2025-02-19T07:20:54.045" v="479"/>
        <pc:sldMkLst>
          <pc:docMk/>
          <pc:sldMk cId="3068632970" sldId="263"/>
        </pc:sldMkLst>
      </pc:sldChg>
      <pc:sldChg chg="add del">
        <pc:chgData name="Hanna Kossowsky" userId="56e21b23dc263710" providerId="LiveId" clId="{93FE5A26-3064-4B3F-8E2A-653EB31D5592}" dt="2025-02-19T07:20:59.027" v="481"/>
        <pc:sldMkLst>
          <pc:docMk/>
          <pc:sldMk cId="4018161927" sldId="263"/>
        </pc:sldMkLst>
      </pc:sldChg>
      <pc:sldChg chg="del">
        <pc:chgData name="Hanna Kossowsky" userId="56e21b23dc263710" providerId="LiveId" clId="{93FE5A26-3064-4B3F-8E2A-653EB31D5592}" dt="2025-02-19T07:04:42.159" v="6" actId="47"/>
        <pc:sldMkLst>
          <pc:docMk/>
          <pc:sldMk cId="729297336" sldId="265"/>
        </pc:sldMkLst>
      </pc:sldChg>
      <pc:sldChg chg="del">
        <pc:chgData name="Hanna Kossowsky" userId="56e21b23dc263710" providerId="LiveId" clId="{93FE5A26-3064-4B3F-8E2A-653EB31D5592}" dt="2025-02-19T07:04:42.159" v="6" actId="47"/>
        <pc:sldMkLst>
          <pc:docMk/>
          <pc:sldMk cId="2801949394" sldId="266"/>
        </pc:sldMkLst>
      </pc:sldChg>
      <pc:sldChg chg="del">
        <pc:chgData name="Hanna Kossowsky" userId="56e21b23dc263710" providerId="LiveId" clId="{93FE5A26-3064-4B3F-8E2A-653EB31D5592}" dt="2025-02-19T07:04:42.159" v="6" actId="47"/>
        <pc:sldMkLst>
          <pc:docMk/>
          <pc:sldMk cId="1782198291" sldId="267"/>
        </pc:sldMkLst>
      </pc:sldChg>
      <pc:sldChg chg="del">
        <pc:chgData name="Hanna Kossowsky" userId="56e21b23dc263710" providerId="LiveId" clId="{93FE5A26-3064-4B3F-8E2A-653EB31D5592}" dt="2025-02-19T07:04:42.159" v="6" actId="47"/>
        <pc:sldMkLst>
          <pc:docMk/>
          <pc:sldMk cId="1691764609" sldId="268"/>
        </pc:sldMkLst>
      </pc:sldChg>
      <pc:sldChg chg="del">
        <pc:chgData name="Hanna Kossowsky" userId="56e21b23dc263710" providerId="LiveId" clId="{93FE5A26-3064-4B3F-8E2A-653EB31D5592}" dt="2025-02-19T07:04:42.159" v="6" actId="47"/>
        <pc:sldMkLst>
          <pc:docMk/>
          <pc:sldMk cId="766664880" sldId="269"/>
        </pc:sldMkLst>
      </pc:sldChg>
      <pc:sldChg chg="del">
        <pc:chgData name="Hanna Kossowsky" userId="56e21b23dc263710" providerId="LiveId" clId="{93FE5A26-3064-4B3F-8E2A-653EB31D5592}" dt="2025-02-19T07:04:42.159" v="6" actId="47"/>
        <pc:sldMkLst>
          <pc:docMk/>
          <pc:sldMk cId="1905021401" sldId="270"/>
        </pc:sldMkLst>
      </pc:sldChg>
      <pc:sldChg chg="del">
        <pc:chgData name="Hanna Kossowsky" userId="56e21b23dc263710" providerId="LiveId" clId="{93FE5A26-3064-4B3F-8E2A-653EB31D5592}" dt="2025-02-19T07:04:42.159" v="6" actId="47"/>
        <pc:sldMkLst>
          <pc:docMk/>
          <pc:sldMk cId="2188517806" sldId="271"/>
        </pc:sldMkLst>
      </pc:sldChg>
      <pc:sldChg chg="add del">
        <pc:chgData name="Hanna Kossowsky" userId="56e21b23dc263710" providerId="LiveId" clId="{93FE5A26-3064-4B3F-8E2A-653EB31D5592}" dt="2025-02-19T07:26:22.268" v="497"/>
        <pc:sldMkLst>
          <pc:docMk/>
          <pc:sldMk cId="2889954775" sldId="272"/>
        </pc:sldMkLst>
      </pc:sldChg>
      <pc:sldChg chg="modSp add del mod ord modAnim modNotesTx">
        <pc:chgData name="Hanna Kossowsky" userId="56e21b23dc263710" providerId="LiveId" clId="{93FE5A26-3064-4B3F-8E2A-653EB31D5592}" dt="2025-03-06T11:50:52.493" v="10973"/>
        <pc:sldMkLst>
          <pc:docMk/>
          <pc:sldMk cId="434505505" sldId="273"/>
        </pc:sldMkLst>
        <pc:spChg chg="mod">
          <ac:chgData name="Hanna Kossowsky" userId="56e21b23dc263710" providerId="LiveId" clId="{93FE5A26-3064-4B3F-8E2A-653EB31D5592}" dt="2025-03-05T12:27:28.240" v="4578" actId="20577"/>
          <ac:spMkLst>
            <pc:docMk/>
            <pc:sldMk cId="434505505" sldId="273"/>
            <ac:spMk id="2" creationId="{59E61A04-C626-C5E4-A3C2-591358CD94C4}"/>
          </ac:spMkLst>
        </pc:spChg>
        <pc:spChg chg="mod">
          <ac:chgData name="Hanna Kossowsky" userId="56e21b23dc263710" providerId="LiveId" clId="{93FE5A26-3064-4B3F-8E2A-653EB31D5592}" dt="2025-03-06T08:53:05.305" v="6568" actId="20577"/>
          <ac:spMkLst>
            <pc:docMk/>
            <pc:sldMk cId="434505505" sldId="273"/>
            <ac:spMk id="3" creationId="{7220153A-0E02-CB25-A797-F3303E23640F}"/>
          </ac:spMkLst>
        </pc:spChg>
      </pc:sldChg>
      <pc:sldChg chg="add del">
        <pc:chgData name="Hanna Kossowsky" userId="56e21b23dc263710" providerId="LiveId" clId="{93FE5A26-3064-4B3F-8E2A-653EB31D5592}" dt="2025-03-05T13:13:44.885" v="5737"/>
        <pc:sldMkLst>
          <pc:docMk/>
          <pc:sldMk cId="1783530971" sldId="274"/>
        </pc:sldMkLst>
      </pc:sldChg>
      <pc:sldChg chg="add del">
        <pc:chgData name="Hanna Kossowsky" userId="56e21b23dc263710" providerId="LiveId" clId="{93FE5A26-3064-4B3F-8E2A-653EB31D5592}" dt="2025-02-19T07:26:22.268" v="497"/>
        <pc:sldMkLst>
          <pc:docMk/>
          <pc:sldMk cId="2210417689" sldId="275"/>
        </pc:sldMkLst>
      </pc:sldChg>
      <pc:sldChg chg="add del">
        <pc:chgData name="Hanna Kossowsky" userId="56e21b23dc263710" providerId="LiveId" clId="{93FE5A26-3064-4B3F-8E2A-653EB31D5592}" dt="2025-03-05T13:13:44.885" v="5737"/>
        <pc:sldMkLst>
          <pc:docMk/>
          <pc:sldMk cId="2567820192" sldId="276"/>
        </pc:sldMkLst>
      </pc:sldChg>
      <pc:sldChg chg="add del">
        <pc:chgData name="Hanna Kossowsky" userId="56e21b23dc263710" providerId="LiveId" clId="{93FE5A26-3064-4B3F-8E2A-653EB31D5592}" dt="2025-02-19T07:26:22.268" v="497"/>
        <pc:sldMkLst>
          <pc:docMk/>
          <pc:sldMk cId="1988245967" sldId="277"/>
        </pc:sldMkLst>
      </pc:sldChg>
      <pc:sldChg chg="add del">
        <pc:chgData name="Hanna Kossowsky" userId="56e21b23dc263710" providerId="LiveId" clId="{93FE5A26-3064-4B3F-8E2A-653EB31D5592}" dt="2025-02-19T07:26:22.268" v="497"/>
        <pc:sldMkLst>
          <pc:docMk/>
          <pc:sldMk cId="2809128241" sldId="278"/>
        </pc:sldMkLst>
      </pc:sldChg>
      <pc:sldChg chg="add del">
        <pc:chgData name="Hanna Kossowsky" userId="56e21b23dc263710" providerId="LiveId" clId="{93FE5A26-3064-4B3F-8E2A-653EB31D5592}" dt="2025-03-05T13:13:44.885" v="5737"/>
        <pc:sldMkLst>
          <pc:docMk/>
          <pc:sldMk cId="1511031208" sldId="279"/>
        </pc:sldMkLst>
      </pc:sldChg>
      <pc:sldChg chg="add del">
        <pc:chgData name="Hanna Kossowsky" userId="56e21b23dc263710" providerId="LiveId" clId="{93FE5A26-3064-4B3F-8E2A-653EB31D5592}" dt="2025-03-05T13:14:20.527" v="5739" actId="47"/>
        <pc:sldMkLst>
          <pc:docMk/>
          <pc:sldMk cId="1857471371" sldId="281"/>
        </pc:sldMkLst>
      </pc:sldChg>
      <pc:sldChg chg="addSp delSp modSp add del mod">
        <pc:chgData name="Hanna Kossowsky" userId="56e21b23dc263710" providerId="LiveId" clId="{93FE5A26-3064-4B3F-8E2A-653EB31D5592}" dt="2025-03-25T11:11:03.120" v="11425" actId="1036"/>
        <pc:sldMkLst>
          <pc:docMk/>
          <pc:sldMk cId="2576418047" sldId="282"/>
        </pc:sldMkLst>
        <pc:spChg chg="mod">
          <ac:chgData name="Hanna Kossowsky" userId="56e21b23dc263710" providerId="LiveId" clId="{93FE5A26-3064-4B3F-8E2A-653EB31D5592}" dt="2025-03-25T11:11:03.120" v="11425" actId="1036"/>
          <ac:spMkLst>
            <pc:docMk/>
            <pc:sldMk cId="2576418047" sldId="282"/>
            <ac:spMk id="5" creationId="{331C8611-798F-AF7E-A7B4-785D16C3643C}"/>
          </ac:spMkLst>
        </pc:spChg>
        <pc:spChg chg="add mod">
          <ac:chgData name="Hanna Kossowsky" userId="56e21b23dc263710" providerId="LiveId" clId="{93FE5A26-3064-4B3F-8E2A-653EB31D5592}" dt="2025-03-25T11:11:00.386" v="11421" actId="404"/>
          <ac:spMkLst>
            <pc:docMk/>
            <pc:sldMk cId="2576418047" sldId="282"/>
            <ac:spMk id="11" creationId="{0BB2A62F-5960-E00B-DA9D-E92C866DC486}"/>
          </ac:spMkLst>
        </pc:spChg>
        <pc:grpChg chg="mod">
          <ac:chgData name="Hanna Kossowsky" userId="56e21b23dc263710" providerId="LiveId" clId="{93FE5A26-3064-4B3F-8E2A-653EB31D5592}" dt="2025-03-25T11:11:00.386" v="11421" actId="404"/>
          <ac:grpSpMkLst>
            <pc:docMk/>
            <pc:sldMk cId="2576418047" sldId="282"/>
            <ac:grpSpMk id="6" creationId="{F25D5471-FAA4-D554-A3FE-438FE1CADBAA}"/>
          </ac:grpSpMkLst>
        </pc:grpChg>
      </pc:sldChg>
      <pc:sldChg chg="add del">
        <pc:chgData name="Hanna Kossowsky" userId="56e21b23dc263710" providerId="LiveId" clId="{93FE5A26-3064-4B3F-8E2A-653EB31D5592}" dt="2025-03-05T13:14:46.722" v="5740" actId="47"/>
        <pc:sldMkLst>
          <pc:docMk/>
          <pc:sldMk cId="856824348" sldId="283"/>
        </pc:sldMkLst>
      </pc:sldChg>
      <pc:sldChg chg="add del">
        <pc:chgData name="Hanna Kossowsky" userId="56e21b23dc263710" providerId="LiveId" clId="{93FE5A26-3064-4B3F-8E2A-653EB31D5592}" dt="2025-03-05T13:14:46.722" v="5740" actId="47"/>
        <pc:sldMkLst>
          <pc:docMk/>
          <pc:sldMk cId="3042682632" sldId="285"/>
        </pc:sldMkLst>
      </pc:sldChg>
      <pc:sldChg chg="add del">
        <pc:chgData name="Hanna Kossowsky" userId="56e21b23dc263710" providerId="LiveId" clId="{93FE5A26-3064-4B3F-8E2A-653EB31D5592}" dt="2025-03-05T13:14:46.722" v="5740" actId="47"/>
        <pc:sldMkLst>
          <pc:docMk/>
          <pc:sldMk cId="3720169326" sldId="286"/>
        </pc:sldMkLst>
      </pc:sldChg>
      <pc:sldChg chg="addSp delSp modSp add del mod modNotesTx">
        <pc:chgData name="Hanna Kossowsky" userId="56e21b23dc263710" providerId="LiveId" clId="{93FE5A26-3064-4B3F-8E2A-653EB31D5592}" dt="2025-03-25T11:11:26.657" v="11448" actId="14100"/>
        <pc:sldMkLst>
          <pc:docMk/>
          <pc:sldMk cId="1841188842" sldId="287"/>
        </pc:sldMkLst>
        <pc:spChg chg="add">
          <ac:chgData name="Hanna Kossowsky" userId="56e21b23dc263710" providerId="LiveId" clId="{93FE5A26-3064-4B3F-8E2A-653EB31D5592}" dt="2025-03-06T11:43:11.362" v="10727"/>
          <ac:spMkLst>
            <pc:docMk/>
            <pc:sldMk cId="1841188842" sldId="287"/>
            <ac:spMk id="3" creationId="{7514AA2F-F42D-8D75-204F-58E115665CFE}"/>
          </ac:spMkLst>
        </pc:spChg>
        <pc:spChg chg="mod">
          <ac:chgData name="Hanna Kossowsky" userId="56e21b23dc263710" providerId="LiveId" clId="{93FE5A26-3064-4B3F-8E2A-653EB31D5592}" dt="2025-03-25T11:11:26.657" v="11448" actId="14100"/>
          <ac:spMkLst>
            <pc:docMk/>
            <pc:sldMk cId="1841188842" sldId="287"/>
            <ac:spMk id="4" creationId="{429000A6-4100-662E-6AAD-B438D24F72FA}"/>
          </ac:spMkLst>
        </pc:spChg>
      </pc:sldChg>
      <pc:sldChg chg="add del">
        <pc:chgData name="Hanna Kossowsky" userId="56e21b23dc263710" providerId="LiveId" clId="{93FE5A26-3064-4B3F-8E2A-653EB31D5592}" dt="2025-03-05T13:14:50.784" v="5741" actId="47"/>
        <pc:sldMkLst>
          <pc:docMk/>
          <pc:sldMk cId="2106269780" sldId="288"/>
        </pc:sldMkLst>
      </pc:sldChg>
      <pc:sldChg chg="add del">
        <pc:chgData name="Hanna Kossowsky" userId="56e21b23dc263710" providerId="LiveId" clId="{93FE5A26-3064-4B3F-8E2A-653EB31D5592}" dt="2025-02-19T07:26:22.268" v="497"/>
        <pc:sldMkLst>
          <pc:docMk/>
          <pc:sldMk cId="3572271568" sldId="315"/>
        </pc:sldMkLst>
      </pc:sldChg>
      <pc:sldChg chg="add del">
        <pc:chgData name="Hanna Kossowsky" userId="56e21b23dc263710" providerId="LiveId" clId="{93FE5A26-3064-4B3F-8E2A-653EB31D5592}" dt="2025-02-19T07:26:22.268" v="497"/>
        <pc:sldMkLst>
          <pc:docMk/>
          <pc:sldMk cId="3252578053" sldId="386"/>
        </pc:sldMkLst>
      </pc:sldChg>
      <pc:sldChg chg="add del">
        <pc:chgData name="Hanna Kossowsky" userId="56e21b23dc263710" providerId="LiveId" clId="{93FE5A26-3064-4B3F-8E2A-653EB31D5592}" dt="2025-02-19T07:26:22.268" v="497"/>
        <pc:sldMkLst>
          <pc:docMk/>
          <pc:sldMk cId="3306194807" sldId="388"/>
        </pc:sldMkLst>
      </pc:sldChg>
      <pc:sldChg chg="add mod modShow">
        <pc:chgData name="Hanna Kossowsky" userId="56e21b23dc263710" providerId="LiveId" clId="{93FE5A26-3064-4B3F-8E2A-653EB31D5592}" dt="2025-03-05T12:21:01.104" v="4505" actId="729"/>
        <pc:sldMkLst>
          <pc:docMk/>
          <pc:sldMk cId="2144043473" sldId="389"/>
        </pc:sldMkLst>
      </pc:sldChg>
      <pc:sldChg chg="del">
        <pc:chgData name="Hanna Kossowsky" userId="56e21b23dc263710" providerId="LiveId" clId="{93FE5A26-3064-4B3F-8E2A-653EB31D5592}" dt="2025-02-19T07:04:42.159" v="6" actId="47"/>
        <pc:sldMkLst>
          <pc:docMk/>
          <pc:sldMk cId="2487857439" sldId="389"/>
        </pc:sldMkLst>
      </pc:sldChg>
      <pc:sldChg chg="add del">
        <pc:chgData name="Hanna Kossowsky" userId="56e21b23dc263710" providerId="LiveId" clId="{93FE5A26-3064-4B3F-8E2A-653EB31D5592}" dt="2025-02-19T07:29:12.850" v="500" actId="2696"/>
        <pc:sldMkLst>
          <pc:docMk/>
          <pc:sldMk cId="1217290044" sldId="390"/>
        </pc:sldMkLst>
      </pc:sldChg>
      <pc:sldChg chg="del">
        <pc:chgData name="Hanna Kossowsky" userId="56e21b23dc263710" providerId="LiveId" clId="{93FE5A26-3064-4B3F-8E2A-653EB31D5592}" dt="2025-02-19T07:04:42.159" v="6" actId="47"/>
        <pc:sldMkLst>
          <pc:docMk/>
          <pc:sldMk cId="2205368609" sldId="390"/>
        </pc:sldMkLst>
      </pc:sldChg>
      <pc:sldChg chg="add del">
        <pc:chgData name="Hanna Kossowsky" userId="56e21b23dc263710" providerId="LiveId" clId="{93FE5A26-3064-4B3F-8E2A-653EB31D5592}" dt="2025-02-19T07:31:52.493" v="504"/>
        <pc:sldMkLst>
          <pc:docMk/>
          <pc:sldMk cId="3230878684" sldId="390"/>
        </pc:sldMkLst>
      </pc:sldChg>
      <pc:sldChg chg="add del">
        <pc:chgData name="Hanna Kossowsky" userId="56e21b23dc263710" providerId="LiveId" clId="{93FE5A26-3064-4B3F-8E2A-653EB31D5592}" dt="2025-02-19T07:30:02.397" v="502" actId="2696"/>
        <pc:sldMkLst>
          <pc:docMk/>
          <pc:sldMk cId="3688594761" sldId="390"/>
        </pc:sldMkLst>
      </pc:sldChg>
      <pc:sldChg chg="add del">
        <pc:chgData name="Hanna Kossowsky" userId="56e21b23dc263710" providerId="LiveId" clId="{93FE5A26-3064-4B3F-8E2A-653EB31D5592}" dt="2025-02-19T07:26:22.268" v="497"/>
        <pc:sldMkLst>
          <pc:docMk/>
          <pc:sldMk cId="2795164391" sldId="391"/>
        </pc:sldMkLst>
      </pc:sldChg>
      <pc:sldChg chg="add del">
        <pc:chgData name="Hanna Kossowsky" userId="56e21b23dc263710" providerId="LiveId" clId="{93FE5A26-3064-4B3F-8E2A-653EB31D5592}" dt="2025-02-19T07:26:22.268" v="497"/>
        <pc:sldMkLst>
          <pc:docMk/>
          <pc:sldMk cId="3046450321" sldId="392"/>
        </pc:sldMkLst>
      </pc:sldChg>
      <pc:sldChg chg="add del">
        <pc:chgData name="Hanna Kossowsky" userId="56e21b23dc263710" providerId="LiveId" clId="{93FE5A26-3064-4B3F-8E2A-653EB31D5592}" dt="2025-03-05T13:14:07.730" v="5738" actId="47"/>
        <pc:sldMkLst>
          <pc:docMk/>
          <pc:sldMk cId="577880875" sldId="393"/>
        </pc:sldMkLst>
      </pc:sldChg>
      <pc:sldChg chg="addSp delSp modSp add del mod modAnim modNotesTx">
        <pc:chgData name="Hanna Kossowsky" userId="56e21b23dc263710" providerId="LiveId" clId="{93FE5A26-3064-4B3F-8E2A-653EB31D5592}" dt="2025-03-21T07:05:50.393" v="11258" actId="20577"/>
        <pc:sldMkLst>
          <pc:docMk/>
          <pc:sldMk cId="1814684987" sldId="394"/>
        </pc:sldMkLst>
        <pc:spChg chg="add">
          <ac:chgData name="Hanna Kossowsky" userId="56e21b23dc263710" providerId="LiveId" clId="{93FE5A26-3064-4B3F-8E2A-653EB31D5592}" dt="2025-03-06T11:43:11.362" v="10727"/>
          <ac:spMkLst>
            <pc:docMk/>
            <pc:sldMk cId="1814684987" sldId="394"/>
            <ac:spMk id="3" creationId="{789A85C2-7A6E-DA5D-67AF-F7028C822711}"/>
          </ac:spMkLst>
        </pc:spChg>
        <pc:spChg chg="add">
          <ac:chgData name="Hanna Kossowsky" userId="56e21b23dc263710" providerId="LiveId" clId="{93FE5A26-3064-4B3F-8E2A-653EB31D5592}" dt="2025-03-06T11:43:11.362" v="10727"/>
          <ac:spMkLst>
            <pc:docMk/>
            <pc:sldMk cId="1814684987" sldId="394"/>
            <ac:spMk id="4" creationId="{0898E3AF-8255-5EEE-F345-2CC4F71C6F92}"/>
          </ac:spMkLst>
        </pc:spChg>
        <pc:spChg chg="mod">
          <ac:chgData name="Hanna Kossowsky" userId="56e21b23dc263710" providerId="LiveId" clId="{93FE5A26-3064-4B3F-8E2A-653EB31D5592}" dt="2025-03-06T11:52:10.743" v="10992" actId="1076"/>
          <ac:spMkLst>
            <pc:docMk/>
            <pc:sldMk cId="1814684987" sldId="394"/>
            <ac:spMk id="5" creationId="{3CFC9EC1-625C-3BDF-37D9-580A4F3E93B8}"/>
          </ac:spMkLst>
        </pc:spChg>
      </pc:sldChg>
      <pc:sldChg chg="add del modNotesTx">
        <pc:chgData name="Hanna Kossowsky" userId="56e21b23dc263710" providerId="LiveId" clId="{93FE5A26-3064-4B3F-8E2A-653EB31D5592}" dt="2025-03-21T07:04:40.428" v="11075"/>
        <pc:sldMkLst>
          <pc:docMk/>
          <pc:sldMk cId="1374448592" sldId="395"/>
        </pc:sldMkLst>
      </pc:sldChg>
      <pc:sldChg chg="add del">
        <pc:chgData name="Hanna Kossowsky" userId="56e21b23dc263710" providerId="LiveId" clId="{93FE5A26-3064-4B3F-8E2A-653EB31D5592}" dt="2025-03-05T13:14:50.784" v="5741" actId="47"/>
        <pc:sldMkLst>
          <pc:docMk/>
          <pc:sldMk cId="987074334" sldId="396"/>
        </pc:sldMkLst>
      </pc:sldChg>
      <pc:sldChg chg="add del">
        <pc:chgData name="Hanna Kossowsky" userId="56e21b23dc263710" providerId="LiveId" clId="{93FE5A26-3064-4B3F-8E2A-653EB31D5592}" dt="2025-02-19T07:31:52.493" v="504"/>
        <pc:sldMkLst>
          <pc:docMk/>
          <pc:sldMk cId="1307055565" sldId="396"/>
        </pc:sldMkLst>
      </pc:sldChg>
      <pc:sldChg chg="add del mod modShow">
        <pc:chgData name="Hanna Kossowsky" userId="56e21b23dc263710" providerId="LiveId" clId="{93FE5A26-3064-4B3F-8E2A-653EB31D5592}" dt="2025-03-06T09:01:42.389" v="7237" actId="729"/>
        <pc:sldMkLst>
          <pc:docMk/>
          <pc:sldMk cId="2689916021" sldId="396"/>
        </pc:sldMkLst>
      </pc:sldChg>
      <pc:sldChg chg="add del">
        <pc:chgData name="Hanna Kossowsky" userId="56e21b23dc263710" providerId="LiveId" clId="{93FE5A26-3064-4B3F-8E2A-653EB31D5592}" dt="2025-02-19T07:30:02.397" v="502" actId="2696"/>
        <pc:sldMkLst>
          <pc:docMk/>
          <pc:sldMk cId="2803387719" sldId="396"/>
        </pc:sldMkLst>
      </pc:sldChg>
      <pc:sldChg chg="add del">
        <pc:chgData name="Hanna Kossowsky" userId="56e21b23dc263710" providerId="LiveId" clId="{93FE5A26-3064-4B3F-8E2A-653EB31D5592}" dt="2025-02-19T07:30:02.397" v="502" actId="2696"/>
        <pc:sldMkLst>
          <pc:docMk/>
          <pc:sldMk cId="560305960" sldId="397"/>
        </pc:sldMkLst>
      </pc:sldChg>
      <pc:sldChg chg="add del">
        <pc:chgData name="Hanna Kossowsky" userId="56e21b23dc263710" providerId="LiveId" clId="{93FE5A26-3064-4B3F-8E2A-653EB31D5592}" dt="2025-03-05T13:14:07.730" v="5738" actId="47"/>
        <pc:sldMkLst>
          <pc:docMk/>
          <pc:sldMk cId="1449073575" sldId="397"/>
        </pc:sldMkLst>
      </pc:sldChg>
      <pc:sldChg chg="add del">
        <pc:chgData name="Hanna Kossowsky" userId="56e21b23dc263710" providerId="LiveId" clId="{93FE5A26-3064-4B3F-8E2A-653EB31D5592}" dt="2025-02-19T07:31:52.493" v="504"/>
        <pc:sldMkLst>
          <pc:docMk/>
          <pc:sldMk cId="1641564044" sldId="397"/>
        </pc:sldMkLst>
      </pc:sldChg>
      <pc:sldChg chg="add del mod modShow">
        <pc:chgData name="Hanna Kossowsky" userId="56e21b23dc263710" providerId="LiveId" clId="{93FE5A26-3064-4B3F-8E2A-653EB31D5592}" dt="2025-03-06T09:01:42.389" v="7237" actId="729"/>
        <pc:sldMkLst>
          <pc:docMk/>
          <pc:sldMk cId="3671609670" sldId="397"/>
        </pc:sldMkLst>
      </pc:sldChg>
      <pc:sldChg chg="add del">
        <pc:chgData name="Hanna Kossowsky" userId="56e21b23dc263710" providerId="LiveId" clId="{93FE5A26-3064-4B3F-8E2A-653EB31D5592}" dt="2025-02-19T07:29:12.850" v="500" actId="2696"/>
        <pc:sldMkLst>
          <pc:docMk/>
          <pc:sldMk cId="42854459" sldId="398"/>
        </pc:sldMkLst>
      </pc:sldChg>
      <pc:sldChg chg="add del">
        <pc:chgData name="Hanna Kossowsky" userId="56e21b23dc263710" providerId="LiveId" clId="{93FE5A26-3064-4B3F-8E2A-653EB31D5592}" dt="2025-02-19T07:30:02.397" v="502" actId="2696"/>
        <pc:sldMkLst>
          <pc:docMk/>
          <pc:sldMk cId="101142229" sldId="398"/>
        </pc:sldMkLst>
      </pc:sldChg>
      <pc:sldChg chg="del">
        <pc:chgData name="Hanna Kossowsky" userId="56e21b23dc263710" providerId="LiveId" clId="{93FE5A26-3064-4B3F-8E2A-653EB31D5592}" dt="2025-02-19T07:04:37.129" v="5" actId="47"/>
        <pc:sldMkLst>
          <pc:docMk/>
          <pc:sldMk cId="143904550" sldId="398"/>
        </pc:sldMkLst>
      </pc:sldChg>
      <pc:sldChg chg="add del">
        <pc:chgData name="Hanna Kossowsky" userId="56e21b23dc263710" providerId="LiveId" clId="{93FE5A26-3064-4B3F-8E2A-653EB31D5592}" dt="2025-02-19T07:31:52.493" v="504"/>
        <pc:sldMkLst>
          <pc:docMk/>
          <pc:sldMk cId="2085189838" sldId="398"/>
        </pc:sldMkLst>
      </pc:sldChg>
      <pc:sldChg chg="add mod modShow">
        <pc:chgData name="Hanna Kossowsky" userId="56e21b23dc263710" providerId="LiveId" clId="{93FE5A26-3064-4B3F-8E2A-653EB31D5592}" dt="2025-03-05T12:21:01.104" v="4505" actId="729"/>
        <pc:sldMkLst>
          <pc:docMk/>
          <pc:sldMk cId="2435545275" sldId="408"/>
        </pc:sldMkLst>
      </pc:sldChg>
      <pc:sldChg chg="add mod modShow">
        <pc:chgData name="Hanna Kossowsky" userId="56e21b23dc263710" providerId="LiveId" clId="{93FE5A26-3064-4B3F-8E2A-653EB31D5592}" dt="2025-03-05T12:21:01.104" v="4505" actId="729"/>
        <pc:sldMkLst>
          <pc:docMk/>
          <pc:sldMk cId="3650659230" sldId="409"/>
        </pc:sldMkLst>
      </pc:sldChg>
      <pc:sldChg chg="add mod modShow">
        <pc:chgData name="Hanna Kossowsky" userId="56e21b23dc263710" providerId="LiveId" clId="{93FE5A26-3064-4B3F-8E2A-653EB31D5592}" dt="2025-03-05T12:21:01.104" v="4505" actId="729"/>
        <pc:sldMkLst>
          <pc:docMk/>
          <pc:sldMk cId="4227923638" sldId="410"/>
        </pc:sldMkLst>
      </pc:sldChg>
      <pc:sldChg chg="add mod modShow">
        <pc:chgData name="Hanna Kossowsky" userId="56e21b23dc263710" providerId="LiveId" clId="{93FE5A26-3064-4B3F-8E2A-653EB31D5592}" dt="2025-03-05T12:21:01.104" v="4505" actId="729"/>
        <pc:sldMkLst>
          <pc:docMk/>
          <pc:sldMk cId="2763831260" sldId="411"/>
        </pc:sldMkLst>
      </pc:sldChg>
      <pc:sldChg chg="add mod modShow">
        <pc:chgData name="Hanna Kossowsky" userId="56e21b23dc263710" providerId="LiveId" clId="{93FE5A26-3064-4B3F-8E2A-653EB31D5592}" dt="2025-03-05T12:21:01.104" v="4505" actId="729"/>
        <pc:sldMkLst>
          <pc:docMk/>
          <pc:sldMk cId="2238725509" sldId="412"/>
        </pc:sldMkLst>
      </pc:sldChg>
      <pc:sldChg chg="add mod modShow">
        <pc:chgData name="Hanna Kossowsky" userId="56e21b23dc263710" providerId="LiveId" clId="{93FE5A26-3064-4B3F-8E2A-653EB31D5592}" dt="2025-03-05T12:21:01.104" v="4505" actId="729"/>
        <pc:sldMkLst>
          <pc:docMk/>
          <pc:sldMk cId="113283455" sldId="416"/>
        </pc:sldMkLst>
      </pc:sldChg>
      <pc:sldChg chg="add mod modShow">
        <pc:chgData name="Hanna Kossowsky" userId="56e21b23dc263710" providerId="LiveId" clId="{93FE5A26-3064-4B3F-8E2A-653EB31D5592}" dt="2025-03-05T12:21:01.104" v="4505" actId="729"/>
        <pc:sldMkLst>
          <pc:docMk/>
          <pc:sldMk cId="1639935311" sldId="417"/>
        </pc:sldMkLst>
      </pc:sldChg>
      <pc:sldChg chg="add mod modShow">
        <pc:chgData name="Hanna Kossowsky" userId="56e21b23dc263710" providerId="LiveId" clId="{93FE5A26-3064-4B3F-8E2A-653EB31D5592}" dt="2025-03-05T12:21:01.104" v="4505" actId="729"/>
        <pc:sldMkLst>
          <pc:docMk/>
          <pc:sldMk cId="1496457155" sldId="418"/>
        </pc:sldMkLst>
      </pc:sldChg>
      <pc:sldChg chg="add mod modShow">
        <pc:chgData name="Hanna Kossowsky" userId="56e21b23dc263710" providerId="LiveId" clId="{93FE5A26-3064-4B3F-8E2A-653EB31D5592}" dt="2025-03-05T12:21:01.104" v="4505" actId="729"/>
        <pc:sldMkLst>
          <pc:docMk/>
          <pc:sldMk cId="2571826001" sldId="419"/>
        </pc:sldMkLst>
      </pc:sldChg>
      <pc:sldChg chg="modSp add del mod">
        <pc:chgData name="Hanna Kossowsky" userId="56e21b23dc263710" providerId="LiveId" clId="{93FE5A26-3064-4B3F-8E2A-653EB31D5592}" dt="2025-02-19T07:27:29.778" v="499" actId="47"/>
        <pc:sldMkLst>
          <pc:docMk/>
          <pc:sldMk cId="1415127267" sldId="490"/>
        </pc:sldMkLst>
      </pc:sldChg>
      <pc:sldChg chg="add del">
        <pc:chgData name="Hanna Kossowsky" userId="56e21b23dc263710" providerId="LiveId" clId="{93FE5A26-3064-4B3F-8E2A-653EB31D5592}" dt="2025-02-19T07:26:22.268" v="497"/>
        <pc:sldMkLst>
          <pc:docMk/>
          <pc:sldMk cId="2487857439" sldId="491"/>
        </pc:sldMkLst>
      </pc:sldChg>
      <pc:sldChg chg="add mod modShow">
        <pc:chgData name="Hanna Kossowsky" userId="56e21b23dc263710" providerId="LiveId" clId="{93FE5A26-3064-4B3F-8E2A-653EB31D5592}" dt="2025-03-05T12:21:01.104" v="4505" actId="729"/>
        <pc:sldMkLst>
          <pc:docMk/>
          <pc:sldMk cId="2977535749" sldId="491"/>
        </pc:sldMkLst>
      </pc:sldChg>
      <pc:sldChg chg="modSp add mod modShow">
        <pc:chgData name="Hanna Kossowsky" userId="56e21b23dc263710" providerId="LiveId" clId="{93FE5A26-3064-4B3F-8E2A-653EB31D5592}" dt="2025-03-05T12:21:01.104" v="4505" actId="729"/>
        <pc:sldMkLst>
          <pc:docMk/>
          <pc:sldMk cId="1812375708" sldId="492"/>
        </pc:sldMkLst>
        <pc:spChg chg="mod">
          <ac:chgData name="Hanna Kossowsky" userId="56e21b23dc263710" providerId="LiveId" clId="{93FE5A26-3064-4B3F-8E2A-653EB31D5592}" dt="2025-02-19T07:32:18.668" v="524" actId="20577"/>
          <ac:spMkLst>
            <pc:docMk/>
            <pc:sldMk cId="1812375708" sldId="492"/>
            <ac:spMk id="2" creationId="{7A80642F-F992-DDEE-B4D1-F5DE692A5C78}"/>
          </ac:spMkLst>
        </pc:spChg>
        <pc:spChg chg="mod">
          <ac:chgData name="Hanna Kossowsky" userId="56e21b23dc263710" providerId="LiveId" clId="{93FE5A26-3064-4B3F-8E2A-653EB31D5592}" dt="2025-02-19T07:33:07.451" v="617" actId="20577"/>
          <ac:spMkLst>
            <pc:docMk/>
            <pc:sldMk cId="1812375708" sldId="492"/>
            <ac:spMk id="3" creationId="{A7B85D0E-B253-489B-A63A-E4E59974ABEF}"/>
          </ac:spMkLst>
        </pc:spChg>
      </pc:sldChg>
      <pc:sldChg chg="add del">
        <pc:chgData name="Hanna Kossowsky" userId="56e21b23dc263710" providerId="LiveId" clId="{93FE5A26-3064-4B3F-8E2A-653EB31D5592}" dt="2025-02-19T07:26:22.268" v="497"/>
        <pc:sldMkLst>
          <pc:docMk/>
          <pc:sldMk cId="2205368609" sldId="492"/>
        </pc:sldMkLst>
      </pc:sldChg>
      <pc:sldChg chg="add del">
        <pc:chgData name="Hanna Kossowsky" userId="56e21b23dc263710" providerId="LiveId" clId="{93FE5A26-3064-4B3F-8E2A-653EB31D5592}" dt="2025-02-19T07:31:54.837" v="506"/>
        <pc:sldMkLst>
          <pc:docMk/>
          <pc:sldMk cId="3185991163" sldId="492"/>
        </pc:sldMkLst>
      </pc:sldChg>
      <pc:sldChg chg="add del">
        <pc:chgData name="Hanna Kossowsky" userId="56e21b23dc263710" providerId="LiveId" clId="{93FE5A26-3064-4B3F-8E2A-653EB31D5592}" dt="2025-02-19T07:26:22.268" v="497"/>
        <pc:sldMkLst>
          <pc:docMk/>
          <pc:sldMk cId="1449073575" sldId="493"/>
        </pc:sldMkLst>
      </pc:sldChg>
      <pc:sldChg chg="modSp add mod modShow modNotesTx">
        <pc:chgData name="Hanna Kossowsky" userId="56e21b23dc263710" providerId="LiveId" clId="{93FE5A26-3064-4B3F-8E2A-653EB31D5592}" dt="2025-03-05T12:21:01.104" v="4505" actId="729"/>
        <pc:sldMkLst>
          <pc:docMk/>
          <pc:sldMk cId="3897922549" sldId="493"/>
        </pc:sldMkLst>
        <pc:spChg chg="mod">
          <ac:chgData name="Hanna Kossowsky" userId="56e21b23dc263710" providerId="LiveId" clId="{93FE5A26-3064-4B3F-8E2A-653EB31D5592}" dt="2025-02-19T07:40:21.649" v="1209"/>
          <ac:spMkLst>
            <pc:docMk/>
            <pc:sldMk cId="3897922549" sldId="493"/>
            <ac:spMk id="3" creationId="{D5B40794-7AE3-0BEE-59C4-D22D86B35399}"/>
          </ac:spMkLst>
        </pc:spChg>
      </pc:sldChg>
      <pc:sldChg chg="add del">
        <pc:chgData name="Hanna Kossowsky" userId="56e21b23dc263710" providerId="LiveId" clId="{93FE5A26-3064-4B3F-8E2A-653EB31D5592}" dt="2025-02-19T07:26:22.268" v="497"/>
        <pc:sldMkLst>
          <pc:docMk/>
          <pc:sldMk cId="987074334" sldId="494"/>
        </pc:sldMkLst>
      </pc:sldChg>
      <pc:sldChg chg="modSp add mod modShow modNotesTx">
        <pc:chgData name="Hanna Kossowsky" userId="56e21b23dc263710" providerId="LiveId" clId="{93FE5A26-3064-4B3F-8E2A-653EB31D5592}" dt="2025-03-05T12:21:01.104" v="4505" actId="729"/>
        <pc:sldMkLst>
          <pc:docMk/>
          <pc:sldMk cId="3870978512" sldId="494"/>
        </pc:sldMkLst>
        <pc:spChg chg="mod">
          <ac:chgData name="Hanna Kossowsky" userId="56e21b23dc263710" providerId="LiveId" clId="{93FE5A26-3064-4B3F-8E2A-653EB31D5592}" dt="2025-02-19T07:42:13.763" v="1540" actId="5793"/>
          <ac:spMkLst>
            <pc:docMk/>
            <pc:sldMk cId="3870978512" sldId="494"/>
            <ac:spMk id="3" creationId="{A3F8FD05-A1A7-0CF2-DEA5-D3F681E46756}"/>
          </ac:spMkLst>
        </pc:spChg>
      </pc:sldChg>
      <pc:sldChg chg="addSp delSp modSp add mod modAnim modShow modNotesTx">
        <pc:chgData name="Hanna Kossowsky" userId="56e21b23dc263710" providerId="LiveId" clId="{93FE5A26-3064-4B3F-8E2A-653EB31D5592}" dt="2025-03-05T12:21:01.104" v="4505" actId="729"/>
        <pc:sldMkLst>
          <pc:docMk/>
          <pc:sldMk cId="2095479354" sldId="495"/>
        </pc:sldMkLst>
        <pc:spChg chg="mod">
          <ac:chgData name="Hanna Kossowsky" userId="56e21b23dc263710" providerId="LiveId" clId="{93FE5A26-3064-4B3F-8E2A-653EB31D5592}" dt="2025-02-19T07:49:00.287" v="1564" actId="20577"/>
          <ac:spMkLst>
            <pc:docMk/>
            <pc:sldMk cId="2095479354" sldId="495"/>
            <ac:spMk id="2" creationId="{5F08EC29-1478-7FDA-20A7-2A8A04E15937}"/>
          </ac:spMkLst>
        </pc:spChg>
        <pc:spChg chg="mod">
          <ac:chgData name="Hanna Kossowsky" userId="56e21b23dc263710" providerId="LiveId" clId="{93FE5A26-3064-4B3F-8E2A-653EB31D5592}" dt="2025-02-19T08:11:18.288" v="1789"/>
          <ac:spMkLst>
            <pc:docMk/>
            <pc:sldMk cId="2095479354" sldId="495"/>
            <ac:spMk id="3" creationId="{CCC5C584-E5D4-DD26-B4E9-E3F54B413530}"/>
          </ac:spMkLst>
        </pc:spChg>
        <pc:spChg chg="add mod">
          <ac:chgData name="Hanna Kossowsky" userId="56e21b23dc263710" providerId="LiveId" clId="{93FE5A26-3064-4B3F-8E2A-653EB31D5592}" dt="2025-02-19T08:01:55.156" v="1709" actId="1035"/>
          <ac:spMkLst>
            <pc:docMk/>
            <pc:sldMk cId="2095479354" sldId="495"/>
            <ac:spMk id="16" creationId="{94D4FBF0-EB2A-E1B1-F250-ED1285C53DAB}"/>
          </ac:spMkLst>
        </pc:spChg>
        <pc:spChg chg="add mod">
          <ac:chgData name="Hanna Kossowsky" userId="56e21b23dc263710" providerId="LiveId" clId="{93FE5A26-3064-4B3F-8E2A-653EB31D5592}" dt="2025-02-19T08:01:55.156" v="1709" actId="1035"/>
          <ac:spMkLst>
            <pc:docMk/>
            <pc:sldMk cId="2095479354" sldId="495"/>
            <ac:spMk id="20" creationId="{437A5BD4-6A22-7615-FBAF-7E956826DECF}"/>
          </ac:spMkLst>
        </pc:spChg>
        <pc:spChg chg="add mod">
          <ac:chgData name="Hanna Kossowsky" userId="56e21b23dc263710" providerId="LiveId" clId="{93FE5A26-3064-4B3F-8E2A-653EB31D5592}" dt="2025-02-19T08:01:55.156" v="1709" actId="1035"/>
          <ac:spMkLst>
            <pc:docMk/>
            <pc:sldMk cId="2095479354" sldId="495"/>
            <ac:spMk id="21" creationId="{D669D4E3-E565-8397-89BE-2B6FC4FABE50}"/>
          </ac:spMkLst>
        </pc:spChg>
        <pc:spChg chg="mod">
          <ac:chgData name="Hanna Kossowsky" userId="56e21b23dc263710" providerId="LiveId" clId="{93FE5A26-3064-4B3F-8E2A-653EB31D5592}" dt="2025-02-19T08:01:55.156" v="1709" actId="1035"/>
          <ac:spMkLst>
            <pc:docMk/>
            <pc:sldMk cId="2095479354" sldId="495"/>
            <ac:spMk id="26" creationId="{C8FD76D7-1A0A-500F-EE49-09892D2CB1F6}"/>
          </ac:spMkLst>
        </pc:spChg>
        <pc:spChg chg="mod">
          <ac:chgData name="Hanna Kossowsky" userId="56e21b23dc263710" providerId="LiveId" clId="{93FE5A26-3064-4B3F-8E2A-653EB31D5592}" dt="2025-02-19T08:01:55.156" v="1709" actId="1035"/>
          <ac:spMkLst>
            <pc:docMk/>
            <pc:sldMk cId="2095479354" sldId="495"/>
            <ac:spMk id="27" creationId="{74D897ED-2E8E-50FE-C805-C78C656C036D}"/>
          </ac:spMkLst>
        </pc:spChg>
        <pc:spChg chg="mod">
          <ac:chgData name="Hanna Kossowsky" userId="56e21b23dc263710" providerId="LiveId" clId="{93FE5A26-3064-4B3F-8E2A-653EB31D5592}" dt="2025-02-19T08:01:55.156" v="1709" actId="1035"/>
          <ac:spMkLst>
            <pc:docMk/>
            <pc:sldMk cId="2095479354" sldId="495"/>
            <ac:spMk id="28" creationId="{11249229-4454-6342-2A86-4596202834BF}"/>
          </ac:spMkLst>
        </pc:spChg>
        <pc:grpChg chg="add mod">
          <ac:chgData name="Hanna Kossowsky" userId="56e21b23dc263710" providerId="LiveId" clId="{93FE5A26-3064-4B3F-8E2A-653EB31D5592}" dt="2025-02-19T08:01:55.156" v="1709" actId="1035"/>
          <ac:grpSpMkLst>
            <pc:docMk/>
            <pc:sldMk cId="2095479354" sldId="495"/>
            <ac:grpSpMk id="14" creationId="{B4587432-24C6-1A45-1606-80DA991C31ED}"/>
          </ac:grpSpMkLst>
        </pc:grpChg>
        <pc:grpChg chg="add mod">
          <ac:chgData name="Hanna Kossowsky" userId="56e21b23dc263710" providerId="LiveId" clId="{93FE5A26-3064-4B3F-8E2A-653EB31D5592}" dt="2025-02-19T08:01:55.156" v="1709" actId="1035"/>
          <ac:grpSpMkLst>
            <pc:docMk/>
            <pc:sldMk cId="2095479354" sldId="495"/>
            <ac:grpSpMk id="15" creationId="{D107FEFE-ADA1-8063-9034-5A4113B9CDF9}"/>
          </ac:grpSpMkLst>
        </pc:grpChg>
        <pc:grpChg chg="add mod">
          <ac:chgData name="Hanna Kossowsky" userId="56e21b23dc263710" providerId="LiveId" clId="{93FE5A26-3064-4B3F-8E2A-653EB31D5592}" dt="2025-02-19T08:01:45.109" v="1690" actId="164"/>
          <ac:grpSpMkLst>
            <pc:docMk/>
            <pc:sldMk cId="2095479354" sldId="495"/>
            <ac:grpSpMk id="24" creationId="{A05B8CE4-C2FA-9A9B-88FC-E405CCD53E5B}"/>
          </ac:grpSpMkLst>
        </pc:grpChg>
        <pc:grpChg chg="add mod">
          <ac:chgData name="Hanna Kossowsky" userId="56e21b23dc263710" providerId="LiveId" clId="{93FE5A26-3064-4B3F-8E2A-653EB31D5592}" dt="2025-02-19T08:01:42.111" v="1689" actId="164"/>
          <ac:grpSpMkLst>
            <pc:docMk/>
            <pc:sldMk cId="2095479354" sldId="495"/>
            <ac:grpSpMk id="25" creationId="{8368C694-1584-8E2A-EFB9-7B1478479020}"/>
          </ac:grpSpMkLst>
        </pc:grpChg>
        <pc:grpChg chg="add mod">
          <ac:chgData name="Hanna Kossowsky" userId="56e21b23dc263710" providerId="LiveId" clId="{93FE5A26-3064-4B3F-8E2A-653EB31D5592}" dt="2025-02-19T08:01:46.106" v="1691" actId="164"/>
          <ac:grpSpMkLst>
            <pc:docMk/>
            <pc:sldMk cId="2095479354" sldId="495"/>
            <ac:grpSpMk id="29" creationId="{2243AE12-6802-172F-45D0-9AF81737A709}"/>
          </ac:grpSpMkLst>
        </pc:grpChg>
        <pc:grpChg chg="add mod">
          <ac:chgData name="Hanna Kossowsky" userId="56e21b23dc263710" providerId="LiveId" clId="{93FE5A26-3064-4B3F-8E2A-653EB31D5592}" dt="2025-02-19T08:01:46.106" v="1691" actId="164"/>
          <ac:grpSpMkLst>
            <pc:docMk/>
            <pc:sldMk cId="2095479354" sldId="495"/>
            <ac:grpSpMk id="30" creationId="{4DBB8B9F-C5DF-73F2-EA5C-DD3B7CEC6932}"/>
          </ac:grpSpMkLst>
        </pc:grpChg>
        <pc:grpChg chg="add mod">
          <ac:chgData name="Hanna Kossowsky" userId="56e21b23dc263710" providerId="LiveId" clId="{93FE5A26-3064-4B3F-8E2A-653EB31D5592}" dt="2025-02-19T08:01:55.156" v="1709" actId="1035"/>
          <ac:grpSpMkLst>
            <pc:docMk/>
            <pc:sldMk cId="2095479354" sldId="495"/>
            <ac:grpSpMk id="31" creationId="{2CD5D921-44F3-CE32-2122-005A32E89251}"/>
          </ac:grpSpMkLst>
        </pc:grpChg>
        <pc:picChg chg="add mod">
          <ac:chgData name="Hanna Kossowsky" userId="56e21b23dc263710" providerId="LiveId" clId="{93FE5A26-3064-4B3F-8E2A-653EB31D5592}" dt="2025-02-19T08:01:55.156" v="1709" actId="1035"/>
          <ac:picMkLst>
            <pc:docMk/>
            <pc:sldMk cId="2095479354" sldId="495"/>
            <ac:picMk id="1028" creationId="{373BBAD0-4709-1401-5BFE-BD1F719593D7}"/>
          </ac:picMkLst>
        </pc:picChg>
        <pc:cxnChg chg="add mod">
          <ac:chgData name="Hanna Kossowsky" userId="56e21b23dc263710" providerId="LiveId" clId="{93FE5A26-3064-4B3F-8E2A-653EB31D5592}" dt="2025-02-19T08:00:27.181" v="1653" actId="164"/>
          <ac:cxnSpMkLst>
            <pc:docMk/>
            <pc:sldMk cId="2095479354" sldId="495"/>
            <ac:cxnSpMk id="7" creationId="{35F6CE74-E0E5-0E48-ED2D-F8D25479BD03}"/>
          </ac:cxnSpMkLst>
        </pc:cxnChg>
        <pc:cxnChg chg="add mod">
          <ac:chgData name="Hanna Kossowsky" userId="56e21b23dc263710" providerId="LiveId" clId="{93FE5A26-3064-4B3F-8E2A-653EB31D5592}" dt="2025-02-19T08:00:27.181" v="1653" actId="164"/>
          <ac:cxnSpMkLst>
            <pc:docMk/>
            <pc:sldMk cId="2095479354" sldId="495"/>
            <ac:cxnSpMk id="8" creationId="{FF2A9246-F848-C13B-9F75-1202B9E3B4ED}"/>
          </ac:cxnSpMkLst>
        </pc:cxnChg>
        <pc:cxnChg chg="add mod">
          <ac:chgData name="Hanna Kossowsky" userId="56e21b23dc263710" providerId="LiveId" clId="{93FE5A26-3064-4B3F-8E2A-653EB31D5592}" dt="2025-02-19T08:00:27.181" v="1653" actId="164"/>
          <ac:cxnSpMkLst>
            <pc:docMk/>
            <pc:sldMk cId="2095479354" sldId="495"/>
            <ac:cxnSpMk id="9" creationId="{48E83F43-7856-79D6-B52D-D08F9D6FBC5B}"/>
          </ac:cxnSpMkLst>
        </pc:cxnChg>
        <pc:cxnChg chg="add mod">
          <ac:chgData name="Hanna Kossowsky" userId="56e21b23dc263710" providerId="LiveId" clId="{93FE5A26-3064-4B3F-8E2A-653EB31D5592}" dt="2025-02-19T08:00:20.336" v="1650" actId="164"/>
          <ac:cxnSpMkLst>
            <pc:docMk/>
            <pc:sldMk cId="2095479354" sldId="495"/>
            <ac:cxnSpMk id="10" creationId="{86A7685E-26F7-AC44-FCD7-5B2C13B79110}"/>
          </ac:cxnSpMkLst>
        </pc:cxnChg>
        <pc:cxnChg chg="add mod">
          <ac:chgData name="Hanna Kossowsky" userId="56e21b23dc263710" providerId="LiveId" clId="{93FE5A26-3064-4B3F-8E2A-653EB31D5592}" dt="2025-02-19T08:00:20.336" v="1650" actId="164"/>
          <ac:cxnSpMkLst>
            <pc:docMk/>
            <pc:sldMk cId="2095479354" sldId="495"/>
            <ac:cxnSpMk id="11" creationId="{86420410-0C57-6C7D-3D0F-7022E2CDEDF9}"/>
          </ac:cxnSpMkLst>
        </pc:cxnChg>
        <pc:cxnChg chg="add mod">
          <ac:chgData name="Hanna Kossowsky" userId="56e21b23dc263710" providerId="LiveId" clId="{93FE5A26-3064-4B3F-8E2A-653EB31D5592}" dt="2025-02-19T08:00:20.336" v="1650" actId="164"/>
          <ac:cxnSpMkLst>
            <pc:docMk/>
            <pc:sldMk cId="2095479354" sldId="495"/>
            <ac:cxnSpMk id="12" creationId="{10E0406E-CE2E-7EAE-4642-C31B1BF6A099}"/>
          </ac:cxnSpMkLst>
        </pc:cxnChg>
      </pc:sldChg>
      <pc:sldChg chg="delSp modSp add mod delAnim modShow modNotesTx">
        <pc:chgData name="Hanna Kossowsky" userId="56e21b23dc263710" providerId="LiveId" clId="{93FE5A26-3064-4B3F-8E2A-653EB31D5592}" dt="2025-03-05T12:21:01.104" v="4505" actId="729"/>
        <pc:sldMkLst>
          <pc:docMk/>
          <pc:sldMk cId="3383692764" sldId="496"/>
        </pc:sldMkLst>
        <pc:spChg chg="mod">
          <ac:chgData name="Hanna Kossowsky" userId="56e21b23dc263710" providerId="LiveId" clId="{93FE5A26-3064-4B3F-8E2A-653EB31D5592}" dt="2025-02-19T08:12:22.734" v="1952" actId="20577"/>
          <ac:spMkLst>
            <pc:docMk/>
            <pc:sldMk cId="3383692764" sldId="496"/>
            <ac:spMk id="2" creationId="{F53CC927-CE50-6DA0-EDE4-3197AC5C0C8E}"/>
          </ac:spMkLst>
        </pc:spChg>
        <pc:spChg chg="mod">
          <ac:chgData name="Hanna Kossowsky" userId="56e21b23dc263710" providerId="LiveId" clId="{93FE5A26-3064-4B3F-8E2A-653EB31D5592}" dt="2025-02-19T08:15:24.685" v="2359" actId="20577"/>
          <ac:spMkLst>
            <pc:docMk/>
            <pc:sldMk cId="3383692764" sldId="496"/>
            <ac:spMk id="3" creationId="{2E6F0754-8E90-6E46-DEE4-55EE58229ACC}"/>
          </ac:spMkLst>
        </pc:spChg>
      </pc:sldChg>
      <pc:sldChg chg="add del">
        <pc:chgData name="Hanna Kossowsky" userId="56e21b23dc263710" providerId="LiveId" clId="{93FE5A26-3064-4B3F-8E2A-653EB31D5592}" dt="2025-02-19T08:13:12.957" v="2008"/>
        <pc:sldMkLst>
          <pc:docMk/>
          <pc:sldMk cId="1548486394" sldId="497"/>
        </pc:sldMkLst>
      </pc:sldChg>
      <pc:sldChg chg="addSp delSp modSp add mod modShow">
        <pc:chgData name="Hanna Kossowsky" userId="56e21b23dc263710" providerId="LiveId" clId="{93FE5A26-3064-4B3F-8E2A-653EB31D5592}" dt="2025-03-05T12:21:01.104" v="4505" actId="729"/>
        <pc:sldMkLst>
          <pc:docMk/>
          <pc:sldMk cId="2970157588" sldId="497"/>
        </pc:sldMkLst>
        <pc:spChg chg="mod">
          <ac:chgData name="Hanna Kossowsky" userId="56e21b23dc263710" providerId="LiveId" clId="{93FE5A26-3064-4B3F-8E2A-653EB31D5592}" dt="2025-02-19T08:18:21.789" v="2380" actId="20577"/>
          <ac:spMkLst>
            <pc:docMk/>
            <pc:sldMk cId="2970157588" sldId="497"/>
            <ac:spMk id="2" creationId="{D8879BA7-512A-F0F7-7931-C4C1D0BE56FB}"/>
          </ac:spMkLst>
        </pc:spChg>
        <pc:picChg chg="add mod">
          <ac:chgData name="Hanna Kossowsky" userId="56e21b23dc263710" providerId="LiveId" clId="{93FE5A26-3064-4B3F-8E2A-653EB31D5592}" dt="2025-02-19T08:18:49.748" v="2384" actId="1076"/>
          <ac:picMkLst>
            <pc:docMk/>
            <pc:sldMk cId="2970157588" sldId="497"/>
            <ac:picMk id="7" creationId="{93F9E5CA-CC69-9F4F-4F67-BDDC79C2F23D}"/>
          </ac:picMkLst>
        </pc:picChg>
        <pc:picChg chg="add mod">
          <ac:chgData name="Hanna Kossowsky" userId="56e21b23dc263710" providerId="LiveId" clId="{93FE5A26-3064-4B3F-8E2A-653EB31D5592}" dt="2025-02-19T08:19:12.569" v="2386" actId="1076"/>
          <ac:picMkLst>
            <pc:docMk/>
            <pc:sldMk cId="2970157588" sldId="497"/>
            <ac:picMk id="9" creationId="{094397E9-EA92-D21E-EEC8-18AC7CB975D9}"/>
          </ac:picMkLst>
        </pc:picChg>
        <pc:picChg chg="add mod">
          <ac:chgData name="Hanna Kossowsky" userId="56e21b23dc263710" providerId="LiveId" clId="{93FE5A26-3064-4B3F-8E2A-653EB31D5592}" dt="2025-02-19T08:19:51.019" v="2388" actId="1076"/>
          <ac:picMkLst>
            <pc:docMk/>
            <pc:sldMk cId="2970157588" sldId="497"/>
            <ac:picMk id="11" creationId="{63A06329-0944-C019-4D63-3B2E88E9F7F8}"/>
          </ac:picMkLst>
        </pc:picChg>
      </pc:sldChg>
      <pc:sldChg chg="add del">
        <pc:chgData name="Hanna Kossowsky" userId="56e21b23dc263710" providerId="LiveId" clId="{93FE5A26-3064-4B3F-8E2A-653EB31D5592}" dt="2025-02-19T08:17:55.147" v="2361"/>
        <pc:sldMkLst>
          <pc:docMk/>
          <pc:sldMk cId="3658590114" sldId="497"/>
        </pc:sldMkLst>
      </pc:sldChg>
      <pc:sldChg chg="addSp delSp modSp add mod modShow">
        <pc:chgData name="Hanna Kossowsky" userId="56e21b23dc263710" providerId="LiveId" clId="{93FE5A26-3064-4B3F-8E2A-653EB31D5592}" dt="2025-03-05T12:21:01.104" v="4505" actId="729"/>
        <pc:sldMkLst>
          <pc:docMk/>
          <pc:sldMk cId="698931931" sldId="498"/>
        </pc:sldMkLst>
        <pc:spChg chg="mod">
          <ac:chgData name="Hanna Kossowsky" userId="56e21b23dc263710" providerId="LiveId" clId="{93FE5A26-3064-4B3F-8E2A-653EB31D5592}" dt="2025-02-19T08:20:41.268" v="2450" actId="20577"/>
          <ac:spMkLst>
            <pc:docMk/>
            <pc:sldMk cId="698931931" sldId="498"/>
            <ac:spMk id="2" creationId="{A6B01EA7-4684-9944-9CB2-E539CEEA9AD4}"/>
          </ac:spMkLst>
        </pc:spChg>
        <pc:picChg chg="add">
          <ac:chgData name="Hanna Kossowsky" userId="56e21b23dc263710" providerId="LiveId" clId="{93FE5A26-3064-4B3F-8E2A-653EB31D5592}" dt="2025-02-19T08:20:53.918" v="2451" actId="22"/>
          <ac:picMkLst>
            <pc:docMk/>
            <pc:sldMk cId="698931931" sldId="498"/>
            <ac:picMk id="4" creationId="{D785231D-7E4B-5C30-6183-CB12AD4FC2A7}"/>
          </ac:picMkLst>
        </pc:picChg>
      </pc:sldChg>
      <pc:sldChg chg="addSp delSp modSp add mod modShow">
        <pc:chgData name="Hanna Kossowsky" userId="56e21b23dc263710" providerId="LiveId" clId="{93FE5A26-3064-4B3F-8E2A-653EB31D5592}" dt="2025-03-05T12:21:01.104" v="4505" actId="729"/>
        <pc:sldMkLst>
          <pc:docMk/>
          <pc:sldMk cId="131263646" sldId="499"/>
        </pc:sldMkLst>
        <pc:spChg chg="mod">
          <ac:chgData name="Hanna Kossowsky" userId="56e21b23dc263710" providerId="LiveId" clId="{93FE5A26-3064-4B3F-8E2A-653EB31D5592}" dt="2025-02-19T08:21:26.272" v="2487" actId="20577"/>
          <ac:spMkLst>
            <pc:docMk/>
            <pc:sldMk cId="131263646" sldId="499"/>
            <ac:spMk id="2" creationId="{252DCC58-EB96-6C2C-563B-80B6FC440D93}"/>
          </ac:spMkLst>
        </pc:spChg>
        <pc:picChg chg="add mod">
          <ac:chgData name="Hanna Kossowsky" userId="56e21b23dc263710" providerId="LiveId" clId="{93FE5A26-3064-4B3F-8E2A-653EB31D5592}" dt="2025-02-19T08:21:42.864" v="2490" actId="1076"/>
          <ac:picMkLst>
            <pc:docMk/>
            <pc:sldMk cId="131263646" sldId="499"/>
            <ac:picMk id="5" creationId="{FAD9B87D-DE19-2D0C-30CD-D0BD5269168B}"/>
          </ac:picMkLst>
        </pc:picChg>
        <pc:picChg chg="add mod">
          <ac:chgData name="Hanna Kossowsky" userId="56e21b23dc263710" providerId="LiveId" clId="{93FE5A26-3064-4B3F-8E2A-653EB31D5592}" dt="2025-02-19T08:21:58.228" v="2492" actId="1076"/>
          <ac:picMkLst>
            <pc:docMk/>
            <pc:sldMk cId="131263646" sldId="499"/>
            <ac:picMk id="7" creationId="{BA44AC9F-DB1C-87F5-07AF-4795FE54C529}"/>
          </ac:picMkLst>
        </pc:picChg>
      </pc:sldChg>
      <pc:sldChg chg="addSp delSp modSp add mod modShow">
        <pc:chgData name="Hanna Kossowsky" userId="56e21b23dc263710" providerId="LiveId" clId="{93FE5A26-3064-4B3F-8E2A-653EB31D5592}" dt="2025-03-05T12:21:01.104" v="4505" actId="729"/>
        <pc:sldMkLst>
          <pc:docMk/>
          <pc:sldMk cId="4144549434" sldId="500"/>
        </pc:sldMkLst>
        <pc:spChg chg="mod">
          <ac:chgData name="Hanna Kossowsky" userId="56e21b23dc263710" providerId="LiveId" clId="{93FE5A26-3064-4B3F-8E2A-653EB31D5592}" dt="2025-02-19T08:22:57.248" v="2517" actId="20577"/>
          <ac:spMkLst>
            <pc:docMk/>
            <pc:sldMk cId="4144549434" sldId="500"/>
            <ac:spMk id="2" creationId="{6B48CB8C-2ABD-9B4E-C7FB-0DC7179CE536}"/>
          </ac:spMkLst>
        </pc:spChg>
        <pc:spChg chg="add mod">
          <ac:chgData name="Hanna Kossowsky" userId="56e21b23dc263710" providerId="LiveId" clId="{93FE5A26-3064-4B3F-8E2A-653EB31D5592}" dt="2025-02-19T08:28:52.915" v="2999" actId="13926"/>
          <ac:spMkLst>
            <pc:docMk/>
            <pc:sldMk cId="4144549434" sldId="500"/>
            <ac:spMk id="3" creationId="{208FC063-FD96-F492-8135-CBB915C9A0AA}"/>
          </ac:spMkLst>
        </pc:spChg>
      </pc:sldChg>
      <pc:sldChg chg="addSp delSp modSp add mod modShow">
        <pc:chgData name="Hanna Kossowsky" userId="56e21b23dc263710" providerId="LiveId" clId="{93FE5A26-3064-4B3F-8E2A-653EB31D5592}" dt="2025-03-05T12:21:01.104" v="4505" actId="729"/>
        <pc:sldMkLst>
          <pc:docMk/>
          <pc:sldMk cId="3990973233" sldId="501"/>
        </pc:sldMkLst>
        <pc:spChg chg="mod">
          <ac:chgData name="Hanna Kossowsky" userId="56e21b23dc263710" providerId="LiveId" clId="{93FE5A26-3064-4B3F-8E2A-653EB31D5592}" dt="2025-02-19T08:31:35.589" v="3174" actId="113"/>
          <ac:spMkLst>
            <pc:docMk/>
            <pc:sldMk cId="3990973233" sldId="501"/>
            <ac:spMk id="3" creationId="{90A6C3EA-3B9F-0A62-18E5-770AC5C49B47}"/>
          </ac:spMkLst>
        </pc:spChg>
        <pc:picChg chg="add mod">
          <ac:chgData name="Hanna Kossowsky" userId="56e21b23dc263710" providerId="LiveId" clId="{93FE5A26-3064-4B3F-8E2A-653EB31D5592}" dt="2025-02-19T08:31:48.398" v="3176" actId="1076"/>
          <ac:picMkLst>
            <pc:docMk/>
            <pc:sldMk cId="3990973233" sldId="501"/>
            <ac:picMk id="5" creationId="{BEDA461B-1C10-5CD5-C7AA-E0BBFEA00DD8}"/>
          </ac:picMkLst>
        </pc:picChg>
      </pc:sldChg>
      <pc:sldChg chg="addSp delSp modSp add mod delAnim modAnim modShow">
        <pc:chgData name="Hanna Kossowsky" userId="56e21b23dc263710" providerId="LiveId" clId="{93FE5A26-3064-4B3F-8E2A-653EB31D5592}" dt="2025-03-06T11:43:11.362" v="10727"/>
        <pc:sldMkLst>
          <pc:docMk/>
          <pc:sldMk cId="2020688423" sldId="502"/>
        </pc:sldMkLst>
        <pc:spChg chg="mod">
          <ac:chgData name="Hanna Kossowsky" userId="56e21b23dc263710" providerId="LiveId" clId="{93FE5A26-3064-4B3F-8E2A-653EB31D5592}" dt="2025-02-19T08:42:34.979" v="3890" actId="313"/>
          <ac:spMkLst>
            <pc:docMk/>
            <pc:sldMk cId="2020688423" sldId="502"/>
            <ac:spMk id="2" creationId="{3F436977-0E1D-CF1D-3455-59A48E07A3A5}"/>
          </ac:spMkLst>
        </pc:spChg>
        <pc:spChg chg="mod">
          <ac:chgData name="Hanna Kossowsky" userId="56e21b23dc263710" providerId="LiveId" clId="{93FE5A26-3064-4B3F-8E2A-653EB31D5592}" dt="2025-02-19T08:36:08.668" v="3265" actId="20577"/>
          <ac:spMkLst>
            <pc:docMk/>
            <pc:sldMk cId="2020688423" sldId="502"/>
            <ac:spMk id="3" creationId="{1FBCE138-2F89-6BCB-8355-546345C4840E}"/>
          </ac:spMkLst>
        </pc:spChg>
        <pc:spChg chg="add">
          <ac:chgData name="Hanna Kossowsky" userId="56e21b23dc263710" providerId="LiveId" clId="{93FE5A26-3064-4B3F-8E2A-653EB31D5592}" dt="2025-03-06T11:43:11.362" v="10727"/>
          <ac:spMkLst>
            <pc:docMk/>
            <pc:sldMk cId="2020688423" sldId="502"/>
            <ac:spMk id="7" creationId="{445CECC5-272E-B156-A8DB-810C9B73A35E}"/>
          </ac:spMkLst>
        </pc:spChg>
        <pc:spChg chg="add">
          <ac:chgData name="Hanna Kossowsky" userId="56e21b23dc263710" providerId="LiveId" clId="{93FE5A26-3064-4B3F-8E2A-653EB31D5592}" dt="2025-03-06T11:43:11.362" v="10727"/>
          <ac:spMkLst>
            <pc:docMk/>
            <pc:sldMk cId="2020688423" sldId="502"/>
            <ac:spMk id="8" creationId="{EC377E36-13C5-86EF-EF5A-7F9661D53B6C}"/>
          </ac:spMkLst>
        </pc:spChg>
        <pc:picChg chg="add mod">
          <ac:chgData name="Hanna Kossowsky" userId="56e21b23dc263710" providerId="LiveId" clId="{93FE5A26-3064-4B3F-8E2A-653EB31D5592}" dt="2025-02-19T08:36:47.386" v="3268" actId="14100"/>
          <ac:picMkLst>
            <pc:docMk/>
            <pc:sldMk cId="2020688423" sldId="502"/>
            <ac:picMk id="10" creationId="{867B9BD2-E380-BA2E-1452-2749443D8E14}"/>
          </ac:picMkLst>
        </pc:picChg>
      </pc:sldChg>
      <pc:sldChg chg="addSp delSp modSp add mod delAnim modShow">
        <pc:chgData name="Hanna Kossowsky" userId="56e21b23dc263710" providerId="LiveId" clId="{93FE5A26-3064-4B3F-8E2A-653EB31D5592}" dt="2025-03-05T12:21:01.104" v="4505" actId="729"/>
        <pc:sldMkLst>
          <pc:docMk/>
          <pc:sldMk cId="2896844199" sldId="503"/>
        </pc:sldMkLst>
        <pc:spChg chg="mod">
          <ac:chgData name="Hanna Kossowsky" userId="56e21b23dc263710" providerId="LiveId" clId="{93FE5A26-3064-4B3F-8E2A-653EB31D5592}" dt="2025-02-19T08:42:32.748" v="3889" actId="313"/>
          <ac:spMkLst>
            <pc:docMk/>
            <pc:sldMk cId="2896844199" sldId="503"/>
            <ac:spMk id="2" creationId="{D8085853-82FA-3E79-CCC1-00198393C662}"/>
          </ac:spMkLst>
        </pc:spChg>
        <pc:spChg chg="mod">
          <ac:chgData name="Hanna Kossowsky" userId="56e21b23dc263710" providerId="LiveId" clId="{93FE5A26-3064-4B3F-8E2A-653EB31D5592}" dt="2025-02-19T08:41:11.527" v="3885" actId="1076"/>
          <ac:spMkLst>
            <pc:docMk/>
            <pc:sldMk cId="2896844199" sldId="503"/>
            <ac:spMk id="3" creationId="{271F124A-7723-4687-AB8C-5195BF88DFAC}"/>
          </ac:spMkLst>
        </pc:spChg>
        <pc:picChg chg="add mod">
          <ac:chgData name="Hanna Kossowsky" userId="56e21b23dc263710" providerId="LiveId" clId="{93FE5A26-3064-4B3F-8E2A-653EB31D5592}" dt="2025-02-19T08:40:48.747" v="3883" actId="1076"/>
          <ac:picMkLst>
            <pc:docMk/>
            <pc:sldMk cId="2896844199" sldId="503"/>
            <ac:picMk id="5" creationId="{73B158DE-9DB5-3C10-1124-C549A9E28432}"/>
          </ac:picMkLst>
        </pc:picChg>
        <pc:picChg chg="add mod">
          <ac:chgData name="Hanna Kossowsky" userId="56e21b23dc263710" providerId="LiveId" clId="{93FE5A26-3064-4B3F-8E2A-653EB31D5592}" dt="2025-02-19T08:41:15.818" v="3888" actId="1076"/>
          <ac:picMkLst>
            <pc:docMk/>
            <pc:sldMk cId="2896844199" sldId="503"/>
            <ac:picMk id="6" creationId="{35B41BA8-4C8F-BF8E-D091-044A8ED5C8E1}"/>
          </ac:picMkLst>
        </pc:picChg>
        <pc:picChg chg="mod">
          <ac:chgData name="Hanna Kossowsky" userId="56e21b23dc263710" providerId="LiveId" clId="{93FE5A26-3064-4B3F-8E2A-653EB31D5592}" dt="2025-02-19T08:37:27.902" v="3382" actId="1076"/>
          <ac:picMkLst>
            <pc:docMk/>
            <pc:sldMk cId="2896844199" sldId="503"/>
            <ac:picMk id="10" creationId="{6AC4DA08-FEB5-89F7-D220-B3367F8751FB}"/>
          </ac:picMkLst>
        </pc:picChg>
      </pc:sldChg>
      <pc:sldChg chg="delSp modSp add mod modShow">
        <pc:chgData name="Hanna Kossowsky" userId="56e21b23dc263710" providerId="LiveId" clId="{93FE5A26-3064-4B3F-8E2A-653EB31D5592}" dt="2025-03-05T12:21:01.104" v="4505" actId="729"/>
        <pc:sldMkLst>
          <pc:docMk/>
          <pc:sldMk cId="495728249" sldId="504"/>
        </pc:sldMkLst>
        <pc:spChg chg="mod">
          <ac:chgData name="Hanna Kossowsky" userId="56e21b23dc263710" providerId="LiveId" clId="{93FE5A26-3064-4B3F-8E2A-653EB31D5592}" dt="2025-02-19T08:42:59.872" v="3926" actId="20577"/>
          <ac:spMkLst>
            <pc:docMk/>
            <pc:sldMk cId="495728249" sldId="504"/>
            <ac:spMk id="2" creationId="{991EB765-80C0-BCD5-3DD5-442388BE95D7}"/>
          </ac:spMkLst>
        </pc:spChg>
        <pc:spChg chg="mod">
          <ac:chgData name="Hanna Kossowsky" userId="56e21b23dc263710" providerId="LiveId" clId="{93FE5A26-3064-4B3F-8E2A-653EB31D5592}" dt="2025-02-19T08:45:19.290" v="4489" actId="20577"/>
          <ac:spMkLst>
            <pc:docMk/>
            <pc:sldMk cId="495728249" sldId="504"/>
            <ac:spMk id="3" creationId="{5146E244-34A3-5013-6DCD-32461C7B2010}"/>
          </ac:spMkLst>
        </pc:spChg>
      </pc:sldChg>
      <pc:sldChg chg="addSp delSp modSp add del mod modNotesTx">
        <pc:chgData name="Hanna Kossowsky" userId="56e21b23dc263710" providerId="LiveId" clId="{93FE5A26-3064-4B3F-8E2A-653EB31D5592}" dt="2025-03-05T12:26:26.286" v="4575" actId="47"/>
        <pc:sldMkLst>
          <pc:docMk/>
          <pc:sldMk cId="2301118657" sldId="505"/>
        </pc:sldMkLst>
      </pc:sldChg>
      <pc:sldChg chg="modSp add mod ord modNotesTx">
        <pc:chgData name="Hanna Kossowsky" userId="56e21b23dc263710" providerId="LiveId" clId="{93FE5A26-3064-4B3F-8E2A-653EB31D5592}" dt="2025-03-05T12:29:56.623" v="4692"/>
        <pc:sldMkLst>
          <pc:docMk/>
          <pc:sldMk cId="1054575827" sldId="506"/>
        </pc:sldMkLst>
        <pc:spChg chg="mod">
          <ac:chgData name="Hanna Kossowsky" userId="56e21b23dc263710" providerId="LiveId" clId="{93FE5A26-3064-4B3F-8E2A-653EB31D5592}" dt="2025-03-05T12:29:23.295" v="4686" actId="20577"/>
          <ac:spMkLst>
            <pc:docMk/>
            <pc:sldMk cId="1054575827" sldId="506"/>
            <ac:spMk id="3" creationId="{073F87EC-8146-927A-E255-FF36FF3B2246}"/>
          </ac:spMkLst>
        </pc:spChg>
        <pc:picChg chg="mod">
          <ac:chgData name="Hanna Kossowsky" userId="56e21b23dc263710" providerId="LiveId" clId="{93FE5A26-3064-4B3F-8E2A-653EB31D5592}" dt="2025-03-05T12:29:12.203" v="4685" actId="1076"/>
          <ac:picMkLst>
            <pc:docMk/>
            <pc:sldMk cId="1054575827" sldId="506"/>
            <ac:picMk id="21" creationId="{CD2F50CD-3C6D-3D8C-31B7-BBF2CB1462EF}"/>
          </ac:picMkLst>
        </pc:picChg>
      </pc:sldChg>
      <pc:sldChg chg="add mod modShow">
        <pc:chgData name="Hanna Kossowsky" userId="56e21b23dc263710" providerId="LiveId" clId="{93FE5A26-3064-4B3F-8E2A-653EB31D5592}" dt="2025-03-05T12:29:04.763" v="4683" actId="729"/>
        <pc:sldMkLst>
          <pc:docMk/>
          <pc:sldMk cId="4190892384" sldId="507"/>
        </pc:sldMkLst>
      </pc:sldChg>
      <pc:sldChg chg="addSp delSp modSp add mod modNotesTx">
        <pc:chgData name="Hanna Kossowsky" userId="56e21b23dc263710" providerId="LiveId" clId="{93FE5A26-3064-4B3F-8E2A-653EB31D5592}" dt="2025-03-05T12:38:44.895" v="5006"/>
        <pc:sldMkLst>
          <pc:docMk/>
          <pc:sldMk cId="3855974872" sldId="508"/>
        </pc:sldMkLst>
        <pc:spChg chg="mod">
          <ac:chgData name="Hanna Kossowsky" userId="56e21b23dc263710" providerId="LiveId" clId="{93FE5A26-3064-4B3F-8E2A-653EB31D5592}" dt="2025-03-05T12:30:34.583" v="4812" actId="20577"/>
          <ac:spMkLst>
            <pc:docMk/>
            <pc:sldMk cId="3855974872" sldId="508"/>
            <ac:spMk id="2" creationId="{50637977-C985-4680-1207-6AD0CEA85C88}"/>
          </ac:spMkLst>
        </pc:spChg>
        <pc:spChg chg="mod">
          <ac:chgData name="Hanna Kossowsky" userId="56e21b23dc263710" providerId="LiveId" clId="{93FE5A26-3064-4B3F-8E2A-653EB31D5592}" dt="2025-03-05T12:38:13.887" v="4975" actId="20577"/>
          <ac:spMkLst>
            <pc:docMk/>
            <pc:sldMk cId="3855974872" sldId="508"/>
            <ac:spMk id="3" creationId="{61E11BAF-2110-53CF-C502-81DCE8C0099B}"/>
          </ac:spMkLst>
        </pc:spChg>
        <pc:picChg chg="add del mod">
          <ac:chgData name="Hanna Kossowsky" userId="56e21b23dc263710" providerId="LiveId" clId="{93FE5A26-3064-4B3F-8E2A-653EB31D5592}" dt="2025-03-05T12:30:44.123" v="4816" actId="1076"/>
          <ac:picMkLst>
            <pc:docMk/>
            <pc:sldMk cId="3855974872" sldId="508"/>
            <ac:picMk id="21" creationId="{36986627-DA98-B47E-EE40-B010B8CF4F78}"/>
          </ac:picMkLst>
        </pc:picChg>
      </pc:sldChg>
      <pc:sldChg chg="addSp delSp modSp add mod modNotesTx">
        <pc:chgData name="Hanna Kossowsky" userId="56e21b23dc263710" providerId="LiveId" clId="{93FE5A26-3064-4B3F-8E2A-653EB31D5592}" dt="2025-03-06T08:12:03.408" v="5766" actId="478"/>
        <pc:sldMkLst>
          <pc:docMk/>
          <pc:sldMk cId="2867229305" sldId="509"/>
        </pc:sldMkLst>
        <pc:spChg chg="mod">
          <ac:chgData name="Hanna Kossowsky" userId="56e21b23dc263710" providerId="LiveId" clId="{93FE5A26-3064-4B3F-8E2A-653EB31D5592}" dt="2025-03-05T13:05:41.909" v="5054" actId="20577"/>
          <ac:spMkLst>
            <pc:docMk/>
            <pc:sldMk cId="2867229305" sldId="509"/>
            <ac:spMk id="2" creationId="{A2DE27C2-6BD2-1012-6373-F8DFB145B707}"/>
          </ac:spMkLst>
        </pc:spChg>
        <pc:spChg chg="mod">
          <ac:chgData name="Hanna Kossowsky" userId="56e21b23dc263710" providerId="LiveId" clId="{93FE5A26-3064-4B3F-8E2A-653EB31D5592}" dt="2025-03-06T08:10:46.028" v="5751" actId="962"/>
          <ac:spMkLst>
            <pc:docMk/>
            <pc:sldMk cId="2867229305" sldId="509"/>
            <ac:spMk id="3" creationId="{2896C0C8-A562-7350-63AD-2EF76CED191C}"/>
          </ac:spMkLst>
        </pc:spChg>
        <pc:picChg chg="add mod ord">
          <ac:chgData name="Hanna Kossowsky" userId="56e21b23dc263710" providerId="LiveId" clId="{93FE5A26-3064-4B3F-8E2A-653EB31D5592}" dt="2025-03-06T08:10:52.412" v="5756" actId="167"/>
          <ac:picMkLst>
            <pc:docMk/>
            <pc:sldMk cId="2867229305" sldId="509"/>
            <ac:picMk id="13" creationId="{01059F7B-351E-EC05-0C13-3E4026572913}"/>
          </ac:picMkLst>
        </pc:picChg>
        <pc:picChg chg="add mod ord">
          <ac:chgData name="Hanna Kossowsky" userId="56e21b23dc263710" providerId="LiveId" clId="{93FE5A26-3064-4B3F-8E2A-653EB31D5592}" dt="2025-03-06T08:12:02.409" v="5765" actId="167"/>
          <ac:picMkLst>
            <pc:docMk/>
            <pc:sldMk cId="2867229305" sldId="509"/>
            <ac:picMk id="17" creationId="{B9C623DA-B5F4-2172-CA46-FD91F0002A5A}"/>
          </ac:picMkLst>
        </pc:picChg>
      </pc:sldChg>
      <pc:sldChg chg="delSp modSp add mod modAnim">
        <pc:chgData name="Hanna Kossowsky" userId="56e21b23dc263710" providerId="LiveId" clId="{93FE5A26-3064-4B3F-8E2A-653EB31D5592}" dt="2025-03-06T11:51:45.498" v="10987"/>
        <pc:sldMkLst>
          <pc:docMk/>
          <pc:sldMk cId="828241172" sldId="510"/>
        </pc:sldMkLst>
        <pc:spChg chg="mod">
          <ac:chgData name="Hanna Kossowsky" userId="56e21b23dc263710" providerId="LiveId" clId="{93FE5A26-3064-4B3F-8E2A-653EB31D5592}" dt="2025-03-05T13:05:54.252" v="5080" actId="20577"/>
          <ac:spMkLst>
            <pc:docMk/>
            <pc:sldMk cId="828241172" sldId="510"/>
            <ac:spMk id="2" creationId="{C1966069-AD02-041E-C8B0-58F8737EE371}"/>
          </ac:spMkLst>
        </pc:spChg>
        <pc:spChg chg="mod">
          <ac:chgData name="Hanna Kossowsky" userId="56e21b23dc263710" providerId="LiveId" clId="{93FE5A26-3064-4B3F-8E2A-653EB31D5592}" dt="2025-03-05T13:08:44.166" v="5471" actId="20577"/>
          <ac:spMkLst>
            <pc:docMk/>
            <pc:sldMk cId="828241172" sldId="510"/>
            <ac:spMk id="3" creationId="{AB3B6208-ACA5-81D9-3CD0-607B49CB9AA2}"/>
          </ac:spMkLst>
        </pc:spChg>
      </pc:sldChg>
      <pc:sldChg chg="modSp add mod">
        <pc:chgData name="Hanna Kossowsky" userId="56e21b23dc263710" providerId="LiveId" clId="{93FE5A26-3064-4B3F-8E2A-653EB31D5592}" dt="2025-03-05T13:13:12.926" v="5736" actId="403"/>
        <pc:sldMkLst>
          <pc:docMk/>
          <pc:sldMk cId="51624475" sldId="511"/>
        </pc:sldMkLst>
        <pc:spChg chg="mod">
          <ac:chgData name="Hanna Kossowsky" userId="56e21b23dc263710" providerId="LiveId" clId="{93FE5A26-3064-4B3F-8E2A-653EB31D5592}" dt="2025-03-05T13:09:04.759" v="5490" actId="20577"/>
          <ac:spMkLst>
            <pc:docMk/>
            <pc:sldMk cId="51624475" sldId="511"/>
            <ac:spMk id="2" creationId="{7D70C0F2-0CCB-A15C-E5CE-79DF2623922C}"/>
          </ac:spMkLst>
        </pc:spChg>
        <pc:spChg chg="mod">
          <ac:chgData name="Hanna Kossowsky" userId="56e21b23dc263710" providerId="LiveId" clId="{93FE5A26-3064-4B3F-8E2A-653EB31D5592}" dt="2025-03-05T13:13:12.926" v="5736" actId="403"/>
          <ac:spMkLst>
            <pc:docMk/>
            <pc:sldMk cId="51624475" sldId="511"/>
            <ac:spMk id="3" creationId="{460F14FD-8308-A0DF-27E4-25F470ABBEE5}"/>
          </ac:spMkLst>
        </pc:spChg>
      </pc:sldChg>
      <pc:sldChg chg="addSp delSp modSp add mod modAnim modNotesTx">
        <pc:chgData name="Hanna Kossowsky" userId="56e21b23dc263710" providerId="LiveId" clId="{93FE5A26-3064-4B3F-8E2A-653EB31D5592}" dt="2025-03-06T08:35:04.210" v="6152" actId="20577"/>
        <pc:sldMkLst>
          <pc:docMk/>
          <pc:sldMk cId="2386161512" sldId="512"/>
        </pc:sldMkLst>
        <pc:spChg chg="mod">
          <ac:chgData name="Hanna Kossowsky" userId="56e21b23dc263710" providerId="LiveId" clId="{93FE5A26-3064-4B3F-8E2A-653EB31D5592}" dt="2025-03-06T08:13:13.900" v="5789" actId="20577"/>
          <ac:spMkLst>
            <pc:docMk/>
            <pc:sldMk cId="2386161512" sldId="512"/>
            <ac:spMk id="2" creationId="{A3F3753C-3566-41C9-33F1-8AEE620E0A0C}"/>
          </ac:spMkLst>
        </pc:spChg>
        <pc:spChg chg="add mod">
          <ac:chgData name="Hanna Kossowsky" userId="56e21b23dc263710" providerId="LiveId" clId="{93FE5A26-3064-4B3F-8E2A-653EB31D5592}" dt="2025-03-06T08:23:24.895" v="6145" actId="1076"/>
          <ac:spMkLst>
            <pc:docMk/>
            <pc:sldMk cId="2386161512" sldId="512"/>
            <ac:spMk id="8" creationId="{F6436967-3ED0-2438-2CFD-E437E2C1B6D6}"/>
          </ac:spMkLst>
        </pc:spChg>
        <pc:picChg chg="add mod">
          <ac:chgData name="Hanna Kossowsky" userId="56e21b23dc263710" providerId="LiveId" clId="{93FE5A26-3064-4B3F-8E2A-653EB31D5592}" dt="2025-03-06T08:21:45.397" v="5798" actId="1076"/>
          <ac:picMkLst>
            <pc:docMk/>
            <pc:sldMk cId="2386161512" sldId="512"/>
            <ac:picMk id="5" creationId="{2931D227-9E64-7B05-22A4-F73DE529F47B}"/>
          </ac:picMkLst>
        </pc:picChg>
        <pc:picChg chg="add mod">
          <ac:chgData name="Hanna Kossowsky" userId="56e21b23dc263710" providerId="LiveId" clId="{93FE5A26-3064-4B3F-8E2A-653EB31D5592}" dt="2025-03-06T08:21:45.397" v="5798" actId="1076"/>
          <ac:picMkLst>
            <pc:docMk/>
            <pc:sldMk cId="2386161512" sldId="512"/>
            <ac:picMk id="7" creationId="{172B3E3A-4485-61D9-D9A3-BF32061E87C9}"/>
          </ac:picMkLst>
        </pc:picChg>
      </pc:sldChg>
      <pc:sldChg chg="addSp delSp modSp add mod delAnim modNotesTx">
        <pc:chgData name="Hanna Kossowsky" userId="56e21b23dc263710" providerId="LiveId" clId="{93FE5A26-3064-4B3F-8E2A-653EB31D5592}" dt="2025-03-06T08:35:48.575" v="6173" actId="6549"/>
        <pc:sldMkLst>
          <pc:docMk/>
          <pc:sldMk cId="2235912606" sldId="513"/>
        </pc:sldMkLst>
        <pc:spChg chg="mod">
          <ac:chgData name="Hanna Kossowsky" userId="56e21b23dc263710" providerId="LiveId" clId="{93FE5A26-3064-4B3F-8E2A-653EB31D5592}" dt="2025-03-06T08:35:11.425" v="6161" actId="20577"/>
          <ac:spMkLst>
            <pc:docMk/>
            <pc:sldMk cId="2235912606" sldId="513"/>
            <ac:spMk id="2" creationId="{BA7F9031-A794-A9BE-70E8-62E53BEBDFC8}"/>
          </ac:spMkLst>
        </pc:spChg>
        <pc:picChg chg="add mod ord">
          <ac:chgData name="Hanna Kossowsky" userId="56e21b23dc263710" providerId="LiveId" clId="{93FE5A26-3064-4B3F-8E2A-653EB31D5592}" dt="2025-03-06T08:35:41.275" v="6171" actId="167"/>
          <ac:picMkLst>
            <pc:docMk/>
            <pc:sldMk cId="2235912606" sldId="513"/>
            <ac:picMk id="6" creationId="{E577D2D2-21A7-8122-F243-F2A66094C5F7}"/>
          </ac:picMkLst>
        </pc:picChg>
        <pc:picChg chg="add mod ord">
          <ac:chgData name="Hanna Kossowsky" userId="56e21b23dc263710" providerId="LiveId" clId="{93FE5A26-3064-4B3F-8E2A-653EB31D5592}" dt="2025-03-06T08:35:34.785" v="6167" actId="167"/>
          <ac:picMkLst>
            <pc:docMk/>
            <pc:sldMk cId="2235912606" sldId="513"/>
            <ac:picMk id="10" creationId="{33A9F56C-894E-0530-97AA-C43879AADA2E}"/>
          </ac:picMkLst>
        </pc:picChg>
      </pc:sldChg>
      <pc:sldChg chg="addSp delSp modSp add mod modNotesTx">
        <pc:chgData name="Hanna Kossowsky" userId="56e21b23dc263710" providerId="LiveId" clId="{93FE5A26-3064-4B3F-8E2A-653EB31D5592}" dt="2025-03-06T08:42:46.405" v="6204" actId="732"/>
        <pc:sldMkLst>
          <pc:docMk/>
          <pc:sldMk cId="3237501719" sldId="514"/>
        </pc:sldMkLst>
        <pc:spChg chg="mod">
          <ac:chgData name="Hanna Kossowsky" userId="56e21b23dc263710" providerId="LiveId" clId="{93FE5A26-3064-4B3F-8E2A-653EB31D5592}" dt="2025-03-06T08:38:05.843" v="6200" actId="20577"/>
          <ac:spMkLst>
            <pc:docMk/>
            <pc:sldMk cId="3237501719" sldId="514"/>
            <ac:spMk id="2" creationId="{5728D441-5102-E967-BE2C-0BC06D921B9F}"/>
          </ac:spMkLst>
        </pc:spChg>
        <pc:picChg chg="add mod modCrop">
          <ac:chgData name="Hanna Kossowsky" userId="56e21b23dc263710" providerId="LiveId" clId="{93FE5A26-3064-4B3F-8E2A-653EB31D5592}" dt="2025-03-06T08:42:46.405" v="6204" actId="732"/>
          <ac:picMkLst>
            <pc:docMk/>
            <pc:sldMk cId="3237501719" sldId="514"/>
            <ac:picMk id="8" creationId="{9C5DF579-FBEC-4A78-9DCB-CCABC53B4724}"/>
          </ac:picMkLst>
        </pc:picChg>
      </pc:sldChg>
      <pc:sldChg chg="addSp delSp modSp add mod modAnim modNotesTx">
        <pc:chgData name="Hanna Kossowsky" userId="56e21b23dc263710" providerId="LiveId" clId="{93FE5A26-3064-4B3F-8E2A-653EB31D5592}" dt="2025-03-06T08:56:52.497" v="6770"/>
        <pc:sldMkLst>
          <pc:docMk/>
          <pc:sldMk cId="1632131466" sldId="515"/>
        </pc:sldMkLst>
        <pc:spChg chg="add mod topLvl">
          <ac:chgData name="Hanna Kossowsky" userId="56e21b23dc263710" providerId="LiveId" clId="{93FE5A26-3064-4B3F-8E2A-653EB31D5592}" dt="2025-03-06T08:50:52.765" v="6460" actId="207"/>
          <ac:spMkLst>
            <pc:docMk/>
            <pc:sldMk cId="1632131466" sldId="515"/>
            <ac:spMk id="6" creationId="{C78C0265-A27C-8FCB-07B8-6DA352AC557E}"/>
          </ac:spMkLst>
        </pc:spChg>
        <pc:spChg chg="add mod topLvl">
          <ac:chgData name="Hanna Kossowsky" userId="56e21b23dc263710" providerId="LiveId" clId="{93FE5A26-3064-4B3F-8E2A-653EB31D5592}" dt="2025-03-06T08:50:52.765" v="6460" actId="207"/>
          <ac:spMkLst>
            <pc:docMk/>
            <pc:sldMk cId="1632131466" sldId="515"/>
            <ac:spMk id="7" creationId="{A7409540-4617-969C-4C18-7045E6ADB46F}"/>
          </ac:spMkLst>
        </pc:spChg>
        <pc:spChg chg="add mod topLvl">
          <ac:chgData name="Hanna Kossowsky" userId="56e21b23dc263710" providerId="LiveId" clId="{93FE5A26-3064-4B3F-8E2A-653EB31D5592}" dt="2025-03-06T08:50:52.765" v="6460" actId="207"/>
          <ac:spMkLst>
            <pc:docMk/>
            <pc:sldMk cId="1632131466" sldId="515"/>
            <ac:spMk id="8" creationId="{27DE478A-17CA-BD3B-B9D1-031C3B5BEC0D}"/>
          </ac:spMkLst>
        </pc:spChg>
        <pc:spChg chg="add mod">
          <ac:chgData name="Hanna Kossowsky" userId="56e21b23dc263710" providerId="LiveId" clId="{93FE5A26-3064-4B3F-8E2A-653EB31D5592}" dt="2025-03-06T08:55:33.025" v="6585" actId="164"/>
          <ac:spMkLst>
            <pc:docMk/>
            <pc:sldMk cId="1632131466" sldId="515"/>
            <ac:spMk id="10" creationId="{9E2A5E54-FD84-89C8-E0F3-098FDADCD4B7}"/>
          </ac:spMkLst>
        </pc:spChg>
        <pc:spChg chg="add mod">
          <ac:chgData name="Hanna Kossowsky" userId="56e21b23dc263710" providerId="LiveId" clId="{93FE5A26-3064-4B3F-8E2A-653EB31D5592}" dt="2025-03-06T08:55:45.092" v="6588" actId="113"/>
          <ac:spMkLst>
            <pc:docMk/>
            <pc:sldMk cId="1632131466" sldId="515"/>
            <ac:spMk id="11" creationId="{3EAA75A9-F2F8-6F7F-C5CE-A5F447808B4B}"/>
          </ac:spMkLst>
        </pc:spChg>
        <pc:spChg chg="add mod">
          <ac:chgData name="Hanna Kossowsky" userId="56e21b23dc263710" providerId="LiveId" clId="{93FE5A26-3064-4B3F-8E2A-653EB31D5592}" dt="2025-03-06T08:54:38.937" v="6577" actId="1076"/>
          <ac:spMkLst>
            <pc:docMk/>
            <pc:sldMk cId="1632131466" sldId="515"/>
            <ac:spMk id="12" creationId="{EFE3C756-6BC7-8C5D-9BA1-C7382091A30D}"/>
          </ac:spMkLst>
        </pc:spChg>
        <pc:spChg chg="add mod">
          <ac:chgData name="Hanna Kossowsky" userId="56e21b23dc263710" providerId="LiveId" clId="{93FE5A26-3064-4B3F-8E2A-653EB31D5592}" dt="2025-03-06T08:51:50.943" v="6507" actId="20577"/>
          <ac:spMkLst>
            <pc:docMk/>
            <pc:sldMk cId="1632131466" sldId="515"/>
            <ac:spMk id="13" creationId="{D3730DD3-EAA8-580B-1C85-31F26B38980F}"/>
          </ac:spMkLst>
        </pc:spChg>
        <pc:spChg chg="add mod">
          <ac:chgData name="Hanna Kossowsky" userId="56e21b23dc263710" providerId="LiveId" clId="{93FE5A26-3064-4B3F-8E2A-653EB31D5592}" dt="2025-03-06T08:53:41.500" v="6573" actId="790"/>
          <ac:spMkLst>
            <pc:docMk/>
            <pc:sldMk cId="1632131466" sldId="515"/>
            <ac:spMk id="14" creationId="{4A9E73FA-8001-CE00-A853-EDDB54FB5181}"/>
          </ac:spMkLst>
        </pc:spChg>
        <pc:spChg chg="add mod">
          <ac:chgData name="Hanna Kossowsky" userId="56e21b23dc263710" providerId="LiveId" clId="{93FE5A26-3064-4B3F-8E2A-653EB31D5592}" dt="2025-03-06T08:52:45.140" v="6544" actId="1076"/>
          <ac:spMkLst>
            <pc:docMk/>
            <pc:sldMk cId="1632131466" sldId="515"/>
            <ac:spMk id="15" creationId="{FE1BA521-975E-5B9A-737C-78CEEAD5E7C0}"/>
          </ac:spMkLst>
        </pc:spChg>
        <pc:spChg chg="add mod">
          <ac:chgData name="Hanna Kossowsky" userId="56e21b23dc263710" providerId="LiveId" clId="{93FE5A26-3064-4B3F-8E2A-653EB31D5592}" dt="2025-03-06T08:54:10.326" v="6576" actId="1076"/>
          <ac:spMkLst>
            <pc:docMk/>
            <pc:sldMk cId="1632131466" sldId="515"/>
            <ac:spMk id="16" creationId="{91D34B21-AC42-1342-C8AD-5821CC96294B}"/>
          </ac:spMkLst>
        </pc:spChg>
        <pc:cxnChg chg="add mod">
          <ac:chgData name="Hanna Kossowsky" userId="56e21b23dc263710" providerId="LiveId" clId="{93FE5A26-3064-4B3F-8E2A-653EB31D5592}" dt="2025-03-06T08:55:33.025" v="6585" actId="164"/>
          <ac:cxnSpMkLst>
            <pc:docMk/>
            <pc:sldMk cId="1632131466" sldId="515"/>
            <ac:cxnSpMk id="18" creationId="{CC43240F-96C1-6F81-6282-52C32ED6A2CE}"/>
          </ac:cxnSpMkLst>
        </pc:cxnChg>
        <pc:cxnChg chg="add mod">
          <ac:chgData name="Hanna Kossowsky" userId="56e21b23dc263710" providerId="LiveId" clId="{93FE5A26-3064-4B3F-8E2A-653EB31D5592}" dt="2025-03-06T08:55:16.837" v="6582" actId="208"/>
          <ac:cxnSpMkLst>
            <pc:docMk/>
            <pc:sldMk cId="1632131466" sldId="515"/>
            <ac:cxnSpMk id="20" creationId="{7E5407CA-039F-B260-A703-D641C0301C78}"/>
          </ac:cxnSpMkLst>
        </pc:cxnChg>
        <pc:cxnChg chg="add mod">
          <ac:chgData name="Hanna Kossowsky" userId="56e21b23dc263710" providerId="LiveId" clId="{93FE5A26-3064-4B3F-8E2A-653EB31D5592}" dt="2025-03-06T08:55:16.837" v="6582" actId="208"/>
          <ac:cxnSpMkLst>
            <pc:docMk/>
            <pc:sldMk cId="1632131466" sldId="515"/>
            <ac:cxnSpMk id="22" creationId="{030B35F5-7A5F-FFE0-6AEB-C4E87EA26E5C}"/>
          </ac:cxnSpMkLst>
        </pc:cxnChg>
        <pc:cxnChg chg="add mod">
          <ac:chgData name="Hanna Kossowsky" userId="56e21b23dc263710" providerId="LiveId" clId="{93FE5A26-3064-4B3F-8E2A-653EB31D5592}" dt="2025-03-06T08:55:27.627" v="6583" actId="208"/>
          <ac:cxnSpMkLst>
            <pc:docMk/>
            <pc:sldMk cId="1632131466" sldId="515"/>
            <ac:cxnSpMk id="24" creationId="{2763C64F-B880-3732-75AD-670423B6B1EA}"/>
          </ac:cxnSpMkLst>
        </pc:cxnChg>
        <pc:cxnChg chg="add mod">
          <ac:chgData name="Hanna Kossowsky" userId="56e21b23dc263710" providerId="LiveId" clId="{93FE5A26-3064-4B3F-8E2A-653EB31D5592}" dt="2025-03-06T08:55:27.627" v="6583" actId="208"/>
          <ac:cxnSpMkLst>
            <pc:docMk/>
            <pc:sldMk cId="1632131466" sldId="515"/>
            <ac:cxnSpMk id="26" creationId="{CE208607-5249-DABB-0ABF-F7609AB431A1}"/>
          </ac:cxnSpMkLst>
        </pc:cxnChg>
        <pc:cxnChg chg="add mod">
          <ac:chgData name="Hanna Kossowsky" userId="56e21b23dc263710" providerId="LiveId" clId="{93FE5A26-3064-4B3F-8E2A-653EB31D5592}" dt="2025-03-06T08:55:05.052" v="6581" actId="208"/>
          <ac:cxnSpMkLst>
            <pc:docMk/>
            <pc:sldMk cId="1632131466" sldId="515"/>
            <ac:cxnSpMk id="30" creationId="{2077AB95-7DAA-32D6-7E6E-826BC0A3A55F}"/>
          </ac:cxnSpMkLst>
        </pc:cxnChg>
        <pc:cxnChg chg="add mod">
          <ac:chgData name="Hanna Kossowsky" userId="56e21b23dc263710" providerId="LiveId" clId="{93FE5A26-3064-4B3F-8E2A-653EB31D5592}" dt="2025-03-06T08:55:05.052" v="6581" actId="208"/>
          <ac:cxnSpMkLst>
            <pc:docMk/>
            <pc:sldMk cId="1632131466" sldId="515"/>
            <ac:cxnSpMk id="32" creationId="{9DEE5883-ED64-5AE7-2DE0-7C4D8A0DE9FF}"/>
          </ac:cxnSpMkLst>
        </pc:cxnChg>
      </pc:sldChg>
      <pc:sldChg chg="modSp add mod modAnim modNotesTx">
        <pc:chgData name="Hanna Kossowsky" userId="56e21b23dc263710" providerId="LiveId" clId="{93FE5A26-3064-4B3F-8E2A-653EB31D5592}" dt="2025-03-06T11:51:24.293" v="10982"/>
        <pc:sldMkLst>
          <pc:docMk/>
          <pc:sldMk cId="3588309127" sldId="516"/>
        </pc:sldMkLst>
        <pc:spChg chg="mod">
          <ac:chgData name="Hanna Kossowsky" userId="56e21b23dc263710" providerId="LiveId" clId="{93FE5A26-3064-4B3F-8E2A-653EB31D5592}" dt="2025-03-06T09:03:21.973" v="7491" actId="20577"/>
          <ac:spMkLst>
            <pc:docMk/>
            <pc:sldMk cId="3588309127" sldId="516"/>
            <ac:spMk id="3" creationId="{F2C03DFB-4CB4-91CA-B3C6-F904AC6BF5D8}"/>
          </ac:spMkLst>
        </pc:spChg>
      </pc:sldChg>
      <pc:sldChg chg="addSp delSp modSp add mod modNotesTx">
        <pc:chgData name="Hanna Kossowsky" userId="56e21b23dc263710" providerId="LiveId" clId="{93FE5A26-3064-4B3F-8E2A-653EB31D5592}" dt="2025-03-06T09:27:21.859" v="8244" actId="1076"/>
        <pc:sldMkLst>
          <pc:docMk/>
          <pc:sldMk cId="1760677101" sldId="517"/>
        </pc:sldMkLst>
        <pc:spChg chg="mod">
          <ac:chgData name="Hanna Kossowsky" userId="56e21b23dc263710" providerId="LiveId" clId="{93FE5A26-3064-4B3F-8E2A-653EB31D5592}" dt="2025-03-06T09:09:36.615" v="8008" actId="20577"/>
          <ac:spMkLst>
            <pc:docMk/>
            <pc:sldMk cId="1760677101" sldId="517"/>
            <ac:spMk id="2" creationId="{6F5622E2-138E-D70E-17E7-73282EE2D552}"/>
          </ac:spMkLst>
        </pc:spChg>
        <pc:spChg chg="add mod ord">
          <ac:chgData name="Hanna Kossowsky" userId="56e21b23dc263710" providerId="LiveId" clId="{93FE5A26-3064-4B3F-8E2A-653EB31D5592}" dt="2025-03-06T09:10:05.663" v="8072" actId="6549"/>
          <ac:spMkLst>
            <pc:docMk/>
            <pc:sldMk cId="1760677101" sldId="517"/>
            <ac:spMk id="7" creationId="{8C1CE0F7-A843-F011-ACF9-9AEB3D8AF177}"/>
          </ac:spMkLst>
        </pc:spChg>
        <pc:picChg chg="add mod">
          <ac:chgData name="Hanna Kossowsky" userId="56e21b23dc263710" providerId="LiveId" clId="{93FE5A26-3064-4B3F-8E2A-653EB31D5592}" dt="2025-03-06T09:27:21.859" v="8244" actId="1076"/>
          <ac:picMkLst>
            <pc:docMk/>
            <pc:sldMk cId="1760677101" sldId="517"/>
            <ac:picMk id="9" creationId="{C2012851-49EA-EA35-F0D9-3D45ED9126B0}"/>
          </ac:picMkLst>
        </pc:picChg>
      </pc:sldChg>
      <pc:sldChg chg="addSp delSp add del mod">
        <pc:chgData name="Hanna Kossowsky" userId="56e21b23dc263710" providerId="LiveId" clId="{93FE5A26-3064-4B3F-8E2A-653EB31D5592}" dt="2025-03-06T09:27:37.609" v="8248"/>
        <pc:sldMkLst>
          <pc:docMk/>
          <pc:sldMk cId="2260997917" sldId="518"/>
        </pc:sldMkLst>
      </pc:sldChg>
      <pc:sldChg chg="modSp add mod modAnim modShow modNotesTx">
        <pc:chgData name="Hanna Kossowsky" userId="56e21b23dc263710" providerId="LiveId" clId="{93FE5A26-3064-4B3F-8E2A-653EB31D5592}" dt="2025-03-06T11:53:02.287" v="11003" actId="113"/>
        <pc:sldMkLst>
          <pc:docMk/>
          <pc:sldMk cId="3482875913" sldId="518"/>
        </pc:sldMkLst>
        <pc:spChg chg="mod">
          <ac:chgData name="Hanna Kossowsky" userId="56e21b23dc263710" providerId="LiveId" clId="{93FE5A26-3064-4B3F-8E2A-653EB31D5592}" dt="2025-03-06T11:53:02.287" v="11003" actId="113"/>
          <ac:spMkLst>
            <pc:docMk/>
            <pc:sldMk cId="3482875913" sldId="518"/>
            <ac:spMk id="3" creationId="{8A840773-E86B-5447-F23B-20FEA98D993E}"/>
          </ac:spMkLst>
        </pc:spChg>
      </pc:sldChg>
      <pc:sldChg chg="modSp add mod modAnim modShow">
        <pc:chgData name="Hanna Kossowsky" userId="56e21b23dc263710" providerId="LiveId" clId="{93FE5A26-3064-4B3F-8E2A-653EB31D5592}" dt="2025-03-06T11:53:19.933" v="11009"/>
        <pc:sldMkLst>
          <pc:docMk/>
          <pc:sldMk cId="2651264121" sldId="519"/>
        </pc:sldMkLst>
        <pc:spChg chg="mod">
          <ac:chgData name="Hanna Kossowsky" userId="56e21b23dc263710" providerId="LiveId" clId="{93FE5A26-3064-4B3F-8E2A-653EB31D5592}" dt="2025-03-06T09:31:45.475" v="8327" actId="20577"/>
          <ac:spMkLst>
            <pc:docMk/>
            <pc:sldMk cId="2651264121" sldId="519"/>
            <ac:spMk id="3" creationId="{CF9D8032-D11D-7385-5ECE-B8DF29D70163}"/>
          </ac:spMkLst>
        </pc:spChg>
      </pc:sldChg>
      <pc:sldChg chg="modSp add mod modAnim modShow">
        <pc:chgData name="Hanna Kossowsky" userId="56e21b23dc263710" providerId="LiveId" clId="{93FE5A26-3064-4B3F-8E2A-653EB31D5592}" dt="2025-03-06T11:55:01.460" v="11031" actId="20577"/>
        <pc:sldMkLst>
          <pc:docMk/>
          <pc:sldMk cId="3412365443" sldId="520"/>
        </pc:sldMkLst>
        <pc:spChg chg="mod">
          <ac:chgData name="Hanna Kossowsky" userId="56e21b23dc263710" providerId="LiveId" clId="{93FE5A26-3064-4B3F-8E2A-653EB31D5592}" dt="2025-03-06T11:54:45.250" v="11029" actId="20577"/>
          <ac:spMkLst>
            <pc:docMk/>
            <pc:sldMk cId="3412365443" sldId="520"/>
            <ac:spMk id="3" creationId="{8BE8D34C-F5C9-5C69-ED02-4B1AA4A6ECA4}"/>
          </ac:spMkLst>
        </pc:spChg>
      </pc:sldChg>
      <pc:sldChg chg="add mod modShow modNotesTx">
        <pc:chgData name="Hanna Kossowsky" userId="56e21b23dc263710" providerId="LiveId" clId="{93FE5A26-3064-4B3F-8E2A-653EB31D5592}" dt="2025-03-06T11:54:22.182" v="11014" actId="729"/>
        <pc:sldMkLst>
          <pc:docMk/>
          <pc:sldMk cId="441010310" sldId="521"/>
        </pc:sldMkLst>
      </pc:sldChg>
      <pc:sldChg chg="modSp add mod">
        <pc:chgData name="Hanna Kossowsky" userId="56e21b23dc263710" providerId="LiveId" clId="{93FE5A26-3064-4B3F-8E2A-653EB31D5592}" dt="2025-03-06T09:56:47.488" v="8504" actId="20577"/>
        <pc:sldMkLst>
          <pc:docMk/>
          <pc:sldMk cId="623768375" sldId="522"/>
        </pc:sldMkLst>
        <pc:spChg chg="mod">
          <ac:chgData name="Hanna Kossowsky" userId="56e21b23dc263710" providerId="LiveId" clId="{93FE5A26-3064-4B3F-8E2A-653EB31D5592}" dt="2025-03-06T09:38:14.014" v="8410" actId="20577"/>
          <ac:spMkLst>
            <pc:docMk/>
            <pc:sldMk cId="623768375" sldId="522"/>
            <ac:spMk id="2" creationId="{CC1B9583-E2F7-FD57-58DF-E946634BAEAD}"/>
          </ac:spMkLst>
        </pc:spChg>
        <pc:spChg chg="mod">
          <ac:chgData name="Hanna Kossowsky" userId="56e21b23dc263710" providerId="LiveId" clId="{93FE5A26-3064-4B3F-8E2A-653EB31D5592}" dt="2025-03-06T09:56:47.488" v="8504" actId="20577"/>
          <ac:spMkLst>
            <pc:docMk/>
            <pc:sldMk cId="623768375" sldId="522"/>
            <ac:spMk id="3" creationId="{748408BC-2960-ADCB-005F-E49CC6D209DF}"/>
          </ac:spMkLst>
        </pc:spChg>
      </pc:sldChg>
      <pc:sldChg chg="addSp delSp modSp add mod modAnim modNotesTx">
        <pc:chgData name="Hanna Kossowsky" userId="56e21b23dc263710" providerId="LiveId" clId="{93FE5A26-3064-4B3F-8E2A-653EB31D5592}" dt="2025-03-06T11:55:06.328" v="11033"/>
        <pc:sldMkLst>
          <pc:docMk/>
          <pc:sldMk cId="4227726318" sldId="523"/>
        </pc:sldMkLst>
        <pc:spChg chg="mod">
          <ac:chgData name="Hanna Kossowsky" userId="56e21b23dc263710" providerId="LiveId" clId="{93FE5A26-3064-4B3F-8E2A-653EB31D5592}" dt="2025-03-06T09:56:56.998" v="8532" actId="20577"/>
          <ac:spMkLst>
            <pc:docMk/>
            <pc:sldMk cId="4227726318" sldId="523"/>
            <ac:spMk id="2" creationId="{4E83916E-D049-F810-79F0-619FB9823182}"/>
          </ac:spMkLst>
        </pc:spChg>
        <pc:spChg chg="add mod ord">
          <ac:chgData name="Hanna Kossowsky" userId="56e21b23dc263710" providerId="LiveId" clId="{93FE5A26-3064-4B3F-8E2A-653EB31D5592}" dt="2025-03-06T10:01:55.528" v="8790" actId="20577"/>
          <ac:spMkLst>
            <pc:docMk/>
            <pc:sldMk cId="4227726318" sldId="523"/>
            <ac:spMk id="8" creationId="{1544E184-B73F-D016-70F4-11263D512CF3}"/>
          </ac:spMkLst>
        </pc:spChg>
        <pc:picChg chg="add mod modCrop">
          <ac:chgData name="Hanna Kossowsky" userId="56e21b23dc263710" providerId="LiveId" clId="{93FE5A26-3064-4B3F-8E2A-653EB31D5592}" dt="2025-03-06T10:05:24.787" v="8796" actId="1076"/>
          <ac:picMkLst>
            <pc:docMk/>
            <pc:sldMk cId="4227726318" sldId="523"/>
            <ac:picMk id="10" creationId="{7FB99ED7-428A-557F-D844-D3389E2DE3D4}"/>
          </ac:picMkLst>
        </pc:picChg>
      </pc:sldChg>
      <pc:sldChg chg="addSp delSp modSp add mod modAnim modNotesTx">
        <pc:chgData name="Hanna Kossowsky" userId="56e21b23dc263710" providerId="LiveId" clId="{93FE5A26-3064-4B3F-8E2A-653EB31D5592}" dt="2025-03-06T11:55:10.372" v="11035"/>
        <pc:sldMkLst>
          <pc:docMk/>
          <pc:sldMk cId="1620925595" sldId="524"/>
        </pc:sldMkLst>
        <pc:spChg chg="mod">
          <ac:chgData name="Hanna Kossowsky" userId="56e21b23dc263710" providerId="LiveId" clId="{93FE5A26-3064-4B3F-8E2A-653EB31D5592}" dt="2025-03-06T10:08:57.914" v="8817" actId="20577"/>
          <ac:spMkLst>
            <pc:docMk/>
            <pc:sldMk cId="1620925595" sldId="524"/>
            <ac:spMk id="2" creationId="{C8AA51BA-C82C-87F2-88CD-80608877EE5C}"/>
          </ac:spMkLst>
        </pc:spChg>
        <pc:spChg chg="mod">
          <ac:chgData name="Hanna Kossowsky" userId="56e21b23dc263710" providerId="LiveId" clId="{93FE5A26-3064-4B3F-8E2A-653EB31D5592}" dt="2025-03-06T10:41:18.112" v="9725" actId="1035"/>
          <ac:spMkLst>
            <pc:docMk/>
            <pc:sldMk cId="1620925595" sldId="524"/>
            <ac:spMk id="8" creationId="{CE1218FD-5BD4-60F0-2AB1-4FEF247B4EBA}"/>
          </ac:spMkLst>
        </pc:spChg>
        <pc:picChg chg="add mod">
          <ac:chgData name="Hanna Kossowsky" userId="56e21b23dc263710" providerId="LiveId" clId="{93FE5A26-3064-4B3F-8E2A-653EB31D5592}" dt="2025-03-06T10:41:25.805" v="9726" actId="1076"/>
          <ac:picMkLst>
            <pc:docMk/>
            <pc:sldMk cId="1620925595" sldId="524"/>
            <ac:picMk id="6" creationId="{07BB31D5-955A-5FD5-CFA0-54782E4FC513}"/>
          </ac:picMkLst>
        </pc:picChg>
      </pc:sldChg>
      <pc:sldChg chg="addSp delSp modSp add mod modAnim modNotesTx">
        <pc:chgData name="Hanna Kossowsky" userId="56e21b23dc263710" providerId="LiveId" clId="{93FE5A26-3064-4B3F-8E2A-653EB31D5592}" dt="2025-03-06T11:55:23.895" v="11040"/>
        <pc:sldMkLst>
          <pc:docMk/>
          <pc:sldMk cId="2150263255" sldId="525"/>
        </pc:sldMkLst>
        <pc:spChg chg="mod">
          <ac:chgData name="Hanna Kossowsky" userId="56e21b23dc263710" providerId="LiveId" clId="{93FE5A26-3064-4B3F-8E2A-653EB31D5592}" dt="2025-03-06T10:13:31.635" v="9083" actId="20577"/>
          <ac:spMkLst>
            <pc:docMk/>
            <pc:sldMk cId="2150263255" sldId="525"/>
            <ac:spMk id="2" creationId="{14821926-1462-4C51-E9E5-B54EFA5429B8}"/>
          </ac:spMkLst>
        </pc:spChg>
        <pc:spChg chg="mod">
          <ac:chgData name="Hanna Kossowsky" userId="56e21b23dc263710" providerId="LiveId" clId="{93FE5A26-3064-4B3F-8E2A-653EB31D5592}" dt="2025-03-06T10:25:49.324" v="9403" actId="113"/>
          <ac:spMkLst>
            <pc:docMk/>
            <pc:sldMk cId="2150263255" sldId="525"/>
            <ac:spMk id="8" creationId="{6E499D9F-B565-3145-65DE-A7280B78F1CD}"/>
          </ac:spMkLst>
        </pc:spChg>
        <pc:picChg chg="add mod">
          <ac:chgData name="Hanna Kossowsky" userId="56e21b23dc263710" providerId="LiveId" clId="{93FE5A26-3064-4B3F-8E2A-653EB31D5592}" dt="2025-03-06T10:38:31.064" v="9417" actId="1076"/>
          <ac:picMkLst>
            <pc:docMk/>
            <pc:sldMk cId="2150263255" sldId="525"/>
            <ac:picMk id="7" creationId="{E3441864-3D77-7057-16B2-96145B6F7757}"/>
          </ac:picMkLst>
        </pc:picChg>
        <pc:picChg chg="add mod">
          <ac:chgData name="Hanna Kossowsky" userId="56e21b23dc263710" providerId="LiveId" clId="{93FE5A26-3064-4B3F-8E2A-653EB31D5592}" dt="2025-03-06T10:38:27.380" v="9416" actId="1076"/>
          <ac:picMkLst>
            <pc:docMk/>
            <pc:sldMk cId="2150263255" sldId="525"/>
            <ac:picMk id="10" creationId="{B4E94445-F598-7534-2E49-E2DC720DF303}"/>
          </ac:picMkLst>
        </pc:picChg>
      </pc:sldChg>
      <pc:sldChg chg="addSp delSp modSp add mod modAnim modNotesTx">
        <pc:chgData name="Hanna Kossowsky" userId="56e21b23dc263710" providerId="LiveId" clId="{93FE5A26-3064-4B3F-8E2A-653EB31D5592}" dt="2025-03-06T11:55:31.942" v="11043"/>
        <pc:sldMkLst>
          <pc:docMk/>
          <pc:sldMk cId="1026139402" sldId="526"/>
        </pc:sldMkLst>
        <pc:spChg chg="mod">
          <ac:chgData name="Hanna Kossowsky" userId="56e21b23dc263710" providerId="LiveId" clId="{93FE5A26-3064-4B3F-8E2A-653EB31D5592}" dt="2025-03-06T10:40:05.038" v="9677" actId="20577"/>
          <ac:spMkLst>
            <pc:docMk/>
            <pc:sldMk cId="1026139402" sldId="526"/>
            <ac:spMk id="2" creationId="{502D73BC-AC8D-1D9B-95DC-23CCEC94CF3B}"/>
          </ac:spMkLst>
        </pc:spChg>
        <pc:spChg chg="mod">
          <ac:chgData name="Hanna Kossowsky" userId="56e21b23dc263710" providerId="LiveId" clId="{93FE5A26-3064-4B3F-8E2A-653EB31D5592}" dt="2025-03-06T10:50:31.345" v="10085" actId="20577"/>
          <ac:spMkLst>
            <pc:docMk/>
            <pc:sldMk cId="1026139402" sldId="526"/>
            <ac:spMk id="8" creationId="{503CCA17-CA42-9144-4088-0F07CB09EFCF}"/>
          </ac:spMkLst>
        </pc:spChg>
        <pc:picChg chg="add mod">
          <ac:chgData name="Hanna Kossowsky" userId="56e21b23dc263710" providerId="LiveId" clId="{93FE5A26-3064-4B3F-8E2A-653EB31D5592}" dt="2025-03-06T10:47:08.678" v="9799" actId="1076"/>
          <ac:picMkLst>
            <pc:docMk/>
            <pc:sldMk cId="1026139402" sldId="526"/>
            <ac:picMk id="6" creationId="{802F42FC-5EC0-69F6-D8AB-356B13BAFE6D}"/>
          </ac:picMkLst>
        </pc:picChg>
        <pc:picChg chg="add mod">
          <ac:chgData name="Hanna Kossowsky" userId="56e21b23dc263710" providerId="LiveId" clId="{93FE5A26-3064-4B3F-8E2A-653EB31D5592}" dt="2025-03-06T10:47:11.127" v="9800" actId="1076"/>
          <ac:picMkLst>
            <pc:docMk/>
            <pc:sldMk cId="1026139402" sldId="526"/>
            <ac:picMk id="11" creationId="{D0084808-EDA1-3191-4A32-6A269612B2B6}"/>
          </ac:picMkLst>
        </pc:picChg>
      </pc:sldChg>
      <pc:sldChg chg="addSp delSp modSp add mod modNotesTx">
        <pc:chgData name="Hanna Kossowsky" userId="56e21b23dc263710" providerId="LiveId" clId="{93FE5A26-3064-4B3F-8E2A-653EB31D5592}" dt="2025-03-06T10:55:16.510" v="10172"/>
        <pc:sldMkLst>
          <pc:docMk/>
          <pc:sldMk cId="84359965" sldId="527"/>
        </pc:sldMkLst>
        <pc:spChg chg="mod">
          <ac:chgData name="Hanna Kossowsky" userId="56e21b23dc263710" providerId="LiveId" clId="{93FE5A26-3064-4B3F-8E2A-653EB31D5592}" dt="2025-03-06T10:47:27.996" v="9808" actId="20577"/>
          <ac:spMkLst>
            <pc:docMk/>
            <pc:sldMk cId="84359965" sldId="527"/>
            <ac:spMk id="2" creationId="{FEF5B489-DBFA-6F7A-C626-434630E1343B}"/>
          </ac:spMkLst>
        </pc:spChg>
        <pc:spChg chg="mod">
          <ac:chgData name="Hanna Kossowsky" userId="56e21b23dc263710" providerId="LiveId" clId="{93FE5A26-3064-4B3F-8E2A-653EB31D5592}" dt="2025-03-06T10:52:36.820" v="10163" actId="27636"/>
          <ac:spMkLst>
            <pc:docMk/>
            <pc:sldMk cId="84359965" sldId="527"/>
            <ac:spMk id="8" creationId="{B05183B1-D865-F6B2-D63B-B5CE3308D138}"/>
          </ac:spMkLst>
        </pc:spChg>
      </pc:sldChg>
      <pc:sldChg chg="addSp delSp modSp add mod modNotesTx">
        <pc:chgData name="Hanna Kossowsky" userId="56e21b23dc263710" providerId="LiveId" clId="{93FE5A26-3064-4B3F-8E2A-653EB31D5592}" dt="2025-03-06T11:25:37.798" v="10235"/>
        <pc:sldMkLst>
          <pc:docMk/>
          <pc:sldMk cId="244645760" sldId="528"/>
        </pc:sldMkLst>
        <pc:picChg chg="add mod">
          <ac:chgData name="Hanna Kossowsky" userId="56e21b23dc263710" providerId="LiveId" clId="{93FE5A26-3064-4B3F-8E2A-653EB31D5592}" dt="2025-03-06T10:58:26.085" v="10182" actId="1076"/>
          <ac:picMkLst>
            <pc:docMk/>
            <pc:sldMk cId="244645760" sldId="528"/>
            <ac:picMk id="6" creationId="{5109DA1D-4E40-4865-995E-38E74F223489}"/>
          </ac:picMkLst>
        </pc:picChg>
      </pc:sldChg>
      <pc:sldChg chg="modSp add mod modAnim modShow modNotesTx">
        <pc:chgData name="Hanna Kossowsky" userId="56e21b23dc263710" providerId="LiveId" clId="{93FE5A26-3064-4B3F-8E2A-653EB31D5592}" dt="2025-03-06T11:55:58.964" v="11046"/>
        <pc:sldMkLst>
          <pc:docMk/>
          <pc:sldMk cId="4026744843" sldId="529"/>
        </pc:sldMkLst>
        <pc:spChg chg="mod">
          <ac:chgData name="Hanna Kossowsky" userId="56e21b23dc263710" providerId="LiveId" clId="{93FE5A26-3064-4B3F-8E2A-653EB31D5592}" dt="2025-03-06T11:30:33.799" v="10292" actId="27636"/>
          <ac:spMkLst>
            <pc:docMk/>
            <pc:sldMk cId="4026744843" sldId="529"/>
            <ac:spMk id="3" creationId="{292E075D-8ED4-F345-024B-6E656BE29345}"/>
          </ac:spMkLst>
        </pc:spChg>
      </pc:sldChg>
      <pc:sldChg chg="modSp add mod modShow">
        <pc:chgData name="Hanna Kossowsky" userId="56e21b23dc263710" providerId="LiveId" clId="{93FE5A26-3064-4B3F-8E2A-653EB31D5592}" dt="2025-03-06T11:08:01.482" v="10185" actId="113"/>
        <pc:sldMkLst>
          <pc:docMk/>
          <pc:sldMk cId="4170254886" sldId="530"/>
        </pc:sldMkLst>
        <pc:spChg chg="mod">
          <ac:chgData name="Hanna Kossowsky" userId="56e21b23dc263710" providerId="LiveId" clId="{93FE5A26-3064-4B3F-8E2A-653EB31D5592}" dt="2025-03-06T11:08:01.482" v="10185" actId="113"/>
          <ac:spMkLst>
            <pc:docMk/>
            <pc:sldMk cId="4170254886" sldId="530"/>
            <ac:spMk id="3" creationId="{EC88359F-03A3-2909-31A4-09FD34729349}"/>
          </ac:spMkLst>
        </pc:spChg>
      </pc:sldChg>
      <pc:sldChg chg="addSp delSp modSp add mod">
        <pc:chgData name="Hanna Kossowsky" userId="56e21b23dc263710" providerId="LiveId" clId="{93FE5A26-3064-4B3F-8E2A-653EB31D5592}" dt="2025-03-06T11:43:11.362" v="10727"/>
        <pc:sldMkLst>
          <pc:docMk/>
          <pc:sldMk cId="1421728410" sldId="531"/>
        </pc:sldMkLst>
        <pc:spChg chg="mod">
          <ac:chgData name="Hanna Kossowsky" userId="56e21b23dc263710" providerId="LiveId" clId="{93FE5A26-3064-4B3F-8E2A-653EB31D5592}" dt="2025-03-06T11:24:44.091" v="10234" actId="20577"/>
          <ac:spMkLst>
            <pc:docMk/>
            <pc:sldMk cId="1421728410" sldId="531"/>
            <ac:spMk id="2" creationId="{9CB8A624-CE41-D4EC-CBB1-E4413AEF2AC9}"/>
          </ac:spMkLst>
        </pc:spChg>
        <pc:spChg chg="add mod">
          <ac:chgData name="Hanna Kossowsky" userId="56e21b23dc263710" providerId="LiveId" clId="{93FE5A26-3064-4B3F-8E2A-653EB31D5592}" dt="2025-03-06T11:28:17.538" v="10285" actId="1076"/>
          <ac:spMkLst>
            <pc:docMk/>
            <pc:sldMk cId="1421728410" sldId="531"/>
            <ac:spMk id="3" creationId="{D1C9B14D-04A5-6492-042F-D67AA3F06BFA}"/>
          </ac:spMkLst>
        </pc:spChg>
        <pc:spChg chg="add mod">
          <ac:chgData name="Hanna Kossowsky" userId="56e21b23dc263710" providerId="LiveId" clId="{93FE5A26-3064-4B3F-8E2A-653EB31D5592}" dt="2025-03-06T11:43:11.362" v="10727"/>
          <ac:spMkLst>
            <pc:docMk/>
            <pc:sldMk cId="1421728410" sldId="531"/>
            <ac:spMk id="7" creationId="{8F4C6F74-59DE-E81A-6DC4-EAB4F561600C}"/>
          </ac:spMkLst>
        </pc:spChg>
        <pc:grpChg chg="add mod">
          <ac:chgData name="Hanna Kossowsky" userId="56e21b23dc263710" providerId="LiveId" clId="{93FE5A26-3064-4B3F-8E2A-653EB31D5592}" dt="2025-03-06T11:43:11.362" v="10727"/>
          <ac:grpSpMkLst>
            <pc:docMk/>
            <pc:sldMk cId="1421728410" sldId="531"/>
            <ac:grpSpMk id="11" creationId="{0231702D-74F1-0066-9BDD-7EC34798FE34}"/>
          </ac:grpSpMkLst>
        </pc:grpChg>
        <pc:picChg chg="add del mod">
          <ac:chgData name="Hanna Kossowsky" userId="56e21b23dc263710" providerId="LiveId" clId="{93FE5A26-3064-4B3F-8E2A-653EB31D5592}" dt="2025-03-06T11:28:28.091" v="10288" actId="555"/>
          <ac:picMkLst>
            <pc:docMk/>
            <pc:sldMk cId="1421728410" sldId="531"/>
            <ac:picMk id="4" creationId="{141918CB-0D4B-9439-9B90-1790241E8B2D}"/>
          </ac:picMkLst>
        </pc:picChg>
        <pc:picChg chg="add mod">
          <ac:chgData name="Hanna Kossowsky" userId="56e21b23dc263710" providerId="LiveId" clId="{93FE5A26-3064-4B3F-8E2A-653EB31D5592}" dt="2025-03-06T11:28:28.091" v="10288" actId="555"/>
          <ac:picMkLst>
            <pc:docMk/>
            <pc:sldMk cId="1421728410" sldId="531"/>
            <ac:picMk id="5" creationId="{24034350-83E0-AB3F-6C41-6EAC1EDC3306}"/>
          </ac:picMkLst>
        </pc:picChg>
        <pc:picChg chg="add mod">
          <ac:chgData name="Hanna Kossowsky" userId="56e21b23dc263710" providerId="LiveId" clId="{93FE5A26-3064-4B3F-8E2A-653EB31D5592}" dt="2025-03-06T11:43:11.362" v="10727"/>
          <ac:picMkLst>
            <pc:docMk/>
            <pc:sldMk cId="1421728410" sldId="531"/>
            <ac:picMk id="8" creationId="{D5C4F69B-328A-3FCC-2AE7-817FD8498A7D}"/>
          </ac:picMkLst>
        </pc:picChg>
      </pc:sldChg>
      <pc:sldChg chg="modSp add mod modAnim">
        <pc:chgData name="Hanna Kossowsky" userId="56e21b23dc263710" providerId="LiveId" clId="{93FE5A26-3064-4B3F-8E2A-653EB31D5592}" dt="2025-03-06T11:56:14.571" v="11050"/>
        <pc:sldMkLst>
          <pc:docMk/>
          <pc:sldMk cId="3605855625" sldId="532"/>
        </pc:sldMkLst>
        <pc:spChg chg="mod">
          <ac:chgData name="Hanna Kossowsky" userId="56e21b23dc263710" providerId="LiveId" clId="{93FE5A26-3064-4B3F-8E2A-653EB31D5592}" dt="2025-03-06T11:38:32.449" v="10523" actId="2711"/>
          <ac:spMkLst>
            <pc:docMk/>
            <pc:sldMk cId="3605855625" sldId="532"/>
            <ac:spMk id="3" creationId="{C34F130C-95AE-A460-FC09-70CC84A4F381}"/>
          </ac:spMkLst>
        </pc:spChg>
      </pc:sldChg>
      <pc:sldChg chg="add del">
        <pc:chgData name="Hanna Kossowsky" userId="56e21b23dc263710" providerId="LiveId" clId="{93FE5A26-3064-4B3F-8E2A-653EB31D5592}" dt="2025-03-06T11:35:54.183" v="10485" actId="47"/>
        <pc:sldMkLst>
          <pc:docMk/>
          <pc:sldMk cId="103985867" sldId="533"/>
        </pc:sldMkLst>
      </pc:sldChg>
      <pc:sldChg chg="modSp add mod modAnim modNotesTx">
        <pc:chgData name="Hanna Kossowsky" userId="56e21b23dc263710" providerId="LiveId" clId="{93FE5A26-3064-4B3F-8E2A-653EB31D5592}" dt="2025-03-06T11:56:24.739" v="11054"/>
        <pc:sldMkLst>
          <pc:docMk/>
          <pc:sldMk cId="896862057" sldId="534"/>
        </pc:sldMkLst>
        <pc:spChg chg="mod">
          <ac:chgData name="Hanna Kossowsky" userId="56e21b23dc263710" providerId="LiveId" clId="{93FE5A26-3064-4B3F-8E2A-653EB31D5592}" dt="2025-03-06T11:38:28.319" v="10522" actId="2711"/>
          <ac:spMkLst>
            <pc:docMk/>
            <pc:sldMk cId="896862057" sldId="534"/>
            <ac:spMk id="3" creationId="{65C6A45D-D728-4CAF-48DF-10C13DEECEA1}"/>
          </ac:spMkLst>
        </pc:spChg>
      </pc:sldChg>
      <pc:sldChg chg="modSp add mod modAnim">
        <pc:chgData name="Hanna Kossowsky" userId="56e21b23dc263710" providerId="LiveId" clId="{93FE5A26-3064-4B3F-8E2A-653EB31D5592}" dt="2025-03-06T11:56:38.909" v="11058"/>
        <pc:sldMkLst>
          <pc:docMk/>
          <pc:sldMk cId="2999151397" sldId="535"/>
        </pc:sldMkLst>
        <pc:spChg chg="mod">
          <ac:chgData name="Hanna Kossowsky" userId="56e21b23dc263710" providerId="LiveId" clId="{93FE5A26-3064-4B3F-8E2A-653EB31D5592}" dt="2025-03-06T11:38:35.754" v="10524" actId="2711"/>
          <ac:spMkLst>
            <pc:docMk/>
            <pc:sldMk cId="2999151397" sldId="535"/>
            <ac:spMk id="3" creationId="{D5636DDD-4461-2FDC-122A-7A1F9CE41C1C}"/>
          </ac:spMkLst>
        </pc:spChg>
      </pc:sldChg>
      <pc:sldChg chg="modSp add mod modAnim">
        <pc:chgData name="Hanna Kossowsky" userId="56e21b23dc263710" providerId="LiveId" clId="{93FE5A26-3064-4B3F-8E2A-653EB31D5592}" dt="2025-03-06T11:56:59.554" v="11064"/>
        <pc:sldMkLst>
          <pc:docMk/>
          <pc:sldMk cId="1801946880" sldId="536"/>
        </pc:sldMkLst>
        <pc:spChg chg="mod">
          <ac:chgData name="Hanna Kossowsky" userId="56e21b23dc263710" providerId="LiveId" clId="{93FE5A26-3064-4B3F-8E2A-653EB31D5592}" dt="2025-03-06T11:41:20.852" v="10708" actId="20577"/>
          <ac:spMkLst>
            <pc:docMk/>
            <pc:sldMk cId="1801946880" sldId="536"/>
            <ac:spMk id="3" creationId="{610FE1F9-545E-721B-7126-30CCBC845939}"/>
          </ac:spMkLst>
        </pc:spChg>
      </pc:sldChg>
      <pc:sldChg chg="addSp delSp modSp add mod delAnim modAnim modShow">
        <pc:chgData name="Hanna Kossowsky" userId="56e21b23dc263710" providerId="LiveId" clId="{93FE5A26-3064-4B3F-8E2A-653EB31D5592}" dt="2025-03-06T11:57:17.639" v="11069"/>
        <pc:sldMkLst>
          <pc:docMk/>
          <pc:sldMk cId="3785699570" sldId="537"/>
        </pc:sldMkLst>
        <pc:spChg chg="add mod">
          <ac:chgData name="Hanna Kossowsky" userId="56e21b23dc263710" providerId="LiveId" clId="{93FE5A26-3064-4B3F-8E2A-653EB31D5592}" dt="2025-03-06T11:43:33.526" v="10740" actId="1076"/>
          <ac:spMkLst>
            <pc:docMk/>
            <pc:sldMk cId="3785699570" sldId="537"/>
            <ac:spMk id="7" creationId="{33D34505-74B7-993F-C501-7CFD39C2EA0B}"/>
          </ac:spMkLst>
        </pc:spChg>
        <pc:spChg chg="add mod">
          <ac:chgData name="Hanna Kossowsky" userId="56e21b23dc263710" providerId="LiveId" clId="{93FE5A26-3064-4B3F-8E2A-653EB31D5592}" dt="2025-03-06T11:47:07.201" v="10857" actId="403"/>
          <ac:spMkLst>
            <pc:docMk/>
            <pc:sldMk cId="3785699570" sldId="537"/>
            <ac:spMk id="15" creationId="{27ABD816-3319-F741-0612-4609A4D5CD68}"/>
          </ac:spMkLst>
        </pc:spChg>
      </pc:sldChg>
      <pc:sldChg chg="add del">
        <pc:chgData name="Hanna Kossowsky" userId="56e21b23dc263710" providerId="LiveId" clId="{93FE5A26-3064-4B3F-8E2A-653EB31D5592}" dt="2025-03-06T11:48:43.726" v="10880" actId="47"/>
        <pc:sldMkLst>
          <pc:docMk/>
          <pc:sldMk cId="834424979" sldId="538"/>
        </pc:sldMkLst>
      </pc:sldChg>
      <pc:sldChg chg="addSp delSp modSp add mod delAnim modAnim modShow">
        <pc:chgData name="Hanna Kossowsky" userId="56e21b23dc263710" providerId="LiveId" clId="{93FE5A26-3064-4B3F-8E2A-653EB31D5592}" dt="2025-03-25T13:37:16.655" v="11450" actId="207"/>
        <pc:sldMkLst>
          <pc:docMk/>
          <pc:sldMk cId="4269804765" sldId="539"/>
        </pc:sldMkLst>
        <pc:spChg chg="mod">
          <ac:chgData name="Hanna Kossowsky" userId="56e21b23dc263710" providerId="LiveId" clId="{93FE5A26-3064-4B3F-8E2A-653EB31D5592}" dt="2025-03-06T11:49:49.689" v="10901" actId="207"/>
          <ac:spMkLst>
            <pc:docMk/>
            <pc:sldMk cId="4269804765" sldId="539"/>
            <ac:spMk id="3" creationId="{A8F4D9C8-8F29-9F02-B1DC-E85F4964AD1A}"/>
          </ac:spMkLst>
        </pc:spChg>
        <pc:spChg chg="add mod">
          <ac:chgData name="Hanna Kossowsky" userId="56e21b23dc263710" providerId="LiveId" clId="{93FE5A26-3064-4B3F-8E2A-653EB31D5592}" dt="2025-03-25T13:37:16.655" v="11450" actId="207"/>
          <ac:spMkLst>
            <pc:docMk/>
            <pc:sldMk cId="4269804765" sldId="539"/>
            <ac:spMk id="11" creationId="{611B8008-765B-5D32-B417-1F92E4D9FADE}"/>
          </ac:spMkLst>
        </pc:spChg>
      </pc:sldChg>
      <pc:sldChg chg="modSp add del mod">
        <pc:chgData name="Hanna Kossowsky" userId="56e21b23dc263710" providerId="LiveId" clId="{93FE5A26-3064-4B3F-8E2A-653EB31D5592}" dt="2025-03-06T11:54:27.446" v="11017" actId="47"/>
        <pc:sldMkLst>
          <pc:docMk/>
          <pc:sldMk cId="2310994890" sldId="540"/>
        </pc:sldMkLst>
      </pc:sldChg>
    </pc:docChg>
  </pc:docChgLst>
  <pc:docChgLst>
    <pc:chgData name="Hanna Kossowsky" userId="56e21b23dc263710" providerId="LiveId" clId="{D4356A06-506A-4A03-A0A0-04D064873A56}"/>
    <pc:docChg chg="undo redo custSel addSld delSld modSld sldOrd">
      <pc:chgData name="Hanna Kossowsky" userId="56e21b23dc263710" providerId="LiveId" clId="{D4356A06-506A-4A03-A0A0-04D064873A56}" dt="2024-04-29T19:49:13.920" v="9928" actId="13926"/>
      <pc:docMkLst>
        <pc:docMk/>
      </pc:docMkLst>
      <pc:sldChg chg="modSp new mod modAnim">
        <pc:chgData name="Hanna Kossowsky" userId="56e21b23dc263710" providerId="LiveId" clId="{D4356A06-506A-4A03-A0A0-04D064873A56}" dt="2024-04-11T07:41:51.193" v="7616" actId="13926"/>
        <pc:sldMkLst>
          <pc:docMk/>
          <pc:sldMk cId="653706785" sldId="257"/>
        </pc:sldMkLst>
      </pc:sldChg>
      <pc:sldChg chg="add del">
        <pc:chgData name="Hanna Kossowsky" userId="56e21b23dc263710" providerId="LiveId" clId="{D4356A06-506A-4A03-A0A0-04D064873A56}" dt="2024-04-07T06:06:22.474" v="616" actId="47"/>
        <pc:sldMkLst>
          <pc:docMk/>
          <pc:sldMk cId="268565533" sldId="258"/>
        </pc:sldMkLst>
      </pc:sldChg>
      <pc:sldChg chg="modSp add mod">
        <pc:chgData name="Hanna Kossowsky" userId="56e21b23dc263710" providerId="LiveId" clId="{D4356A06-506A-4A03-A0A0-04D064873A56}" dt="2024-04-27T18:54:58.035" v="9451" actId="2710"/>
        <pc:sldMkLst>
          <pc:docMk/>
          <pc:sldMk cId="2932639354" sldId="259"/>
        </pc:sldMkLst>
      </pc:sldChg>
      <pc:sldChg chg="modSp add del mod modNotesTx">
        <pc:chgData name="Hanna Kossowsky" userId="56e21b23dc263710" providerId="LiveId" clId="{D4356A06-506A-4A03-A0A0-04D064873A56}" dt="2024-04-07T06:15:07.105" v="815" actId="47"/>
        <pc:sldMkLst>
          <pc:docMk/>
          <pc:sldMk cId="4210115471" sldId="260"/>
        </pc:sldMkLst>
      </pc:sldChg>
      <pc:sldChg chg="modSp add mod ord modAnim">
        <pc:chgData name="Hanna Kossowsky" userId="56e21b23dc263710" providerId="LiveId" clId="{D4356A06-506A-4A03-A0A0-04D064873A56}" dt="2024-04-27T19:02:50.908" v="9459" actId="5793"/>
        <pc:sldMkLst>
          <pc:docMk/>
          <pc:sldMk cId="1607538850" sldId="261"/>
        </pc:sldMkLst>
      </pc:sldChg>
      <pc:sldChg chg="modSp add mod modAnim modNotesTx">
        <pc:chgData name="Hanna Kossowsky" userId="56e21b23dc263710" providerId="LiveId" clId="{D4356A06-506A-4A03-A0A0-04D064873A56}" dt="2024-04-07T10:19:12.855" v="4277" actId="20577"/>
        <pc:sldMkLst>
          <pc:docMk/>
          <pc:sldMk cId="3047956201" sldId="262"/>
        </pc:sldMkLst>
      </pc:sldChg>
      <pc:sldChg chg="modSp add mod ord modNotesTx">
        <pc:chgData name="Hanna Kossowsky" userId="56e21b23dc263710" providerId="LiveId" clId="{D4356A06-506A-4A03-A0A0-04D064873A56}" dt="2024-04-27T19:00:36.108" v="9453"/>
        <pc:sldMkLst>
          <pc:docMk/>
          <pc:sldMk cId="2774208767" sldId="263"/>
        </pc:sldMkLst>
      </pc:sldChg>
      <pc:sldChg chg="add del modNotesTx">
        <pc:chgData name="Hanna Kossowsky" userId="56e21b23dc263710" providerId="LiveId" clId="{D4356A06-506A-4A03-A0A0-04D064873A56}" dt="2024-04-07T06:36:41.897" v="1060" actId="47"/>
        <pc:sldMkLst>
          <pc:docMk/>
          <pc:sldMk cId="1611133810" sldId="264"/>
        </pc:sldMkLst>
      </pc:sldChg>
      <pc:sldChg chg="modSp add mod modAnim">
        <pc:chgData name="Hanna Kossowsky" userId="56e21b23dc263710" providerId="LiveId" clId="{D4356A06-506A-4A03-A0A0-04D064873A56}" dt="2024-04-27T19:08:03.126" v="9460" actId="20577"/>
        <pc:sldMkLst>
          <pc:docMk/>
          <pc:sldMk cId="729297336" sldId="265"/>
        </pc:sldMkLst>
      </pc:sldChg>
      <pc:sldChg chg="addSp modSp add mod modAnim modNotesTx">
        <pc:chgData name="Hanna Kossowsky" userId="56e21b23dc263710" providerId="LiveId" clId="{D4356A06-506A-4A03-A0A0-04D064873A56}" dt="2024-04-27T19:11:15.743" v="9462" actId="20577"/>
        <pc:sldMkLst>
          <pc:docMk/>
          <pc:sldMk cId="2801949394" sldId="266"/>
        </pc:sldMkLst>
      </pc:sldChg>
      <pc:sldChg chg="delSp modSp add mod modNotesTx">
        <pc:chgData name="Hanna Kossowsky" userId="56e21b23dc263710" providerId="LiveId" clId="{D4356A06-506A-4A03-A0A0-04D064873A56}" dt="2024-04-07T07:34:58.144" v="2063" actId="207"/>
        <pc:sldMkLst>
          <pc:docMk/>
          <pc:sldMk cId="1782198291" sldId="267"/>
        </pc:sldMkLst>
      </pc:sldChg>
      <pc:sldChg chg="modSp add mod modNotesTx">
        <pc:chgData name="Hanna Kossowsky" userId="56e21b23dc263710" providerId="LiveId" clId="{D4356A06-506A-4A03-A0A0-04D064873A56}" dt="2024-04-27T19:13:12.723" v="9465" actId="20577"/>
        <pc:sldMkLst>
          <pc:docMk/>
          <pc:sldMk cId="1691764609" sldId="268"/>
        </pc:sldMkLst>
      </pc:sldChg>
      <pc:sldChg chg="modSp add mod modNotesTx">
        <pc:chgData name="Hanna Kossowsky" userId="56e21b23dc263710" providerId="LiveId" clId="{D4356A06-506A-4A03-A0A0-04D064873A56}" dt="2024-04-27T19:12:31.250" v="9463" actId="207"/>
        <pc:sldMkLst>
          <pc:docMk/>
          <pc:sldMk cId="766664880" sldId="269"/>
        </pc:sldMkLst>
      </pc:sldChg>
      <pc:sldChg chg="modSp add mod modNotesTx">
        <pc:chgData name="Hanna Kossowsky" userId="56e21b23dc263710" providerId="LiveId" clId="{D4356A06-506A-4A03-A0A0-04D064873A56}" dt="2024-04-07T10:09:54.828" v="4196" actId="113"/>
        <pc:sldMkLst>
          <pc:docMk/>
          <pc:sldMk cId="1905021401" sldId="270"/>
        </pc:sldMkLst>
      </pc:sldChg>
      <pc:sldChg chg="addSp modSp add mod modNotesTx">
        <pc:chgData name="Hanna Kossowsky" userId="56e21b23dc263710" providerId="LiveId" clId="{D4356A06-506A-4A03-A0A0-04D064873A56}" dt="2024-04-07T07:44:33.484" v="2317" actId="1076"/>
        <pc:sldMkLst>
          <pc:docMk/>
          <pc:sldMk cId="2188517806" sldId="271"/>
        </pc:sldMkLst>
      </pc:sldChg>
      <pc:sldChg chg="addSp delSp modSp add mod ord delAnim modAnim modNotesTx">
        <pc:chgData name="Hanna Kossowsky" userId="56e21b23dc263710" providerId="LiveId" clId="{D4356A06-506A-4A03-A0A0-04D064873A56}" dt="2024-04-29T19:47:25.005" v="9919" actId="478"/>
        <pc:sldMkLst>
          <pc:docMk/>
          <pc:sldMk cId="2889954775" sldId="272"/>
        </pc:sldMkLst>
      </pc:sldChg>
      <pc:sldChg chg="delSp modSp add mod addAnim delAnim modAnim modNotesTx">
        <pc:chgData name="Hanna Kossowsky" userId="56e21b23dc263710" providerId="LiveId" clId="{D4356A06-506A-4A03-A0A0-04D064873A56}" dt="2024-04-11T08:40:58.941" v="7929" actId="13926"/>
        <pc:sldMkLst>
          <pc:docMk/>
          <pc:sldMk cId="434505505" sldId="273"/>
        </pc:sldMkLst>
      </pc:sldChg>
      <pc:sldChg chg="new del">
        <pc:chgData name="Hanna Kossowsky" userId="56e21b23dc263710" providerId="LiveId" clId="{D4356A06-506A-4A03-A0A0-04D064873A56}" dt="2024-04-07T08:29:48.302" v="2992" actId="680"/>
        <pc:sldMkLst>
          <pc:docMk/>
          <pc:sldMk cId="1524437667" sldId="274"/>
        </pc:sldMkLst>
      </pc:sldChg>
      <pc:sldChg chg="addSp delSp modSp add mod ord modAnim modNotesTx">
        <pc:chgData name="Hanna Kossowsky" userId="56e21b23dc263710" providerId="LiveId" clId="{D4356A06-506A-4A03-A0A0-04D064873A56}" dt="2024-04-29T17:38:22.771" v="9534"/>
        <pc:sldMkLst>
          <pc:docMk/>
          <pc:sldMk cId="1783530971" sldId="274"/>
        </pc:sldMkLst>
      </pc:sldChg>
      <pc:sldChg chg="new del">
        <pc:chgData name="Hanna Kossowsky" userId="56e21b23dc263710" providerId="LiveId" clId="{D4356A06-506A-4A03-A0A0-04D064873A56}" dt="2024-04-07T09:52:59.782" v="3853" actId="47"/>
        <pc:sldMkLst>
          <pc:docMk/>
          <pc:sldMk cId="530024951" sldId="275"/>
        </pc:sldMkLst>
      </pc:sldChg>
      <pc:sldChg chg="modSp add mod ord addAnim delAnim modAnim modNotesTx">
        <pc:chgData name="Hanna Kossowsky" userId="56e21b23dc263710" providerId="LiveId" clId="{D4356A06-506A-4A03-A0A0-04D064873A56}" dt="2024-04-29T17:50:17.958" v="9884"/>
        <pc:sldMkLst>
          <pc:docMk/>
          <pc:sldMk cId="2210417689" sldId="275"/>
        </pc:sldMkLst>
      </pc:sldChg>
      <pc:sldChg chg="addSp delSp modSp add mod ord modNotesTx">
        <pc:chgData name="Hanna Kossowsky" userId="56e21b23dc263710" providerId="LiveId" clId="{D4356A06-506A-4A03-A0A0-04D064873A56}" dt="2024-04-11T09:25:42.387" v="9119"/>
        <pc:sldMkLst>
          <pc:docMk/>
          <pc:sldMk cId="2567820192" sldId="276"/>
        </pc:sldMkLst>
      </pc:sldChg>
      <pc:sldChg chg="modSp add mod modAnim modNotesTx">
        <pc:chgData name="Hanna Kossowsky" userId="56e21b23dc263710" providerId="LiveId" clId="{D4356A06-506A-4A03-A0A0-04D064873A56}" dt="2024-04-27T19:17:03.592" v="9466" actId="12"/>
        <pc:sldMkLst>
          <pc:docMk/>
          <pc:sldMk cId="1988245967" sldId="277"/>
        </pc:sldMkLst>
      </pc:sldChg>
      <pc:sldChg chg="modSp add mod modShow">
        <pc:chgData name="Hanna Kossowsky" userId="56e21b23dc263710" providerId="LiveId" clId="{D4356A06-506A-4A03-A0A0-04D064873A56}" dt="2024-04-28T10:53:16.375" v="9488" actId="729"/>
        <pc:sldMkLst>
          <pc:docMk/>
          <pc:sldMk cId="2809128241" sldId="278"/>
        </pc:sldMkLst>
      </pc:sldChg>
      <pc:sldChg chg="addSp delSp modSp add mod modAnim modNotesTx">
        <pc:chgData name="Hanna Kossowsky" userId="56e21b23dc263710" providerId="LiveId" clId="{D4356A06-506A-4A03-A0A0-04D064873A56}" dt="2024-04-11T09:28:31.359" v="9184" actId="1076"/>
        <pc:sldMkLst>
          <pc:docMk/>
          <pc:sldMk cId="1511031208" sldId="279"/>
        </pc:sldMkLst>
      </pc:sldChg>
      <pc:sldChg chg="addSp delSp modSp add del mod delAnim">
        <pc:chgData name="Hanna Kossowsky" userId="56e21b23dc263710" providerId="LiveId" clId="{D4356A06-506A-4A03-A0A0-04D064873A56}" dt="2024-04-07T10:23:21.392" v="4395" actId="47"/>
        <pc:sldMkLst>
          <pc:docMk/>
          <pc:sldMk cId="2370869464" sldId="280"/>
        </pc:sldMkLst>
      </pc:sldChg>
      <pc:sldChg chg="modSp add mod modAnim">
        <pc:chgData name="Hanna Kossowsky" userId="56e21b23dc263710" providerId="LiveId" clId="{D4356A06-506A-4A03-A0A0-04D064873A56}" dt="2024-04-29T17:51:23.275" v="9896"/>
        <pc:sldMkLst>
          <pc:docMk/>
          <pc:sldMk cId="1857471371" sldId="281"/>
        </pc:sldMkLst>
      </pc:sldChg>
      <pc:sldChg chg="addSp delSp modSp add mod delAnim modAnim modNotesTx">
        <pc:chgData name="Hanna Kossowsky" userId="56e21b23dc263710" providerId="LiveId" clId="{D4356A06-506A-4A03-A0A0-04D064873A56}" dt="2024-04-29T19:48:30.999" v="9922"/>
        <pc:sldMkLst>
          <pc:docMk/>
          <pc:sldMk cId="2576418047" sldId="282"/>
        </pc:sldMkLst>
      </pc:sldChg>
      <pc:sldChg chg="delSp modSp add mod modNotesTx">
        <pc:chgData name="Hanna Kossowsky" userId="56e21b23dc263710" providerId="LiveId" clId="{D4356A06-506A-4A03-A0A0-04D064873A56}" dt="2024-04-07T11:17:20.635" v="4675" actId="12"/>
        <pc:sldMkLst>
          <pc:docMk/>
          <pc:sldMk cId="856824348" sldId="283"/>
        </pc:sldMkLst>
      </pc:sldChg>
      <pc:sldChg chg="modSp add del mod">
        <pc:chgData name="Hanna Kossowsky" userId="56e21b23dc263710" providerId="LiveId" clId="{D4356A06-506A-4A03-A0A0-04D064873A56}" dt="2024-04-07T11:15:49.888" v="4645" actId="47"/>
        <pc:sldMkLst>
          <pc:docMk/>
          <pc:sldMk cId="3035076308" sldId="284"/>
        </pc:sldMkLst>
      </pc:sldChg>
      <pc:sldChg chg="modSp add mod">
        <pc:chgData name="Hanna Kossowsky" userId="56e21b23dc263710" providerId="LiveId" clId="{D4356A06-506A-4A03-A0A0-04D064873A56}" dt="2024-04-07T12:24:20.311" v="5360" actId="2710"/>
        <pc:sldMkLst>
          <pc:docMk/>
          <pc:sldMk cId="3042682632" sldId="285"/>
        </pc:sldMkLst>
      </pc:sldChg>
      <pc:sldChg chg="add">
        <pc:chgData name="Hanna Kossowsky" userId="56e21b23dc263710" providerId="LiveId" clId="{D4356A06-506A-4A03-A0A0-04D064873A56}" dt="2024-04-07T11:17:06.672" v="4667"/>
        <pc:sldMkLst>
          <pc:docMk/>
          <pc:sldMk cId="3720169326" sldId="286"/>
        </pc:sldMkLst>
      </pc:sldChg>
      <pc:sldChg chg="addSp delSp modSp add mod modAnim modNotesTx">
        <pc:chgData name="Hanna Kossowsky" userId="56e21b23dc263710" providerId="LiveId" clId="{D4356A06-506A-4A03-A0A0-04D064873A56}" dt="2024-04-29T19:48:42.190" v="9924"/>
        <pc:sldMkLst>
          <pc:docMk/>
          <pc:sldMk cId="1841188842" sldId="287"/>
        </pc:sldMkLst>
      </pc:sldChg>
      <pc:sldChg chg="addSp delSp modSp add mod modNotesTx">
        <pc:chgData name="Hanna Kossowsky" userId="56e21b23dc263710" providerId="LiveId" clId="{D4356A06-506A-4A03-A0A0-04D064873A56}" dt="2024-04-29T19:49:10.831" v="9927" actId="13926"/>
        <pc:sldMkLst>
          <pc:docMk/>
          <pc:sldMk cId="2106269780" sldId="288"/>
        </pc:sldMkLst>
      </pc:sldChg>
      <pc:sldChg chg="add del modNotesTx">
        <pc:chgData name="Hanna Kossowsky" userId="56e21b23dc263710" providerId="LiveId" clId="{D4356A06-506A-4A03-A0A0-04D064873A56}" dt="2024-04-07T12:17:49.921" v="5036" actId="47"/>
        <pc:sldMkLst>
          <pc:docMk/>
          <pc:sldMk cId="1959779361" sldId="289"/>
        </pc:sldMkLst>
      </pc:sldChg>
      <pc:sldChg chg="addSp delSp modSp add mod modNotesTx">
        <pc:chgData name="Hanna Kossowsky" userId="56e21b23dc263710" providerId="LiveId" clId="{D4356A06-506A-4A03-A0A0-04D064873A56}" dt="2024-04-11T07:45:35.098" v="7657" actId="20577"/>
        <pc:sldMkLst>
          <pc:docMk/>
          <pc:sldMk cId="3572271568" sldId="315"/>
        </pc:sldMkLst>
      </pc:sldChg>
      <pc:sldChg chg="addSp delSp modSp add del mod modAnim">
        <pc:chgData name="Hanna Kossowsky" userId="56e21b23dc263710" providerId="LiveId" clId="{D4356A06-506A-4A03-A0A0-04D064873A56}" dt="2024-04-07T12:20:57.483" v="5136" actId="47"/>
        <pc:sldMkLst>
          <pc:docMk/>
          <pc:sldMk cId="985941570" sldId="385"/>
        </pc:sldMkLst>
      </pc:sldChg>
      <pc:sldChg chg="addSp modSp add mod modAnim modNotesTx">
        <pc:chgData name="Hanna Kossowsky" userId="56e21b23dc263710" providerId="LiveId" clId="{D4356A06-506A-4A03-A0A0-04D064873A56}" dt="2024-04-11T07:48:47.444" v="7927" actId="20577"/>
        <pc:sldMkLst>
          <pc:docMk/>
          <pc:sldMk cId="3252578053" sldId="386"/>
        </pc:sldMkLst>
      </pc:sldChg>
      <pc:sldChg chg="delSp modSp add del mod modNotesTx">
        <pc:chgData name="Hanna Kossowsky" userId="56e21b23dc263710" providerId="LiveId" clId="{D4356A06-506A-4A03-A0A0-04D064873A56}" dt="2024-04-07T12:46:09.881" v="6601" actId="47"/>
        <pc:sldMkLst>
          <pc:docMk/>
          <pc:sldMk cId="690614485" sldId="387"/>
        </pc:sldMkLst>
      </pc:sldChg>
      <pc:sldChg chg="add del">
        <pc:chgData name="Hanna Kossowsky" userId="56e21b23dc263710" providerId="LiveId" clId="{D4356A06-506A-4A03-A0A0-04D064873A56}" dt="2024-04-11T08:41:04.583" v="7931" actId="47"/>
        <pc:sldMkLst>
          <pc:docMk/>
          <pc:sldMk cId="1463522460" sldId="387"/>
        </pc:sldMkLst>
      </pc:sldChg>
      <pc:sldChg chg="addSp modSp add mod ord modAnim">
        <pc:chgData name="Hanna Kossowsky" userId="56e21b23dc263710" providerId="LiveId" clId="{D4356A06-506A-4A03-A0A0-04D064873A56}" dt="2024-04-29T17:38:11.079" v="9531"/>
        <pc:sldMkLst>
          <pc:docMk/>
          <pc:sldMk cId="3306194807" sldId="388"/>
        </pc:sldMkLst>
      </pc:sldChg>
      <pc:sldChg chg="addSp delSp modSp add mod modNotesTx">
        <pc:chgData name="Hanna Kossowsky" userId="56e21b23dc263710" providerId="LiveId" clId="{D4356A06-506A-4A03-A0A0-04D064873A56}" dt="2024-04-11T08:54:59.965" v="8426" actId="1076"/>
        <pc:sldMkLst>
          <pc:docMk/>
          <pc:sldMk cId="2487857439" sldId="389"/>
        </pc:sldMkLst>
      </pc:sldChg>
      <pc:sldChg chg="addSp delSp modSp add mod">
        <pc:chgData name="Hanna Kossowsky" userId="56e21b23dc263710" providerId="LiveId" clId="{D4356A06-506A-4A03-A0A0-04D064873A56}" dt="2024-04-11T09:00:18.910" v="8895" actId="478"/>
        <pc:sldMkLst>
          <pc:docMk/>
          <pc:sldMk cId="2205368609" sldId="390"/>
        </pc:sldMkLst>
      </pc:sldChg>
      <pc:sldChg chg="addSp delSp modSp add mod">
        <pc:chgData name="Hanna Kossowsky" userId="56e21b23dc263710" providerId="LiveId" clId="{D4356A06-506A-4A03-A0A0-04D064873A56}" dt="2024-04-11T09:18:30.125" v="9017" actId="1076"/>
        <pc:sldMkLst>
          <pc:docMk/>
          <pc:sldMk cId="2795164391" sldId="391"/>
        </pc:sldMkLst>
      </pc:sldChg>
      <pc:sldChg chg="addSp delSp modSp add mod">
        <pc:chgData name="Hanna Kossowsky" userId="56e21b23dc263710" providerId="LiveId" clId="{D4356A06-506A-4A03-A0A0-04D064873A56}" dt="2024-04-11T09:20:53.461" v="9073" actId="1076"/>
        <pc:sldMkLst>
          <pc:docMk/>
          <pc:sldMk cId="3046450321" sldId="392"/>
        </pc:sldMkLst>
      </pc:sldChg>
      <pc:sldChg chg="modSp add mod ord modAnim">
        <pc:chgData name="Hanna Kossowsky" userId="56e21b23dc263710" providerId="LiveId" clId="{D4356A06-506A-4A03-A0A0-04D064873A56}" dt="2024-04-29T17:50:41.364" v="9889"/>
        <pc:sldMkLst>
          <pc:docMk/>
          <pc:sldMk cId="577880875" sldId="393"/>
        </pc:sldMkLst>
      </pc:sldChg>
      <pc:sldChg chg="addSp modSp add mod ord">
        <pc:chgData name="Hanna Kossowsky" userId="56e21b23dc263710" providerId="LiveId" clId="{D4356A06-506A-4A03-A0A0-04D064873A56}" dt="2024-04-29T17:38:09.230" v="9529" actId="20577"/>
        <pc:sldMkLst>
          <pc:docMk/>
          <pc:sldMk cId="1814684987" sldId="394"/>
        </pc:sldMkLst>
      </pc:sldChg>
      <pc:sldChg chg="modSp add mod modAnim">
        <pc:chgData name="Hanna Kossowsky" userId="56e21b23dc263710" providerId="LiveId" clId="{D4356A06-506A-4A03-A0A0-04D064873A56}" dt="2024-04-29T19:48:04.439" v="9920"/>
        <pc:sldMkLst>
          <pc:docMk/>
          <pc:sldMk cId="1374448592" sldId="395"/>
        </pc:sldMkLst>
      </pc:sldChg>
      <pc:sldChg chg="add del">
        <pc:chgData name="Hanna Kossowsky" userId="56e21b23dc263710" providerId="LiveId" clId="{D4356A06-506A-4A03-A0A0-04D064873A56}" dt="2024-04-29T17:38:23.993" v="9535" actId="47"/>
        <pc:sldMkLst>
          <pc:docMk/>
          <pc:sldMk cId="4019324573" sldId="395"/>
        </pc:sldMkLst>
      </pc:sldChg>
      <pc:sldChg chg="modSp add mod">
        <pc:chgData name="Hanna Kossowsky" userId="56e21b23dc263710" providerId="LiveId" clId="{D4356A06-506A-4A03-A0A0-04D064873A56}" dt="2024-04-29T19:49:13.920" v="9928" actId="13926"/>
        <pc:sldMkLst>
          <pc:docMk/>
          <pc:sldMk cId="987074334" sldId="396"/>
        </pc:sldMkLst>
      </pc:sldChg>
    </pc:docChg>
  </pc:docChgLst>
  <pc:docChgLst>
    <pc:chgData name="Hanna Kossowsky" userId="56e21b23dc263710" providerId="LiveId" clId="{3B5D1565-E1D0-43F2-80F4-E5DCA54FBF51}"/>
    <pc:docChg chg="custSel addSld delSld modSld">
      <pc:chgData name="Hanna Kossowsky" userId="56e21b23dc263710" providerId="LiveId" clId="{3B5D1565-E1D0-43F2-80F4-E5DCA54FBF51}" dt="2025-02-19T06:58:49.006" v="53" actId="47"/>
      <pc:docMkLst>
        <pc:docMk/>
      </pc:docMkLst>
      <pc:sldChg chg="modSp mod modAnim">
        <pc:chgData name="Hanna Kossowsky" userId="56e21b23dc263710" providerId="LiveId" clId="{3B5D1565-E1D0-43F2-80F4-E5DCA54FBF51}" dt="2025-02-19T06:57:18.328" v="52" actId="1036"/>
        <pc:sldMkLst>
          <pc:docMk/>
          <pc:sldMk cId="653706785" sldId="257"/>
        </pc:sldMkLst>
      </pc:sldChg>
      <pc:sldChg chg="del">
        <pc:chgData name="Hanna Kossowsky" userId="56e21b23dc263710" providerId="LiveId" clId="{3B5D1565-E1D0-43F2-80F4-E5DCA54FBF51}" dt="2025-02-19T06:58:49.006" v="53" actId="47"/>
        <pc:sldMkLst>
          <pc:docMk/>
          <pc:sldMk cId="2889954775" sldId="272"/>
        </pc:sldMkLst>
      </pc:sldChg>
      <pc:sldChg chg="modSp add mod">
        <pc:chgData name="Hanna Kossowsky" userId="56e21b23dc263710" providerId="LiveId" clId="{3B5D1565-E1D0-43F2-80F4-E5DCA54FBF51}" dt="2025-02-19T06:55:53.653" v="4" actId="12"/>
        <pc:sldMkLst>
          <pc:docMk/>
          <pc:sldMk cId="143904550" sldId="3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David" panose="020E0502060401010101" pitchFamily="34" charset="-79"/>
              </a:defRPr>
            </a:lvl1pPr>
          </a:lstStyle>
          <a:p>
            <a:endParaRPr lang="LID4096"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David" panose="020E0502060401010101" pitchFamily="34" charset="-79"/>
              </a:defRPr>
            </a:lvl1pPr>
          </a:lstStyle>
          <a:p>
            <a:fld id="{B9B7A0CB-AC5E-42C2-BB7C-8018833232CB}" type="datetimeFigureOut">
              <a:rPr lang="LID4096" smtClean="0"/>
              <a:pPr/>
              <a:t>03/24/2026</a:t>
            </a:fld>
            <a:endParaRPr lang="LID4096"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David" panose="020E0502060401010101" pitchFamily="34" charset="-79"/>
              </a:defRPr>
            </a:lvl1pPr>
          </a:lstStyle>
          <a:p>
            <a:endParaRPr lang="LID4096"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David" panose="020E0502060401010101" pitchFamily="34" charset="-79"/>
              </a:defRPr>
            </a:lvl1pPr>
          </a:lstStyle>
          <a:p>
            <a:fld id="{FA96E01F-8DBD-4634-ACB5-33D503B64F6E}" type="slidenum">
              <a:rPr lang="LID4096" smtClean="0"/>
              <a:pPr/>
              <a:t>‹#›</a:t>
            </a:fld>
            <a:endParaRPr lang="LID4096" dirty="0"/>
          </a:p>
        </p:txBody>
      </p:sp>
    </p:spTree>
    <p:extLst>
      <p:ext uri="{BB962C8B-B14F-4D97-AF65-F5344CB8AC3E}">
        <p14:creationId xmlns:p14="http://schemas.microsoft.com/office/powerpoint/2010/main" val="3801330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David" panose="020E0502060401010101" pitchFamily="34" charset="-79"/>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en.wikipedia.org/wiki/Event_(probability_theory)" TargetMode="External"/><Relationship Id="rId2" Type="http://schemas.openxmlformats.org/officeDocument/2006/relationships/slide" Target="../slides/slide44.xml"/><Relationship Id="rId1" Type="http://schemas.openxmlformats.org/officeDocument/2006/relationships/notesMaster" Target="../notesMasters/notesMaster1.xml"/><Relationship Id="rId4" Type="http://schemas.openxmlformats.org/officeDocument/2006/relationships/hyperlink" Target="https://en.wikipedia.org/wiki/Statistical_independence"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
        <p:nvSpPr>
          <p:cNvPr id="4" name="Slide Number Placeholder 3"/>
          <p:cNvSpPr>
            <a:spLocks noGrp="1"/>
          </p:cNvSpPr>
          <p:nvPr>
            <p:ph type="sldNum" sz="quarter" idx="5"/>
          </p:nvPr>
        </p:nvSpPr>
        <p:spPr/>
        <p:txBody>
          <a:bodyPr/>
          <a:lstStyle/>
          <a:p>
            <a:fld id="{FA96E01F-8DBD-4634-ACB5-33D503B64F6E}" type="slidenum">
              <a:rPr lang="LID4096" smtClean="0"/>
              <a:t>1</a:t>
            </a:fld>
            <a:endParaRPr lang="LID4096"/>
          </a:p>
        </p:txBody>
      </p:sp>
    </p:spTree>
    <p:extLst>
      <p:ext uri="{BB962C8B-B14F-4D97-AF65-F5344CB8AC3E}">
        <p14:creationId xmlns:p14="http://schemas.microsoft.com/office/powerpoint/2010/main" val="2206652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A96E01F-8DBD-4634-ACB5-33D503B64F6E}" type="slidenum">
              <a:rPr lang="LID4096" smtClean="0"/>
              <a:t>3</a:t>
            </a:fld>
            <a:endParaRPr lang="LID4096"/>
          </a:p>
        </p:txBody>
      </p:sp>
    </p:spTree>
    <p:extLst>
      <p:ext uri="{BB962C8B-B14F-4D97-AF65-F5344CB8AC3E}">
        <p14:creationId xmlns:p14="http://schemas.microsoft.com/office/powerpoint/2010/main" val="2449518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7CA18-5992-875C-1526-C9AE4DDA1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B6F23-0246-6500-A68E-05081F2CAF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F77F0-427D-B3B3-D6C3-39185D1748B2}"/>
              </a:ext>
            </a:extLst>
          </p:cNvPr>
          <p:cNvSpPr>
            <a:spLocks noGrp="1"/>
          </p:cNvSpPr>
          <p:nvPr>
            <p:ph type="body" idx="1"/>
          </p:nvPr>
        </p:nvSpPr>
        <p:spPr/>
        <p:txBody>
          <a:bodyPr/>
          <a:lstStyle/>
          <a:p>
            <a:r>
              <a:rPr lang="en-US" dirty="0"/>
              <a:t>Ordinal, serial - </a:t>
            </a:r>
            <a:r>
              <a:rPr lang="he-IL" sz="1200" b="0" i="0" kern="1200" dirty="0">
                <a:solidFill>
                  <a:schemeClr val="tx1"/>
                </a:solidFill>
                <a:effectLst/>
                <a:latin typeface="David" panose="020E0502060401010101" pitchFamily="34" charset="-79"/>
                <a:ea typeface="+mn-ea"/>
                <a:cs typeface="+mn-cs"/>
              </a:rPr>
              <a:t>מִסְפָּר </a:t>
            </a:r>
            <a:r>
              <a:rPr lang="he-IL" sz="1200" b="0" i="0" kern="1200" dirty="0" err="1">
                <a:solidFill>
                  <a:schemeClr val="tx1"/>
                </a:solidFill>
                <a:effectLst/>
                <a:latin typeface="David" panose="020E0502060401010101" pitchFamily="34" charset="-79"/>
                <a:ea typeface="+mn-ea"/>
                <a:cs typeface="+mn-cs"/>
              </a:rPr>
              <a:t>סִדּוּרִי</a:t>
            </a:r>
            <a:r>
              <a:rPr lang="he-IL" sz="1200" b="0" i="0" kern="1200" dirty="0">
                <a:solidFill>
                  <a:schemeClr val="tx1"/>
                </a:solidFill>
                <a:effectLst/>
                <a:latin typeface="David" panose="020E0502060401010101" pitchFamily="34" charset="-79"/>
                <a:ea typeface="+mn-ea"/>
                <a:cs typeface="+mn-cs"/>
              </a:rPr>
              <a:t>, מִסְפָּר סוֹדֵר</a:t>
            </a:r>
            <a:r>
              <a:rPr lang="en-US" sz="1200" b="0" i="0" kern="1200" dirty="0">
                <a:solidFill>
                  <a:schemeClr val="tx1"/>
                </a:solidFill>
                <a:effectLst/>
                <a:latin typeface="David" panose="020E0502060401010101" pitchFamily="34" charset="-79"/>
                <a:ea typeface="+mn-ea"/>
                <a:cs typeface="+mn-cs"/>
              </a:rPr>
              <a:t>, </a:t>
            </a:r>
          </a:p>
          <a:p>
            <a:r>
              <a:rPr lang="he-IL" sz="1200" b="0" i="0" kern="1200" dirty="0">
                <a:solidFill>
                  <a:schemeClr val="tx1"/>
                </a:solidFill>
                <a:effectLst/>
                <a:latin typeface="David" panose="020E0502060401010101" pitchFamily="34" charset="-79"/>
                <a:ea typeface="+mn-ea"/>
                <a:cs typeface="+mn-cs"/>
              </a:rPr>
              <a:t>מספר שמתאר את מיקומו של עצם כלשהו בסדרה</a:t>
            </a:r>
            <a:endParaRPr lang="en-US" sz="1200" b="0" i="0" kern="1200" dirty="0">
              <a:solidFill>
                <a:schemeClr val="tx1"/>
              </a:solidFill>
              <a:effectLst/>
              <a:latin typeface="David" panose="020E0502060401010101" pitchFamily="34" charset="-79"/>
              <a:ea typeface="+mn-ea"/>
              <a:cs typeface="+mn-cs"/>
            </a:endParaRPr>
          </a:p>
          <a:p>
            <a:endParaRPr lang="LID4096" dirty="0"/>
          </a:p>
        </p:txBody>
      </p:sp>
      <p:sp>
        <p:nvSpPr>
          <p:cNvPr id="4" name="Slide Number Placeholder 3">
            <a:extLst>
              <a:ext uri="{FF2B5EF4-FFF2-40B4-BE49-F238E27FC236}">
                <a16:creationId xmlns:a16="http://schemas.microsoft.com/office/drawing/2014/main" id="{F097DDB5-1E02-FE30-ED62-CDA721AAB35E}"/>
              </a:ext>
            </a:extLst>
          </p:cNvPr>
          <p:cNvSpPr>
            <a:spLocks noGrp="1"/>
          </p:cNvSpPr>
          <p:nvPr>
            <p:ph type="sldNum" sz="quarter" idx="5"/>
          </p:nvPr>
        </p:nvSpPr>
        <p:spPr/>
        <p:txBody>
          <a:bodyPr/>
          <a:lstStyle/>
          <a:p>
            <a:fld id="{FA96E01F-8DBD-4634-ACB5-33D503B64F6E}" type="slidenum">
              <a:rPr lang="LID4096" smtClean="0"/>
              <a:t>4</a:t>
            </a:fld>
            <a:endParaRPr lang="LID4096"/>
          </a:p>
        </p:txBody>
      </p:sp>
    </p:spTree>
    <p:extLst>
      <p:ext uri="{BB962C8B-B14F-4D97-AF65-F5344CB8AC3E}">
        <p14:creationId xmlns:p14="http://schemas.microsoft.com/office/powerpoint/2010/main" val="1655510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84F31-BC82-1585-9C25-44CDE6BCEE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C1978A-C159-22BC-6F33-1553F076E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C11FC-8DDB-47E5-7FC1-8678E3B545EC}"/>
              </a:ext>
            </a:extLst>
          </p:cNvPr>
          <p:cNvSpPr>
            <a:spLocks noGrp="1"/>
          </p:cNvSpPr>
          <p:nvPr>
            <p:ph type="body" idx="1"/>
          </p:nvPr>
        </p:nvSpPr>
        <p:spPr/>
        <p:txBody>
          <a:bodyPr/>
          <a:lstStyle/>
          <a:p>
            <a:r>
              <a:rPr lang="en-GB" dirty="0"/>
              <a:t>If in </a:t>
            </a:r>
            <a:r>
              <a:rPr lang="en-GB" dirty="0" err="1"/>
              <a:t>color</a:t>
            </a:r>
            <a:r>
              <a:rPr lang="en-GB" dirty="0"/>
              <a:t> we are really looking at wavelength -&gt; continuous.</a:t>
            </a:r>
          </a:p>
          <a:p>
            <a:r>
              <a:rPr lang="en-GB" dirty="0"/>
              <a:t>If we are looking at the order of the rainbow - ordinal</a:t>
            </a:r>
            <a:endParaRPr lang="LID4096" dirty="0"/>
          </a:p>
        </p:txBody>
      </p:sp>
      <p:sp>
        <p:nvSpPr>
          <p:cNvPr id="4" name="Slide Number Placeholder 3">
            <a:extLst>
              <a:ext uri="{FF2B5EF4-FFF2-40B4-BE49-F238E27FC236}">
                <a16:creationId xmlns:a16="http://schemas.microsoft.com/office/drawing/2014/main" id="{3EB60484-0365-4841-0812-9594E6BD2849}"/>
              </a:ext>
            </a:extLst>
          </p:cNvPr>
          <p:cNvSpPr>
            <a:spLocks noGrp="1"/>
          </p:cNvSpPr>
          <p:nvPr>
            <p:ph type="sldNum" sz="quarter" idx="5"/>
          </p:nvPr>
        </p:nvSpPr>
        <p:spPr/>
        <p:txBody>
          <a:bodyPr/>
          <a:lstStyle/>
          <a:p>
            <a:fld id="{FA96E01F-8DBD-4634-ACB5-33D503B64F6E}" type="slidenum">
              <a:rPr lang="LID4096" smtClean="0"/>
              <a:t>5</a:t>
            </a:fld>
            <a:endParaRPr lang="LID4096"/>
          </a:p>
        </p:txBody>
      </p:sp>
    </p:spTree>
    <p:extLst>
      <p:ext uri="{BB962C8B-B14F-4D97-AF65-F5344CB8AC3E}">
        <p14:creationId xmlns:p14="http://schemas.microsoft.com/office/powerpoint/2010/main" val="3508473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1899D-6743-C2E1-A2AD-1D7F18367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6A920-C1F2-81D3-A39B-F82B5EBC2E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3AD0D-6F87-9442-3479-D936D371DFFC}"/>
              </a:ext>
            </a:extLst>
          </p:cNvPr>
          <p:cNvSpPr>
            <a:spLocks noGrp="1"/>
          </p:cNvSpPr>
          <p:nvPr>
            <p:ph type="body" idx="1"/>
          </p:nvPr>
        </p:nvSpPr>
        <p:spPr/>
        <p:txBody>
          <a:bodyPr/>
          <a:lstStyle/>
          <a:p>
            <a:r>
              <a:rPr lang="en-GB" dirty="0"/>
              <a:t>What we are measuring – not always so straight forward. </a:t>
            </a:r>
          </a:p>
          <a:p>
            <a:endParaRPr lang="en-GB" dirty="0"/>
          </a:p>
          <a:p>
            <a:pPr marL="171450" indent="-171450">
              <a:buFont typeface="Arial" panose="020B0604020202020204" pitchFamily="34" charset="0"/>
              <a:buChar char="•"/>
            </a:pPr>
            <a:r>
              <a:rPr lang="en-GB" dirty="0"/>
              <a:t>We want to know if the medicine is helping, what measurements should we take?</a:t>
            </a:r>
          </a:p>
          <a:p>
            <a:pPr marL="171450" indent="-171450">
              <a:buFont typeface="Arial" panose="020B0604020202020204" pitchFamily="34" charset="0"/>
              <a:buChar char="•"/>
            </a:pPr>
            <a:r>
              <a:rPr lang="en-GB" dirty="0"/>
              <a:t>If the virus appears only in the blood, looking at any other sample is useless. Or what in the blood do we need to look at. </a:t>
            </a:r>
          </a:p>
          <a:p>
            <a:pPr marL="171450" indent="-171450">
              <a:buFont typeface="Arial" panose="020B0604020202020204" pitchFamily="34" charset="0"/>
              <a:buChar char="•"/>
            </a:pPr>
            <a:r>
              <a:rPr lang="en-GB" dirty="0"/>
              <a:t>What units are we measuring in. can our measurements answer the question we’re asking.</a:t>
            </a:r>
            <a:endParaRPr lang="LID4096" dirty="0"/>
          </a:p>
        </p:txBody>
      </p:sp>
      <p:sp>
        <p:nvSpPr>
          <p:cNvPr id="4" name="Slide Number Placeholder 3">
            <a:extLst>
              <a:ext uri="{FF2B5EF4-FFF2-40B4-BE49-F238E27FC236}">
                <a16:creationId xmlns:a16="http://schemas.microsoft.com/office/drawing/2014/main" id="{681B0C77-2BBB-307C-A62F-A7BC3BBF9421}"/>
              </a:ext>
            </a:extLst>
          </p:cNvPr>
          <p:cNvSpPr>
            <a:spLocks noGrp="1"/>
          </p:cNvSpPr>
          <p:nvPr>
            <p:ph type="sldNum" sz="quarter" idx="5"/>
          </p:nvPr>
        </p:nvSpPr>
        <p:spPr/>
        <p:txBody>
          <a:bodyPr/>
          <a:lstStyle/>
          <a:p>
            <a:fld id="{FA96E01F-8DBD-4634-ACB5-33D503B64F6E}" type="slidenum">
              <a:rPr lang="LID4096" smtClean="0"/>
              <a:t>6</a:t>
            </a:fld>
            <a:endParaRPr lang="LID4096"/>
          </a:p>
        </p:txBody>
      </p:sp>
    </p:spTree>
    <p:extLst>
      <p:ext uri="{BB962C8B-B14F-4D97-AF65-F5344CB8AC3E}">
        <p14:creationId xmlns:p14="http://schemas.microsoft.com/office/powerpoint/2010/main" val="713504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2999C-4C0A-4F59-2225-10602151C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ACFDD-FE58-25BF-0F0D-49580AA85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BBFF2-D889-E144-BC74-D9DB4DD2B6A9}"/>
              </a:ext>
            </a:extLst>
          </p:cNvPr>
          <p:cNvSpPr>
            <a:spLocks noGrp="1"/>
          </p:cNvSpPr>
          <p:nvPr>
            <p:ph type="body" idx="1"/>
          </p:nvPr>
        </p:nvSpPr>
        <p:spPr/>
        <p:txBody>
          <a:bodyPr/>
          <a:lstStyle/>
          <a:p>
            <a:r>
              <a:rPr lang="en-GB" dirty="0"/>
              <a:t>What we are measuring – not always so straight forward. We want to know if the medicine is helping, what measurements should we take?</a:t>
            </a:r>
          </a:p>
          <a:p>
            <a:r>
              <a:rPr lang="en-GB" dirty="0"/>
              <a:t>If the virus appears only in the blood, looking at any other sample is useless. Or what in the blood do we need to look at. What units are we measuring in. can our measurements answer the question we’re asking.</a:t>
            </a:r>
          </a:p>
          <a:p>
            <a:endParaRPr lang="en-GB" dirty="0"/>
          </a:p>
          <a:p>
            <a:r>
              <a:rPr lang="en-US" dirty="0"/>
              <a:t>Significant digits are a way of showing how precise a measurement really is. The number of digits you report should match the precision of the measuring process, not create a false impression of accuracy. This is closely related to the choice of units: a good unit makes the important variation visible without forcing you to write either too many meaningless digits or numbers that are awkwardly large or small. For example, reporting cerebellar volume as 0.13 fraction of TICV may be more appropriate than 0.129847, because the latter suggests a level of precision we probably do not have. In general, choose units that make the data easy to read, and report only as many significant digits as are justified by the actual measurement precision.</a:t>
            </a:r>
            <a:endParaRPr lang="LID4096" dirty="0"/>
          </a:p>
        </p:txBody>
      </p:sp>
      <p:sp>
        <p:nvSpPr>
          <p:cNvPr id="4" name="Slide Number Placeholder 3">
            <a:extLst>
              <a:ext uri="{FF2B5EF4-FFF2-40B4-BE49-F238E27FC236}">
                <a16:creationId xmlns:a16="http://schemas.microsoft.com/office/drawing/2014/main" id="{15EB1C4F-7A95-F1D3-EB82-0352802C9C61}"/>
              </a:ext>
            </a:extLst>
          </p:cNvPr>
          <p:cNvSpPr>
            <a:spLocks noGrp="1"/>
          </p:cNvSpPr>
          <p:nvPr>
            <p:ph type="sldNum" sz="quarter" idx="5"/>
          </p:nvPr>
        </p:nvSpPr>
        <p:spPr/>
        <p:txBody>
          <a:bodyPr/>
          <a:lstStyle/>
          <a:p>
            <a:fld id="{FA96E01F-8DBD-4634-ACB5-33D503B64F6E}" type="slidenum">
              <a:rPr lang="LID4096" smtClean="0"/>
              <a:t>7</a:t>
            </a:fld>
            <a:endParaRPr lang="LID4096"/>
          </a:p>
        </p:txBody>
      </p:sp>
    </p:spTree>
    <p:extLst>
      <p:ext uri="{BB962C8B-B14F-4D97-AF65-F5344CB8AC3E}">
        <p14:creationId xmlns:p14="http://schemas.microsoft.com/office/powerpoint/2010/main" val="2659755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DB21F-4B7C-81B4-0B24-35374FFBD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542EF-E905-72BC-37C6-86C3CC7C6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3D1C0E-645A-C97B-A3DB-33A3A8870285}"/>
              </a:ext>
            </a:extLst>
          </p:cNvPr>
          <p:cNvSpPr>
            <a:spLocks noGrp="1"/>
          </p:cNvSpPr>
          <p:nvPr>
            <p:ph type="body" idx="1"/>
          </p:nvPr>
        </p:nvSpPr>
        <p:spPr/>
        <p:txBody>
          <a:bodyPr/>
          <a:lstStyle/>
          <a:p>
            <a:r>
              <a:rPr lang="en-GB" dirty="0"/>
              <a:t>What we are measuring – not always so straight forward. We want to know if the medicine is helping, what measurements should we take?</a:t>
            </a:r>
          </a:p>
          <a:p>
            <a:r>
              <a:rPr lang="en-GB" dirty="0"/>
              <a:t>If the virus appears only in the blood, looking at any other sample is useless. Or what in the blood do we need to look at. What units are we measuring in. can our measurements answer the question we’re asking.</a:t>
            </a:r>
            <a:endParaRPr lang="LID4096" dirty="0"/>
          </a:p>
        </p:txBody>
      </p:sp>
      <p:sp>
        <p:nvSpPr>
          <p:cNvPr id="4" name="Slide Number Placeholder 3">
            <a:extLst>
              <a:ext uri="{FF2B5EF4-FFF2-40B4-BE49-F238E27FC236}">
                <a16:creationId xmlns:a16="http://schemas.microsoft.com/office/drawing/2014/main" id="{0FB51E24-07A7-4A23-3F66-811F0D024C4B}"/>
              </a:ext>
            </a:extLst>
          </p:cNvPr>
          <p:cNvSpPr>
            <a:spLocks noGrp="1"/>
          </p:cNvSpPr>
          <p:nvPr>
            <p:ph type="sldNum" sz="quarter" idx="5"/>
          </p:nvPr>
        </p:nvSpPr>
        <p:spPr/>
        <p:txBody>
          <a:bodyPr/>
          <a:lstStyle/>
          <a:p>
            <a:fld id="{FA96E01F-8DBD-4634-ACB5-33D503B64F6E}" type="slidenum">
              <a:rPr lang="LID4096" smtClean="0"/>
              <a:t>8</a:t>
            </a:fld>
            <a:endParaRPr lang="LID4096"/>
          </a:p>
        </p:txBody>
      </p:sp>
    </p:spTree>
    <p:extLst>
      <p:ext uri="{BB962C8B-B14F-4D97-AF65-F5344CB8AC3E}">
        <p14:creationId xmlns:p14="http://schemas.microsoft.com/office/powerpoint/2010/main" val="1228859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3AF0C-7CF3-085E-9FB0-D046FC1E7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777E7-1D42-90BD-1051-08A79152D5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2C629E-E134-0EA8-0EAD-066B12071647}"/>
              </a:ext>
            </a:extLst>
          </p:cNvPr>
          <p:cNvSpPr>
            <a:spLocks noGrp="1"/>
          </p:cNvSpPr>
          <p:nvPr>
            <p:ph type="body" idx="1"/>
          </p:nvPr>
        </p:nvSpPr>
        <p:spPr/>
        <p:txBody>
          <a:bodyPr/>
          <a:lstStyle/>
          <a:p>
            <a:r>
              <a:rPr lang="en-GB" dirty="0"/>
              <a:t>What we are measuring – not always so straight forward. We want to know if the medicine is helping, what measurements should we take?</a:t>
            </a:r>
          </a:p>
          <a:p>
            <a:r>
              <a:rPr lang="en-GB" dirty="0"/>
              <a:t>If the virus appears only in the blood, looking at any other sample is useless. Or what in the blood do we need to look at. What units are we measuring in. can our measurements answer the question we’re asking.</a:t>
            </a:r>
            <a:endParaRPr lang="LID4096" dirty="0"/>
          </a:p>
        </p:txBody>
      </p:sp>
      <p:sp>
        <p:nvSpPr>
          <p:cNvPr id="4" name="Slide Number Placeholder 3">
            <a:extLst>
              <a:ext uri="{FF2B5EF4-FFF2-40B4-BE49-F238E27FC236}">
                <a16:creationId xmlns:a16="http://schemas.microsoft.com/office/drawing/2014/main" id="{736C1E96-E1C5-8A27-18E2-4284713B8014}"/>
              </a:ext>
            </a:extLst>
          </p:cNvPr>
          <p:cNvSpPr>
            <a:spLocks noGrp="1"/>
          </p:cNvSpPr>
          <p:nvPr>
            <p:ph type="sldNum" sz="quarter" idx="5"/>
          </p:nvPr>
        </p:nvSpPr>
        <p:spPr/>
        <p:txBody>
          <a:bodyPr/>
          <a:lstStyle/>
          <a:p>
            <a:fld id="{FA96E01F-8DBD-4634-ACB5-33D503B64F6E}" type="slidenum">
              <a:rPr lang="LID4096" smtClean="0"/>
              <a:t>9</a:t>
            </a:fld>
            <a:endParaRPr lang="LID4096"/>
          </a:p>
        </p:txBody>
      </p:sp>
    </p:spTree>
    <p:extLst>
      <p:ext uri="{BB962C8B-B14F-4D97-AF65-F5344CB8AC3E}">
        <p14:creationId xmlns:p14="http://schemas.microsoft.com/office/powerpoint/2010/main" val="4085827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80CFF-7035-02AA-2000-4C51080BA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01569-E484-6C45-E433-BAF8490ACF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627D4F-9A46-70C5-B178-889162358249}"/>
              </a:ext>
            </a:extLst>
          </p:cNvPr>
          <p:cNvSpPr>
            <a:spLocks noGrp="1"/>
          </p:cNvSpPr>
          <p:nvPr>
            <p:ph type="body" idx="1"/>
          </p:nvPr>
        </p:nvSpPr>
        <p:spPr/>
        <p:txBody>
          <a:bodyPr/>
          <a:lstStyle/>
          <a:p>
            <a:r>
              <a:rPr lang="en-GB" dirty="0"/>
              <a:t>What we are measuring – not always so straight forward. We want to know if the medicine is helping, what measurements should we take?</a:t>
            </a:r>
          </a:p>
          <a:p>
            <a:r>
              <a:rPr lang="en-GB" dirty="0"/>
              <a:t>If the virus appears only in the blood, looking at any other sample is useless. Or what in the blood do we need to look at. What units are we measuring in. can our measurements answer the question we’re asking.</a:t>
            </a:r>
            <a:endParaRPr lang="LID4096" dirty="0"/>
          </a:p>
        </p:txBody>
      </p:sp>
      <p:sp>
        <p:nvSpPr>
          <p:cNvPr id="4" name="Slide Number Placeholder 3">
            <a:extLst>
              <a:ext uri="{FF2B5EF4-FFF2-40B4-BE49-F238E27FC236}">
                <a16:creationId xmlns:a16="http://schemas.microsoft.com/office/drawing/2014/main" id="{EC12CF08-58AB-88B6-8EC6-F5BAD57E340F}"/>
              </a:ext>
            </a:extLst>
          </p:cNvPr>
          <p:cNvSpPr>
            <a:spLocks noGrp="1"/>
          </p:cNvSpPr>
          <p:nvPr>
            <p:ph type="sldNum" sz="quarter" idx="5"/>
          </p:nvPr>
        </p:nvSpPr>
        <p:spPr/>
        <p:txBody>
          <a:bodyPr/>
          <a:lstStyle/>
          <a:p>
            <a:fld id="{FA96E01F-8DBD-4634-ACB5-33D503B64F6E}" type="slidenum">
              <a:rPr lang="LID4096" smtClean="0"/>
              <a:t>10</a:t>
            </a:fld>
            <a:endParaRPr lang="LID4096"/>
          </a:p>
        </p:txBody>
      </p:sp>
    </p:spTree>
    <p:extLst>
      <p:ext uri="{BB962C8B-B14F-4D97-AF65-F5344CB8AC3E}">
        <p14:creationId xmlns:p14="http://schemas.microsoft.com/office/powerpoint/2010/main" val="4009080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218F8-0D65-91E2-A457-BDE6BC866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CE719-BF71-1405-009C-9E3152359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F65D1-88A0-BD51-E3D9-573293CD6E48}"/>
              </a:ext>
            </a:extLst>
          </p:cNvPr>
          <p:cNvSpPr>
            <a:spLocks noGrp="1"/>
          </p:cNvSpPr>
          <p:nvPr>
            <p:ph type="body" idx="1"/>
          </p:nvPr>
        </p:nvSpPr>
        <p:spPr/>
        <p:txBody>
          <a:bodyPr/>
          <a:lstStyle/>
          <a:p>
            <a:r>
              <a:rPr lang="en-GB" dirty="0"/>
              <a:t>What we are measuring – not always so straight forward. </a:t>
            </a:r>
          </a:p>
          <a:p>
            <a:endParaRPr lang="en-GB" dirty="0"/>
          </a:p>
          <a:p>
            <a:pPr marL="171450" indent="-171450">
              <a:buFont typeface="Arial" panose="020B0604020202020204" pitchFamily="34" charset="0"/>
              <a:buChar char="•"/>
            </a:pPr>
            <a:r>
              <a:rPr lang="en-GB" dirty="0"/>
              <a:t>We want to know if the medicine is helping, what measurements should we take?</a:t>
            </a:r>
          </a:p>
          <a:p>
            <a:pPr marL="171450" indent="-171450">
              <a:buFont typeface="Arial" panose="020B0604020202020204" pitchFamily="34" charset="0"/>
              <a:buChar char="•"/>
            </a:pPr>
            <a:r>
              <a:rPr lang="en-GB" dirty="0"/>
              <a:t>If the virus appears only in the blood, looking at any other sample is useless. Or what in the blood do we need to look at. </a:t>
            </a:r>
          </a:p>
          <a:p>
            <a:pPr marL="171450" indent="-171450">
              <a:buFont typeface="Arial" panose="020B0604020202020204" pitchFamily="34" charset="0"/>
              <a:buChar char="•"/>
            </a:pPr>
            <a:r>
              <a:rPr lang="en-GB" dirty="0"/>
              <a:t>What units are we measuring in. can our measurements answer the question we’re asking.</a:t>
            </a:r>
            <a:endParaRPr lang="LID4096" dirty="0"/>
          </a:p>
        </p:txBody>
      </p:sp>
      <p:sp>
        <p:nvSpPr>
          <p:cNvPr id="4" name="Slide Number Placeholder 3">
            <a:extLst>
              <a:ext uri="{FF2B5EF4-FFF2-40B4-BE49-F238E27FC236}">
                <a16:creationId xmlns:a16="http://schemas.microsoft.com/office/drawing/2014/main" id="{EE52BBC6-8234-E0DC-F642-C8DC865ADF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96E01F-8DBD-4634-ACB5-33D503B64F6E}" type="slidenum">
              <a:rPr kumimoji="0" lang="LID4096" sz="1200" b="0" i="0" u="none" strike="noStrike" kern="1200" cap="none" spc="0" normalizeH="0" baseline="0" noProof="0" smtClean="0">
                <a:ln>
                  <a:noFill/>
                </a:ln>
                <a:solidFill>
                  <a:prstClr val="black"/>
                </a:solidFill>
                <a:effectLst/>
                <a:uLnTx/>
                <a:uFillTx/>
                <a:latin typeface="David" panose="020E0502060401010101" pitchFamily="34"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LID4096" sz="1200" b="0" i="0" u="none" strike="noStrike" kern="1200" cap="none" spc="0" normalizeH="0" baseline="0" noProof="0">
              <a:ln>
                <a:noFill/>
              </a:ln>
              <a:solidFill>
                <a:prstClr val="black"/>
              </a:solidFill>
              <a:effectLst/>
              <a:uLnTx/>
              <a:uFillTx/>
              <a:latin typeface="David" panose="020E0502060401010101" pitchFamily="34" charset="-79"/>
              <a:ea typeface="+mn-ea"/>
              <a:cs typeface="+mn-cs"/>
            </a:endParaRPr>
          </a:p>
        </p:txBody>
      </p:sp>
    </p:spTree>
    <p:extLst>
      <p:ext uri="{BB962C8B-B14F-4D97-AF65-F5344CB8AC3E}">
        <p14:creationId xmlns:p14="http://schemas.microsoft.com/office/powerpoint/2010/main" val="1669562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sz="1200" b="0" i="0" dirty="0">
                <a:effectLst/>
                <a:latin typeface="Calibri" panose="020F0502020204030204" pitchFamily="34" charset="0"/>
              </a:rPr>
              <a:t>You understand that what you measure is what you measure, and what is out there is out there.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sz="1200" dirty="0">
                <a:effectLst/>
                <a:latin typeface="Calibri" panose="020F0502020204030204" pitchFamily="34" charset="0"/>
              </a:rPr>
              <a:t>Data usually reflects multiple measurements and potentially multiple dimensions - each measurement is a poor (noisy, biased, incomplete) measurement of reality.</a:t>
            </a:r>
            <a:endParaRPr lang="en-GB" sz="1200" b="0" i="0"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Calibri" panose="020F0502020204030204" pitchFamily="34" charset="0"/>
              </a:rPr>
              <a:t>Repetitions to understand the underlying</a:t>
            </a:r>
          </a:p>
          <a:p>
            <a:endParaRPr lang="LID4096" dirty="0"/>
          </a:p>
        </p:txBody>
      </p:sp>
      <p:sp>
        <p:nvSpPr>
          <p:cNvPr id="4" name="Slide Number Placeholder 3"/>
          <p:cNvSpPr>
            <a:spLocks noGrp="1"/>
          </p:cNvSpPr>
          <p:nvPr>
            <p:ph type="sldNum" sz="quarter" idx="5"/>
          </p:nvPr>
        </p:nvSpPr>
        <p:spPr/>
        <p:txBody>
          <a:bodyPr/>
          <a:lstStyle/>
          <a:p>
            <a:fld id="{FA96E01F-8DBD-4634-ACB5-33D503B64F6E}" type="slidenum">
              <a:rPr lang="LID4096" smtClean="0"/>
              <a:t>12</a:t>
            </a:fld>
            <a:endParaRPr lang="LID4096"/>
          </a:p>
        </p:txBody>
      </p:sp>
    </p:spTree>
    <p:extLst>
      <p:ext uri="{BB962C8B-B14F-4D97-AF65-F5344CB8AC3E}">
        <p14:creationId xmlns:p14="http://schemas.microsoft.com/office/powerpoint/2010/main" val="3615947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2AD8C-CA2A-98B5-F746-2EC9C26A7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16359C-5C0A-BE75-83AC-D82C07C5E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095E2-FFAE-91C5-DF73-5DE80E153760}"/>
              </a:ext>
            </a:extLst>
          </p:cNvPr>
          <p:cNvSpPr>
            <a:spLocks noGrp="1"/>
          </p:cNvSpPr>
          <p:nvPr>
            <p:ph type="body" idx="1"/>
          </p:nvPr>
        </p:nvSpPr>
        <p:spPr/>
        <p:txBody>
          <a:bodyPr/>
          <a:lstStyle/>
          <a:p>
            <a:pPr marL="228600" indent="-228600">
              <a:buAutoNum type="arabicPeriod"/>
            </a:pPr>
            <a:r>
              <a:rPr lang="en-GB" sz="1200" b="0" i="0" dirty="0">
                <a:effectLst/>
                <a:latin typeface="Calibri" panose="020F0502020204030204" pitchFamily="34" charset="0"/>
              </a:rPr>
              <a:t>You understand that what you measure is what you measure, and what is out there is out there.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sz="1200" dirty="0">
                <a:effectLst/>
                <a:latin typeface="Calibri" panose="020F0502020204030204" pitchFamily="34" charset="0"/>
              </a:rPr>
              <a:t>Data usually reflects multiple measurements and potentially multiple dimensions - each measurement is a poor (noisy, biased, incomplete) measurement of reality.</a:t>
            </a:r>
            <a:endParaRPr lang="en-GB" sz="1200" b="0" i="0"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Calibri" panose="020F0502020204030204" pitchFamily="34" charset="0"/>
              </a:rPr>
              <a:t>Repetitions to understand the underlying</a:t>
            </a:r>
          </a:p>
          <a:p>
            <a:endParaRPr lang="LID4096" dirty="0"/>
          </a:p>
        </p:txBody>
      </p:sp>
      <p:sp>
        <p:nvSpPr>
          <p:cNvPr id="4" name="Slide Number Placeholder 3">
            <a:extLst>
              <a:ext uri="{FF2B5EF4-FFF2-40B4-BE49-F238E27FC236}">
                <a16:creationId xmlns:a16="http://schemas.microsoft.com/office/drawing/2014/main" id="{1B40D196-B110-8634-0591-C4F9A07BFD40}"/>
              </a:ext>
            </a:extLst>
          </p:cNvPr>
          <p:cNvSpPr>
            <a:spLocks noGrp="1"/>
          </p:cNvSpPr>
          <p:nvPr>
            <p:ph type="sldNum" sz="quarter" idx="5"/>
          </p:nvPr>
        </p:nvSpPr>
        <p:spPr/>
        <p:txBody>
          <a:bodyPr/>
          <a:lstStyle/>
          <a:p>
            <a:fld id="{FA96E01F-8DBD-4634-ACB5-33D503B64F6E}" type="slidenum">
              <a:rPr lang="LID4096" smtClean="0"/>
              <a:t>13</a:t>
            </a:fld>
            <a:endParaRPr lang="LID4096"/>
          </a:p>
        </p:txBody>
      </p:sp>
    </p:spTree>
    <p:extLst>
      <p:ext uri="{BB962C8B-B14F-4D97-AF65-F5344CB8AC3E}">
        <p14:creationId xmlns:p14="http://schemas.microsoft.com/office/powerpoint/2010/main" val="3672756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310EC-DD5D-5681-082B-68C3BD196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6E88A-C799-3D15-1294-1033132FF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E1957F-2371-6E21-4B4A-87C1E822C3B7}"/>
              </a:ext>
            </a:extLst>
          </p:cNvPr>
          <p:cNvSpPr>
            <a:spLocks noGrp="1"/>
          </p:cNvSpPr>
          <p:nvPr>
            <p:ph type="body" idx="1"/>
          </p:nvPr>
        </p:nvSpPr>
        <p:spPr/>
        <p:txBody>
          <a:bodyPr/>
          <a:lstStyle/>
          <a:p>
            <a:pPr marL="0" indent="0">
              <a:buNone/>
            </a:pPr>
            <a:r>
              <a:rPr lang="en-GB" sz="1200" b="0" i="0" dirty="0">
                <a:effectLst/>
                <a:latin typeface="Calibri" panose="020F0502020204030204" pitchFamily="34" charset="0"/>
              </a:rPr>
              <a:t>Links:</a:t>
            </a:r>
          </a:p>
          <a:p>
            <a:pPr marL="0" indent="0">
              <a:buNone/>
            </a:pPr>
            <a:r>
              <a:rPr lang="en-GB" sz="1200" b="0" i="0" dirty="0">
                <a:effectLst/>
                <a:latin typeface="Calibri" panose="020F0502020204030204" pitchFamily="34" charset="0"/>
              </a:rPr>
              <a:t>Form - https://forms.gle/cfzsUx12annGpoh36 </a:t>
            </a:r>
          </a:p>
          <a:p>
            <a:pPr marL="0" indent="0">
              <a:buNone/>
            </a:pPr>
            <a:r>
              <a:rPr lang="en-GB" sz="1200" b="0" i="0" dirty="0">
                <a:effectLst/>
                <a:latin typeface="Calibri" panose="020F0502020204030204" pitchFamily="34" charset="0"/>
              </a:rPr>
              <a:t>Google Sheets (collected data) - https://docs.google.com/spreadsheets/d/1arAtqgmDKWv1Cvz32n0J49LkSq9y7VJcCvGgbvq53wQ/edit?usp=sharing</a:t>
            </a:r>
          </a:p>
          <a:p>
            <a:pPr marL="0" indent="0">
              <a:buNone/>
            </a:pPr>
            <a:endParaRPr lang="LID4096" dirty="0"/>
          </a:p>
        </p:txBody>
      </p:sp>
      <p:sp>
        <p:nvSpPr>
          <p:cNvPr id="4" name="Slide Number Placeholder 3">
            <a:extLst>
              <a:ext uri="{FF2B5EF4-FFF2-40B4-BE49-F238E27FC236}">
                <a16:creationId xmlns:a16="http://schemas.microsoft.com/office/drawing/2014/main" id="{6F08DE09-5F93-66F9-F035-91396C763A76}"/>
              </a:ext>
            </a:extLst>
          </p:cNvPr>
          <p:cNvSpPr>
            <a:spLocks noGrp="1"/>
          </p:cNvSpPr>
          <p:nvPr>
            <p:ph type="sldNum" sz="quarter" idx="5"/>
          </p:nvPr>
        </p:nvSpPr>
        <p:spPr/>
        <p:txBody>
          <a:bodyPr/>
          <a:lstStyle/>
          <a:p>
            <a:fld id="{FA96E01F-8DBD-4634-ACB5-33D503B64F6E}" type="slidenum">
              <a:rPr lang="LID4096" smtClean="0"/>
              <a:t>14</a:t>
            </a:fld>
            <a:endParaRPr lang="LID4096"/>
          </a:p>
        </p:txBody>
      </p:sp>
    </p:spTree>
    <p:extLst>
      <p:ext uri="{BB962C8B-B14F-4D97-AF65-F5344CB8AC3E}">
        <p14:creationId xmlns:p14="http://schemas.microsoft.com/office/powerpoint/2010/main" val="1992030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477D-BF59-58D2-A57A-3E1D075C7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68D70-7111-16C9-E8F0-5A1DCAFCE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235C9A-7083-75A0-278E-B62B1BE3F412}"/>
              </a:ext>
            </a:extLst>
          </p:cNvPr>
          <p:cNvSpPr>
            <a:spLocks noGrp="1"/>
          </p:cNvSpPr>
          <p:nvPr>
            <p:ph type="body" idx="1"/>
          </p:nvPr>
        </p:nvSpPr>
        <p:spPr/>
        <p:txBody>
          <a:bodyPr/>
          <a:lstStyle/>
          <a:p>
            <a:r>
              <a:rPr lang="en-US" dirty="0"/>
              <a:t>If we repeat the experiment:</a:t>
            </a:r>
          </a:p>
          <a:p>
            <a:r>
              <a:rPr lang="en-US" dirty="0"/>
              <a:t>Results will change</a:t>
            </a:r>
          </a:p>
          <a:p>
            <a:r>
              <a:rPr lang="en-US" dirty="0"/>
              <a:t>Why?</a:t>
            </a:r>
          </a:p>
          <a:p>
            <a:r>
              <a:rPr lang="en-US" dirty="0"/>
              <a:t>Because </a:t>
            </a:r>
            <a:r>
              <a:rPr lang="en-US" b="1" dirty="0"/>
              <a:t>data is a sample from a population</a:t>
            </a:r>
            <a:endParaRPr lang="en-US" dirty="0"/>
          </a:p>
          <a:p>
            <a:pPr marL="0" indent="0">
              <a:buNone/>
            </a:pPr>
            <a:endParaRPr lang="LID4096" dirty="0"/>
          </a:p>
        </p:txBody>
      </p:sp>
      <p:sp>
        <p:nvSpPr>
          <p:cNvPr id="4" name="Slide Number Placeholder 3">
            <a:extLst>
              <a:ext uri="{FF2B5EF4-FFF2-40B4-BE49-F238E27FC236}">
                <a16:creationId xmlns:a16="http://schemas.microsoft.com/office/drawing/2014/main" id="{9F438EA4-3224-225B-295D-FECC5CD060F0}"/>
              </a:ext>
            </a:extLst>
          </p:cNvPr>
          <p:cNvSpPr>
            <a:spLocks noGrp="1"/>
          </p:cNvSpPr>
          <p:nvPr>
            <p:ph type="sldNum" sz="quarter" idx="5"/>
          </p:nvPr>
        </p:nvSpPr>
        <p:spPr/>
        <p:txBody>
          <a:bodyPr/>
          <a:lstStyle/>
          <a:p>
            <a:fld id="{FA96E01F-8DBD-4634-ACB5-33D503B64F6E}" type="slidenum">
              <a:rPr lang="LID4096" smtClean="0"/>
              <a:t>15</a:t>
            </a:fld>
            <a:endParaRPr lang="LID4096"/>
          </a:p>
        </p:txBody>
      </p:sp>
    </p:spTree>
    <p:extLst>
      <p:ext uri="{BB962C8B-B14F-4D97-AF65-F5344CB8AC3E}">
        <p14:creationId xmlns:p14="http://schemas.microsoft.com/office/powerpoint/2010/main" val="3549795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1EB43-3803-403E-26BF-E71C444CD3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4C76E-661A-F5A8-433B-438A1AA74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2B932-1DC9-406C-758C-59C98246565C}"/>
              </a:ext>
            </a:extLst>
          </p:cNvPr>
          <p:cNvSpPr>
            <a:spLocks noGrp="1"/>
          </p:cNvSpPr>
          <p:nvPr>
            <p:ph type="body" idx="1"/>
          </p:nvPr>
        </p:nvSpPr>
        <p:spPr/>
        <p:txBody>
          <a:bodyPr/>
          <a:lstStyle/>
          <a:p>
            <a:pPr marL="0" indent="0">
              <a:buNone/>
            </a:pPr>
            <a:r>
              <a:rPr lang="en-US" dirty="0"/>
              <a:t>Go to Google </a:t>
            </a:r>
            <a:r>
              <a:rPr lang="en-US" dirty="0" err="1"/>
              <a:t>Colab</a:t>
            </a:r>
            <a:r>
              <a:rPr lang="en-US" dirty="0"/>
              <a:t> to see our data plots</a:t>
            </a:r>
            <a:endParaRPr lang="LID4096" dirty="0"/>
          </a:p>
        </p:txBody>
      </p:sp>
      <p:sp>
        <p:nvSpPr>
          <p:cNvPr id="4" name="Slide Number Placeholder 3">
            <a:extLst>
              <a:ext uri="{FF2B5EF4-FFF2-40B4-BE49-F238E27FC236}">
                <a16:creationId xmlns:a16="http://schemas.microsoft.com/office/drawing/2014/main" id="{C0550804-C3AA-CFFD-D983-2F864223113A}"/>
              </a:ext>
            </a:extLst>
          </p:cNvPr>
          <p:cNvSpPr>
            <a:spLocks noGrp="1"/>
          </p:cNvSpPr>
          <p:nvPr>
            <p:ph type="sldNum" sz="quarter" idx="5"/>
          </p:nvPr>
        </p:nvSpPr>
        <p:spPr/>
        <p:txBody>
          <a:bodyPr/>
          <a:lstStyle/>
          <a:p>
            <a:fld id="{FA96E01F-8DBD-4634-ACB5-33D503B64F6E}" type="slidenum">
              <a:rPr lang="LID4096" smtClean="0"/>
              <a:t>16</a:t>
            </a:fld>
            <a:endParaRPr lang="LID4096"/>
          </a:p>
        </p:txBody>
      </p:sp>
    </p:spTree>
    <p:extLst>
      <p:ext uri="{BB962C8B-B14F-4D97-AF65-F5344CB8AC3E}">
        <p14:creationId xmlns:p14="http://schemas.microsoft.com/office/powerpoint/2010/main" val="2736452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6F534-28A6-6683-0006-E3C84D1D6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CA0BD-210D-BA9B-D21E-0AB1D73C0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143E02-AFC8-BFB8-1DE4-551B16D11124}"/>
              </a:ext>
            </a:extLst>
          </p:cNvPr>
          <p:cNvSpPr>
            <a:spLocks noGrp="1"/>
          </p:cNvSpPr>
          <p:nvPr>
            <p:ph type="body" idx="1"/>
          </p:nvPr>
        </p:nvSpPr>
        <p:spPr/>
        <p:txBody>
          <a:bodyPr/>
          <a:lstStyle/>
          <a:p>
            <a:pPr marL="0" indent="0">
              <a:buNone/>
            </a:pPr>
            <a:r>
              <a:rPr lang="en-US" dirty="0"/>
              <a:t>Why summary statistics?</a:t>
            </a:r>
            <a:br>
              <a:rPr lang="en-US" dirty="0"/>
            </a:br>
            <a:r>
              <a:rPr lang="en-US" dirty="0"/>
              <a:t>We want simple numbers that describe the distribution</a:t>
            </a:r>
            <a:endParaRPr lang="LID4096" dirty="0"/>
          </a:p>
        </p:txBody>
      </p:sp>
      <p:sp>
        <p:nvSpPr>
          <p:cNvPr id="4" name="Slide Number Placeholder 3">
            <a:extLst>
              <a:ext uri="{FF2B5EF4-FFF2-40B4-BE49-F238E27FC236}">
                <a16:creationId xmlns:a16="http://schemas.microsoft.com/office/drawing/2014/main" id="{F8946FD9-67A6-3105-78C4-3B8EA3BCB070}"/>
              </a:ext>
            </a:extLst>
          </p:cNvPr>
          <p:cNvSpPr>
            <a:spLocks noGrp="1"/>
          </p:cNvSpPr>
          <p:nvPr>
            <p:ph type="sldNum" sz="quarter" idx="5"/>
          </p:nvPr>
        </p:nvSpPr>
        <p:spPr/>
        <p:txBody>
          <a:bodyPr/>
          <a:lstStyle/>
          <a:p>
            <a:fld id="{FA96E01F-8DBD-4634-ACB5-33D503B64F6E}" type="slidenum">
              <a:rPr lang="LID4096" smtClean="0"/>
              <a:t>19</a:t>
            </a:fld>
            <a:endParaRPr lang="LID4096"/>
          </a:p>
        </p:txBody>
      </p:sp>
    </p:spTree>
    <p:extLst>
      <p:ext uri="{BB962C8B-B14F-4D97-AF65-F5344CB8AC3E}">
        <p14:creationId xmlns:p14="http://schemas.microsoft.com/office/powerpoint/2010/main" val="38663585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Mean:</a:t>
            </a:r>
          </a:p>
          <a:p>
            <a:pPr marL="228600" indent="-228600">
              <a:buAutoNum type="arabicPeriod"/>
            </a:pPr>
            <a:r>
              <a:rPr lang="en-GB" dirty="0"/>
              <a:t>Common</a:t>
            </a:r>
          </a:p>
          <a:p>
            <a:pPr marL="228600" indent="-228600">
              <a:buAutoNum type="arabicPeriod"/>
            </a:pPr>
            <a:r>
              <a:rPr lang="en-GB" dirty="0"/>
              <a:t>Convenient to work with mathematically</a:t>
            </a:r>
          </a:p>
          <a:p>
            <a:pPr marL="228600" indent="-228600">
              <a:buAutoNum type="arabicPeriod"/>
            </a:pPr>
            <a:r>
              <a:rPr lang="en-GB" dirty="0"/>
              <a:t>Very affected by outliers</a:t>
            </a:r>
          </a:p>
          <a:p>
            <a:pPr marL="228600" indent="-228600">
              <a:buAutoNum type="arabicPeriod"/>
            </a:pPr>
            <a:r>
              <a:rPr lang="en-GB" dirty="0"/>
              <a:t>Continuous or </a:t>
            </a:r>
            <a:r>
              <a:rPr lang="en-GB" b="1" dirty="0"/>
              <a:t>ordinal (for ordinal need to assign numbers to the categories, e.g., </a:t>
            </a:r>
            <a:r>
              <a:rPr lang="en-GB" b="1" dirty="0" err="1"/>
              <a:t>favorite</a:t>
            </a:r>
            <a:r>
              <a:rPr lang="en-GB" b="1" dirty="0"/>
              <a:t> meal, and breakfast, lunch, dinner = 0, 1, 2. The number assignment changes mean. We would have the number of people that preferred each meal)</a:t>
            </a:r>
          </a:p>
          <a:p>
            <a:pPr marL="0" indent="0">
              <a:buNone/>
            </a:pPr>
            <a:r>
              <a:rPr lang="en-GB" dirty="0"/>
              <a:t>Median:</a:t>
            </a:r>
          </a:p>
          <a:p>
            <a:pPr marL="228600" indent="-228600">
              <a:buAutoNum type="arabicPeriod"/>
            </a:pPr>
            <a:r>
              <a:rPr lang="en-GB" dirty="0"/>
              <a:t>The value in the middle -&gt; the same percentage of the population above and below</a:t>
            </a:r>
          </a:p>
          <a:p>
            <a:pPr marL="228600" indent="-228600">
              <a:buAutoNum type="arabicPeriod"/>
            </a:pPr>
            <a:r>
              <a:rPr lang="en-GB" dirty="0"/>
              <a:t>Continuous or </a:t>
            </a:r>
            <a:r>
              <a:rPr lang="en-GB" b="1" dirty="0"/>
              <a:t>ordinal</a:t>
            </a:r>
            <a:r>
              <a:rPr lang="en-GB" dirty="0"/>
              <a:t> (no meaning to a median if the data can't be ordered) the median can be that lunch is the preferred meal. Or that size small is. </a:t>
            </a:r>
          </a:p>
          <a:p>
            <a:pPr marL="0" indent="0">
              <a:buNone/>
            </a:pPr>
            <a:r>
              <a:rPr lang="en-GB" dirty="0"/>
              <a:t>Mode: </a:t>
            </a:r>
          </a:p>
          <a:p>
            <a:pPr marL="0" indent="0">
              <a:buNone/>
            </a:pPr>
            <a:r>
              <a:rPr lang="en-GB" dirty="0"/>
              <a:t>1. The only central tendency measurement for categorical data. Most people prefer dinner. Medicine 1 worked best.</a:t>
            </a:r>
          </a:p>
        </p:txBody>
      </p:sp>
      <p:sp>
        <p:nvSpPr>
          <p:cNvPr id="4" name="Slide Number Placeholder 3"/>
          <p:cNvSpPr>
            <a:spLocks noGrp="1"/>
          </p:cNvSpPr>
          <p:nvPr>
            <p:ph type="sldNum" sz="quarter" idx="5"/>
          </p:nvPr>
        </p:nvSpPr>
        <p:spPr/>
        <p:txBody>
          <a:bodyPr/>
          <a:lstStyle/>
          <a:p>
            <a:fld id="{FA96E01F-8DBD-4634-ACB5-33D503B64F6E}" type="slidenum">
              <a:rPr lang="LID4096" smtClean="0"/>
              <a:t>20</a:t>
            </a:fld>
            <a:endParaRPr lang="LID4096"/>
          </a:p>
        </p:txBody>
      </p:sp>
    </p:spTree>
    <p:extLst>
      <p:ext uri="{BB962C8B-B14F-4D97-AF65-F5344CB8AC3E}">
        <p14:creationId xmlns:p14="http://schemas.microsoft.com/office/powerpoint/2010/main" val="26424085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Mean – care more about big errors than small ones.</a:t>
            </a:r>
          </a:p>
          <a:p>
            <a:r>
              <a:rPr lang="en-GB" dirty="0"/>
              <a:t>Median – care about all sizes of errors equally,</a:t>
            </a:r>
          </a:p>
          <a:p>
            <a:r>
              <a:rPr lang="en-GB" dirty="0"/>
              <a:t>Mode – want to make as few errors as possible</a:t>
            </a:r>
          </a:p>
        </p:txBody>
      </p:sp>
      <p:sp>
        <p:nvSpPr>
          <p:cNvPr id="4" name="Slide Number Placeholder 3"/>
          <p:cNvSpPr>
            <a:spLocks noGrp="1"/>
          </p:cNvSpPr>
          <p:nvPr>
            <p:ph type="sldNum" sz="quarter" idx="5"/>
          </p:nvPr>
        </p:nvSpPr>
        <p:spPr/>
        <p:txBody>
          <a:bodyPr/>
          <a:lstStyle/>
          <a:p>
            <a:fld id="{FA96E01F-8DBD-4634-ACB5-33D503B64F6E}" type="slidenum">
              <a:rPr lang="LID4096" smtClean="0"/>
              <a:t>21</a:t>
            </a:fld>
            <a:endParaRPr lang="LID4096"/>
          </a:p>
        </p:txBody>
      </p:sp>
    </p:spTree>
    <p:extLst>
      <p:ext uri="{BB962C8B-B14F-4D97-AF65-F5344CB8AC3E}">
        <p14:creationId xmlns:p14="http://schemas.microsoft.com/office/powerpoint/2010/main" val="1856614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Pdf</a:t>
            </a:r>
            <a:r>
              <a:rPr lang="en-US" b="0" dirty="0"/>
              <a:t> - where values are likely to occur.</a:t>
            </a:r>
          </a:p>
          <a:p>
            <a:endParaRPr lang="en-GB" dirty="0"/>
          </a:p>
          <a:p>
            <a:pPr lvl="1">
              <a:lnSpc>
                <a:spcPct val="150000"/>
              </a:lnSpc>
              <a:buFont typeface="Wingdings" panose="05000000000000000000" pitchFamily="2" charset="2"/>
              <a:buChar char="§"/>
            </a:pPr>
            <a:r>
              <a:rPr lang="en-GB" dirty="0"/>
              <a:t>Mean – the sum of all values divided by the total number of values.</a:t>
            </a:r>
          </a:p>
          <a:p>
            <a:pPr lvl="1">
              <a:lnSpc>
                <a:spcPct val="150000"/>
              </a:lnSpc>
              <a:buFont typeface="Wingdings" panose="05000000000000000000" pitchFamily="2" charset="2"/>
              <a:buChar char="§"/>
            </a:pPr>
            <a:r>
              <a:rPr lang="en-GB" dirty="0"/>
              <a:t>Median – the middle number in an ordered dataset.</a:t>
            </a:r>
          </a:p>
          <a:p>
            <a:pPr lvl="1">
              <a:lnSpc>
                <a:spcPct val="150000"/>
              </a:lnSpc>
              <a:buFont typeface="Wingdings" panose="05000000000000000000" pitchFamily="2" charset="2"/>
              <a:buChar char="§"/>
            </a:pPr>
            <a:r>
              <a:rPr lang="en-GB" dirty="0"/>
              <a:t>Mode – </a:t>
            </a:r>
            <a:r>
              <a:rPr lang="en-US" dirty="0"/>
              <a:t>the point with the largest probability</a:t>
            </a:r>
            <a:r>
              <a:rPr lang="en-GB" dirty="0"/>
              <a:t> (peak of the pdf). </a:t>
            </a:r>
          </a:p>
          <a:p>
            <a:pPr lvl="1">
              <a:lnSpc>
                <a:spcPct val="150000"/>
              </a:lnSpc>
              <a:buFont typeface="Wingdings" panose="05000000000000000000" pitchFamily="2" charset="2"/>
              <a:buChar char="§"/>
            </a:pPr>
            <a:endParaRPr lang="en-GB" dirty="0"/>
          </a:p>
          <a:p>
            <a:r>
              <a:rPr lang="en-GB" dirty="0"/>
              <a:t>Population median (</a:t>
            </a:r>
            <a:r>
              <a:rPr lang="en-GB" dirty="0" err="1"/>
              <a:t>sklearn</a:t>
            </a:r>
            <a:r>
              <a:rPr lang="en-GB" dirty="0"/>
              <a:t> and </a:t>
            </a:r>
            <a:r>
              <a:rPr lang="en-GB" dirty="0" err="1"/>
              <a:t>pds</a:t>
            </a:r>
            <a:r>
              <a:rPr lang="en-GB" dirty="0"/>
              <a:t>) vs sample median (estimator) – </a:t>
            </a:r>
          </a:p>
          <a:p>
            <a:r>
              <a:rPr lang="en-US" b="0" dirty="0"/>
              <a:t>We</a:t>
            </a:r>
            <a:r>
              <a:rPr lang="en-US" b="1" dirty="0"/>
              <a:t> estimate</a:t>
            </a:r>
            <a:r>
              <a:rPr lang="en-US" dirty="0"/>
              <a:t> the population median but do not know the true distribution, we only have a sample of it. </a:t>
            </a:r>
            <a:endParaRPr lang="en-GB" dirty="0"/>
          </a:p>
        </p:txBody>
      </p:sp>
      <p:sp>
        <p:nvSpPr>
          <p:cNvPr id="4" name="Slide Number Placeholder 3"/>
          <p:cNvSpPr>
            <a:spLocks noGrp="1"/>
          </p:cNvSpPr>
          <p:nvPr>
            <p:ph type="sldNum" sz="quarter" idx="5"/>
          </p:nvPr>
        </p:nvSpPr>
        <p:spPr/>
        <p:txBody>
          <a:bodyPr/>
          <a:lstStyle/>
          <a:p>
            <a:fld id="{FA96E01F-8DBD-4634-ACB5-33D503B64F6E}" type="slidenum">
              <a:rPr lang="LID4096" smtClean="0"/>
              <a:t>22</a:t>
            </a:fld>
            <a:endParaRPr lang="LID4096"/>
          </a:p>
        </p:txBody>
      </p:sp>
    </p:spTree>
    <p:extLst>
      <p:ext uri="{BB962C8B-B14F-4D97-AF65-F5344CB8AC3E}">
        <p14:creationId xmlns:p14="http://schemas.microsoft.com/office/powerpoint/2010/main" val="17480380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Mean:</a:t>
            </a:r>
          </a:p>
          <a:p>
            <a:pPr marL="228600" indent="-228600">
              <a:buAutoNum type="arabicPeriod"/>
            </a:pPr>
            <a:r>
              <a:rPr lang="en-GB" dirty="0"/>
              <a:t>Common</a:t>
            </a:r>
          </a:p>
          <a:p>
            <a:pPr marL="228600" indent="-228600">
              <a:buAutoNum type="arabicPeriod"/>
            </a:pPr>
            <a:r>
              <a:rPr lang="en-GB" dirty="0"/>
              <a:t>Convenient to work with mathematically</a:t>
            </a:r>
          </a:p>
          <a:p>
            <a:pPr marL="228600" indent="-228600">
              <a:buAutoNum type="arabicPeriod"/>
            </a:pPr>
            <a:r>
              <a:rPr lang="en-GB" dirty="0"/>
              <a:t>Very effected by outliers</a:t>
            </a:r>
          </a:p>
          <a:p>
            <a:pPr marL="228600" indent="-228600">
              <a:buAutoNum type="arabicPeriod"/>
            </a:pPr>
            <a:r>
              <a:rPr lang="en-GB" dirty="0"/>
              <a:t>Continuous or </a:t>
            </a:r>
            <a:r>
              <a:rPr lang="en-GB" b="1" dirty="0"/>
              <a:t>ordinal (for ordinal need to assign numbers to the categories, e.g., </a:t>
            </a:r>
            <a:r>
              <a:rPr lang="en-GB" b="1" dirty="0" err="1"/>
              <a:t>favorite</a:t>
            </a:r>
            <a:r>
              <a:rPr lang="en-GB" b="1" dirty="0"/>
              <a:t> meal, and breakfast, lunch, dinner = 0, 1, 2. The number assignment changes mean. We would have the number of people that preferred each meal)</a:t>
            </a:r>
          </a:p>
          <a:p>
            <a:pPr marL="0" indent="0">
              <a:buNone/>
            </a:pPr>
            <a:r>
              <a:rPr lang="en-GB" dirty="0"/>
              <a:t>Median:</a:t>
            </a:r>
          </a:p>
          <a:p>
            <a:pPr marL="228600" indent="-228600">
              <a:buAutoNum type="arabicPeriod"/>
            </a:pPr>
            <a:r>
              <a:rPr lang="en-GB" dirty="0"/>
              <a:t>The value in the middle -&gt; the same percentage of the population above and below</a:t>
            </a:r>
          </a:p>
          <a:p>
            <a:pPr marL="228600" indent="-228600">
              <a:buAutoNum type="arabicPeriod"/>
            </a:pPr>
            <a:r>
              <a:rPr lang="en-GB" dirty="0"/>
              <a:t>Continuous or </a:t>
            </a:r>
            <a:r>
              <a:rPr lang="en-GB" b="1" dirty="0"/>
              <a:t>ordinal</a:t>
            </a:r>
            <a:r>
              <a:rPr lang="en-GB" dirty="0"/>
              <a:t> (no meaning to a median if the data can't be ordered) the median can be that lunch is the preferred meal. Or that size small is. </a:t>
            </a:r>
          </a:p>
          <a:p>
            <a:pPr marL="0" indent="0">
              <a:buNone/>
            </a:pPr>
            <a:r>
              <a:rPr lang="en-GB" dirty="0"/>
              <a:t>Mode: </a:t>
            </a:r>
          </a:p>
          <a:p>
            <a:pPr marL="0" indent="0">
              <a:buNone/>
            </a:pPr>
            <a:r>
              <a:rPr lang="en-GB" dirty="0"/>
              <a:t>1. The only central tendency measurement for categorical data. Most people prefer dinner. Medicine 1 worked best.</a:t>
            </a:r>
          </a:p>
        </p:txBody>
      </p:sp>
      <p:sp>
        <p:nvSpPr>
          <p:cNvPr id="4" name="Slide Number Placeholder 3"/>
          <p:cNvSpPr>
            <a:spLocks noGrp="1"/>
          </p:cNvSpPr>
          <p:nvPr>
            <p:ph type="sldNum" sz="quarter" idx="5"/>
          </p:nvPr>
        </p:nvSpPr>
        <p:spPr/>
        <p:txBody>
          <a:bodyPr/>
          <a:lstStyle/>
          <a:p>
            <a:fld id="{FA96E01F-8DBD-4634-ACB5-33D503B64F6E}" type="slidenum">
              <a:rPr lang="LID4096" smtClean="0"/>
              <a:t>23</a:t>
            </a:fld>
            <a:endParaRPr lang="LID4096"/>
          </a:p>
        </p:txBody>
      </p:sp>
    </p:spTree>
    <p:extLst>
      <p:ext uri="{BB962C8B-B14F-4D97-AF65-F5344CB8AC3E}">
        <p14:creationId xmlns:p14="http://schemas.microsoft.com/office/powerpoint/2010/main" val="3473985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If we want to use two numbers</a:t>
                </a:r>
                <a:r>
                  <a:rPr lang="en-US" dirty="0"/>
                  <a:t> to describe the distribution. </a:t>
                </a:r>
              </a:p>
              <a:p>
                <a:endParaRPr lang="en-US" b="1" dirty="0"/>
              </a:p>
              <a:p>
                <a:r>
                  <a:rPr lang="en-US" b="1" dirty="0"/>
                  <a:t>Variance:</a:t>
                </a:r>
                <a:br>
                  <a:rPr lang="en-US" dirty="0"/>
                </a:br>
                <a:r>
                  <a:rPr lang="en-US" dirty="0"/>
                  <a:t>The variance of </a:t>
                </a:r>
                <a14:m>
                  <m:oMath xmlns:m="http://schemas.openxmlformats.org/officeDocument/2006/math">
                    <m:r>
                      <a:rPr lang="en-US" sz="1200" i="1" kern="1200">
                        <a:solidFill>
                          <a:schemeClr val="tx1"/>
                        </a:solidFill>
                        <a:latin typeface="Cambria Math" panose="02040503050406030204" pitchFamily="18" charset="0"/>
                        <a:ea typeface="+mn-ea"/>
                        <a:cs typeface="+mn-cs"/>
                      </a:rPr>
                      <m:t>𝑋</m:t>
                    </m:r>
                  </m:oMath>
                </a14:m>
                <a:r>
                  <a:rPr lang="he-IL" dirty="0"/>
                  <a:t> </a:t>
                </a:r>
                <a:r>
                  <a:rPr lang="en-US" dirty="0"/>
                  <a:t>is the </a:t>
                </a:r>
                <a:r>
                  <a:rPr lang="en-US" b="0" dirty="0"/>
                  <a:t>average of the squared distances between the values of </a:t>
                </a:r>
                <a14:m>
                  <m:oMath xmlns:m="http://schemas.openxmlformats.org/officeDocument/2006/math">
                    <m:r>
                      <a:rPr lang="en-US" sz="1200" b="0" i="1" kern="1200">
                        <a:solidFill>
                          <a:schemeClr val="tx1"/>
                        </a:solidFill>
                        <a:latin typeface="Cambria Math" panose="02040503050406030204" pitchFamily="18" charset="0"/>
                        <a:ea typeface="+mn-ea"/>
                        <a:cs typeface="+mn-cs"/>
                      </a:rPr>
                      <m:t>𝑋</m:t>
                    </m:r>
                  </m:oMath>
                </a14:m>
                <a:r>
                  <a:rPr lang="he-IL" b="0" dirty="0"/>
                  <a:t> </a:t>
                </a:r>
                <a:r>
                  <a:rPr lang="en-US" b="0" dirty="0"/>
                  <a:t>and the mean.</a:t>
                </a:r>
              </a:p>
              <a:p>
                <a:r>
                  <a:rPr lang="en-US" b="1" dirty="0"/>
                  <a:t>Standard deviation:</a:t>
                </a:r>
                <a:br>
                  <a:rPr lang="en-US" dirty="0"/>
                </a:br>
                <a:r>
                  <a:rPr lang="en-US" dirty="0"/>
                  <a:t>The standard deviation of </a:t>
                </a:r>
                <a14:m>
                  <m:oMath xmlns:m="http://schemas.openxmlformats.org/officeDocument/2006/math">
                    <m:r>
                      <a:rPr lang="en-US" sz="1200" i="1" kern="1200">
                        <a:solidFill>
                          <a:schemeClr val="tx1"/>
                        </a:solidFill>
                        <a:latin typeface="Cambria Math" panose="02040503050406030204" pitchFamily="18" charset="0"/>
                        <a:ea typeface="+mn-ea"/>
                        <a:cs typeface="+mn-cs"/>
                      </a:rPr>
                      <m:t>𝑋</m:t>
                    </m:r>
                    <m:r>
                      <a:rPr lang="he-IL" sz="1200" b="0" i="1" kern="1200" smtClean="0">
                        <a:solidFill>
                          <a:schemeClr val="tx1"/>
                        </a:solidFill>
                        <a:latin typeface="Cambria Math" panose="02040503050406030204" pitchFamily="18" charset="0"/>
                        <a:ea typeface="+mn-ea"/>
                        <a:cs typeface="+mn-cs"/>
                      </a:rPr>
                      <m:t> </m:t>
                    </m:r>
                  </m:oMath>
                </a14:m>
                <a:r>
                  <a:rPr lang="en-US" dirty="0"/>
                  <a:t>is the </a:t>
                </a:r>
                <a:r>
                  <a:rPr lang="en-US" b="0" dirty="0"/>
                  <a:t>square root of the variance</a:t>
                </a:r>
                <a:r>
                  <a:rPr lang="en-US" dirty="0"/>
                  <a:t>, which measures </a:t>
                </a:r>
                <a:r>
                  <a:rPr lang="en-US" b="0" dirty="0"/>
                  <a:t>the typical distance of the values from the mean.</a:t>
                </a:r>
              </a:p>
              <a:p>
                <a:endParaRPr lang="en-GB" dirty="0"/>
              </a:p>
            </p:txBody>
          </p:sp>
        </mc:Choice>
        <mc:Fallback xmlns="">
          <p:sp>
            <p:nvSpPr>
              <p:cNvPr id="3" name="Notes Placeholder 2"/>
              <p:cNvSpPr>
                <a:spLocks noGrp="1"/>
              </p:cNvSpPr>
              <p:nvPr>
                <p:ph type="body" idx="1"/>
              </p:nvPr>
            </p:nvSpPr>
            <p:spPr/>
            <p:txBody>
              <a:bodyPr/>
              <a:lstStyle/>
              <a:p>
                <a:r>
                  <a:rPr lang="en-GB" dirty="0"/>
                  <a:t>If we want to use two numbers</a:t>
                </a:r>
                <a:r>
                  <a:rPr lang="en-US" dirty="0"/>
                  <a:t> to describe the distribution. </a:t>
                </a:r>
              </a:p>
              <a:p>
                <a:endParaRPr lang="en-US" b="1" dirty="0"/>
              </a:p>
              <a:p>
                <a:r>
                  <a:rPr lang="en-US" b="1" dirty="0"/>
                  <a:t>Variance:</a:t>
                </a:r>
                <a:br>
                  <a:rPr lang="en-US" dirty="0"/>
                </a:br>
                <a:r>
                  <a:rPr lang="en-US" dirty="0"/>
                  <a:t>The variance of </a:t>
                </a:r>
                <a:r>
                  <a:rPr lang="en-US" sz="1200" i="0" kern="1200">
                    <a:solidFill>
                      <a:schemeClr val="tx1"/>
                    </a:solidFill>
                    <a:latin typeface="David" panose="020E0502060401010101" pitchFamily="34" charset="-79"/>
                    <a:ea typeface="+mn-ea"/>
                    <a:cs typeface="+mn-cs"/>
                  </a:rPr>
                  <a:t>𝑋</a:t>
                </a:r>
                <a:r>
                  <a:rPr lang="he-IL" dirty="0"/>
                  <a:t> </a:t>
                </a:r>
                <a:r>
                  <a:rPr lang="en-US" dirty="0"/>
                  <a:t>is the </a:t>
                </a:r>
                <a:r>
                  <a:rPr lang="en-US" b="0" dirty="0"/>
                  <a:t>average of the squared distances between the values of </a:t>
                </a:r>
                <a:r>
                  <a:rPr lang="en-US" sz="1200" b="0" i="0" kern="1200">
                    <a:solidFill>
                      <a:schemeClr val="tx1"/>
                    </a:solidFill>
                    <a:latin typeface="David" panose="020E0502060401010101" pitchFamily="34" charset="-79"/>
                    <a:ea typeface="+mn-ea"/>
                    <a:cs typeface="+mn-cs"/>
                  </a:rPr>
                  <a:t>𝑋</a:t>
                </a:r>
                <a:r>
                  <a:rPr lang="he-IL" b="0" dirty="0"/>
                  <a:t> </a:t>
                </a:r>
                <a:r>
                  <a:rPr lang="en-US" b="0" dirty="0"/>
                  <a:t>and the mean.</a:t>
                </a:r>
              </a:p>
              <a:p>
                <a:r>
                  <a:rPr lang="en-US" b="1" dirty="0"/>
                  <a:t>Standard deviation:</a:t>
                </a:r>
                <a:br>
                  <a:rPr lang="en-US" dirty="0"/>
                </a:br>
                <a:r>
                  <a:rPr lang="en-US" dirty="0"/>
                  <a:t>The standard deviation of </a:t>
                </a:r>
                <a:r>
                  <a:rPr lang="en-US" sz="1200" i="0" kern="1200">
                    <a:solidFill>
                      <a:schemeClr val="tx1"/>
                    </a:solidFill>
                    <a:latin typeface="David" panose="020E0502060401010101" pitchFamily="34" charset="-79"/>
                    <a:ea typeface="+mn-ea"/>
                    <a:cs typeface="+mn-cs"/>
                  </a:rPr>
                  <a:t>𝑋</a:t>
                </a:r>
                <a:r>
                  <a:rPr lang="he-IL" sz="1200" b="0" i="0" kern="1200">
                    <a:solidFill>
                      <a:schemeClr val="tx1"/>
                    </a:solidFill>
                    <a:latin typeface="Cambria Math" panose="02040503050406030204" pitchFamily="18" charset="0"/>
                    <a:ea typeface="+mn-ea"/>
                    <a:cs typeface="+mn-cs"/>
                  </a:rPr>
                  <a:t> </a:t>
                </a:r>
                <a:r>
                  <a:rPr lang="en-US" dirty="0"/>
                  <a:t>is the </a:t>
                </a:r>
                <a:r>
                  <a:rPr lang="en-US" b="0" dirty="0"/>
                  <a:t>square root of the variance</a:t>
                </a:r>
                <a:r>
                  <a:rPr lang="en-US" dirty="0"/>
                  <a:t>, which measures </a:t>
                </a:r>
                <a:r>
                  <a:rPr lang="en-US" b="0" dirty="0"/>
                  <a:t>the typical distance of the values from the mean.</a:t>
                </a:r>
              </a:p>
              <a:p>
                <a:endParaRPr lang="en-GB" dirty="0"/>
              </a:p>
            </p:txBody>
          </p:sp>
        </mc:Fallback>
      </mc:AlternateContent>
      <p:sp>
        <p:nvSpPr>
          <p:cNvPr id="4" name="Slide Number Placeholder 3"/>
          <p:cNvSpPr>
            <a:spLocks noGrp="1"/>
          </p:cNvSpPr>
          <p:nvPr>
            <p:ph type="sldNum" sz="quarter" idx="5"/>
          </p:nvPr>
        </p:nvSpPr>
        <p:spPr/>
        <p:txBody>
          <a:bodyPr/>
          <a:lstStyle/>
          <a:p>
            <a:fld id="{FA96E01F-8DBD-4634-ACB5-33D503B64F6E}" type="slidenum">
              <a:rPr lang="LID4096" smtClean="0"/>
              <a:t>24</a:t>
            </a:fld>
            <a:endParaRPr lang="LID4096"/>
          </a:p>
        </p:txBody>
      </p:sp>
    </p:spTree>
    <p:extLst>
      <p:ext uri="{BB962C8B-B14F-4D97-AF65-F5344CB8AC3E}">
        <p14:creationId xmlns:p14="http://schemas.microsoft.com/office/powerpoint/2010/main" val="1878616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we want to use three numbers.</a:t>
            </a:r>
          </a:p>
          <a:p>
            <a:endParaRPr lang="he-IL" dirty="0"/>
          </a:p>
          <a:p>
            <a:r>
              <a:rPr lang="en-GB" dirty="0"/>
              <a:t>How do we compute on data?</a:t>
            </a:r>
          </a:p>
          <a:p>
            <a:r>
              <a:rPr lang="en-GB" dirty="0"/>
              <a:t>This is what we compute on the population, so it’s a parameter -&gt; change x hat to mu</a:t>
            </a:r>
          </a:p>
          <a:p>
            <a:r>
              <a:rPr lang="en-GB" dirty="0"/>
              <a:t>If I didn’t get to this in the first tutorial -&gt; </a:t>
            </a:r>
            <a:r>
              <a:rPr lang="en-GB" dirty="0" err="1"/>
              <a:t>opher</a:t>
            </a:r>
            <a:r>
              <a:rPr lang="en-GB" dirty="0"/>
              <a:t> will do it</a:t>
            </a:r>
          </a:p>
        </p:txBody>
      </p:sp>
      <p:sp>
        <p:nvSpPr>
          <p:cNvPr id="4" name="Slide Number Placeholder 3"/>
          <p:cNvSpPr>
            <a:spLocks noGrp="1"/>
          </p:cNvSpPr>
          <p:nvPr>
            <p:ph type="sldNum" sz="quarter" idx="5"/>
          </p:nvPr>
        </p:nvSpPr>
        <p:spPr/>
        <p:txBody>
          <a:bodyPr/>
          <a:lstStyle/>
          <a:p>
            <a:fld id="{FA96E01F-8DBD-4634-ACB5-33D503B64F6E}" type="slidenum">
              <a:rPr lang="LID4096" smtClean="0"/>
              <a:t>25</a:t>
            </a:fld>
            <a:endParaRPr lang="LID4096"/>
          </a:p>
        </p:txBody>
      </p:sp>
    </p:spTree>
    <p:extLst>
      <p:ext uri="{BB962C8B-B14F-4D97-AF65-F5344CB8AC3E}">
        <p14:creationId xmlns:p14="http://schemas.microsoft.com/office/powerpoint/2010/main" val="42938538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we want to use four numbers.</a:t>
            </a:r>
          </a:p>
          <a:p>
            <a:r>
              <a:rPr lang="en-GB" dirty="0"/>
              <a:t>How do we compute on data?</a:t>
            </a:r>
          </a:p>
          <a:p>
            <a:r>
              <a:rPr lang="en-GB" dirty="0"/>
              <a:t>Can be with or without the three. The minus three sets the kurtosis of a normal distribution to be 0, and then positive is heavier tail than normal distribution, and negative – smaller tails. More of the data is in the middle.</a:t>
            </a:r>
          </a:p>
          <a:p>
            <a:endParaRPr lang="en-GB" dirty="0"/>
          </a:p>
          <a:p>
            <a:r>
              <a:rPr lang="en-GB" dirty="0"/>
              <a:t>Uniform – more of the data in the middle and not much tail.</a:t>
            </a:r>
          </a:p>
        </p:txBody>
      </p:sp>
      <p:sp>
        <p:nvSpPr>
          <p:cNvPr id="4" name="Slide Number Placeholder 3"/>
          <p:cNvSpPr>
            <a:spLocks noGrp="1"/>
          </p:cNvSpPr>
          <p:nvPr>
            <p:ph type="sldNum" sz="quarter" idx="5"/>
          </p:nvPr>
        </p:nvSpPr>
        <p:spPr/>
        <p:txBody>
          <a:bodyPr/>
          <a:lstStyle/>
          <a:p>
            <a:fld id="{FA96E01F-8DBD-4634-ACB5-33D503B64F6E}" type="slidenum">
              <a:rPr lang="LID4096" smtClean="0"/>
              <a:t>26</a:t>
            </a:fld>
            <a:endParaRPr lang="LID4096"/>
          </a:p>
        </p:txBody>
      </p:sp>
    </p:spTree>
    <p:extLst>
      <p:ext uri="{BB962C8B-B14F-4D97-AF65-F5344CB8AC3E}">
        <p14:creationId xmlns:p14="http://schemas.microsoft.com/office/powerpoint/2010/main" val="41754350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9846F-D3EF-E052-73AB-DF86FB7C3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2AA26-2751-083A-2E9E-29B17BE08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360E36-3D6D-C7E7-A943-10A7483CF0AC}"/>
              </a:ext>
            </a:extLst>
          </p:cNvPr>
          <p:cNvSpPr>
            <a:spLocks noGrp="1"/>
          </p:cNvSpPr>
          <p:nvPr>
            <p:ph type="body" idx="1"/>
          </p:nvPr>
        </p:nvSpPr>
        <p:spPr/>
        <p:txBody>
          <a:bodyPr/>
          <a:lstStyle/>
          <a:p>
            <a:pPr marL="0" indent="0">
              <a:buNone/>
            </a:pPr>
            <a:r>
              <a:rPr lang="en-GB" dirty="0">
                <a:solidFill>
                  <a:srgbClr val="FF0000"/>
                </a:solidFill>
              </a:rPr>
              <a:t>Each exact value appears only once. Co</a:t>
            </a:r>
            <a:r>
              <a:rPr lang="en-US" dirty="0" err="1"/>
              <a:t>ntinuous</a:t>
            </a:r>
            <a:r>
              <a:rPr lang="en-US" dirty="0"/>
              <a:t> data rarely has repeated values. </a:t>
            </a:r>
          </a:p>
          <a:p>
            <a:pPr marL="0" indent="0">
              <a:buNone/>
            </a:pPr>
            <a:r>
              <a:rPr lang="en-GB" dirty="0">
                <a:solidFill>
                  <a:srgbClr val="FF0000"/>
                </a:solidFill>
              </a:rPr>
              <a:t>To actually calculate the mode, </a:t>
            </a:r>
            <a:r>
              <a:rPr lang="en-GB" b="0" dirty="0">
                <a:solidFill>
                  <a:srgbClr val="FF0000"/>
                </a:solidFill>
              </a:rPr>
              <a:t>we would need to first model the data and then use the mode of the distribution</a:t>
            </a:r>
            <a:r>
              <a:rPr lang="en-GB" dirty="0">
                <a:solidFill>
                  <a:srgbClr val="FF0000"/>
                </a:solidFill>
              </a:rPr>
              <a:t>. We did not have this problem with the discrete data because values do repeat themselves. </a:t>
            </a:r>
          </a:p>
          <a:p>
            <a:pPr marL="0" indent="0">
              <a:buNone/>
            </a:pPr>
            <a:endParaRPr lang="en-GB" dirty="0"/>
          </a:p>
        </p:txBody>
      </p:sp>
      <p:sp>
        <p:nvSpPr>
          <p:cNvPr id="4" name="Slide Number Placeholder 3">
            <a:extLst>
              <a:ext uri="{FF2B5EF4-FFF2-40B4-BE49-F238E27FC236}">
                <a16:creationId xmlns:a16="http://schemas.microsoft.com/office/drawing/2014/main" id="{06D88509-4210-C202-FD3C-7536145963C2}"/>
              </a:ext>
            </a:extLst>
          </p:cNvPr>
          <p:cNvSpPr>
            <a:spLocks noGrp="1"/>
          </p:cNvSpPr>
          <p:nvPr>
            <p:ph type="sldNum" sz="quarter" idx="5"/>
          </p:nvPr>
        </p:nvSpPr>
        <p:spPr/>
        <p:txBody>
          <a:bodyPr/>
          <a:lstStyle/>
          <a:p>
            <a:fld id="{FA96E01F-8DBD-4634-ACB5-33D503B64F6E}" type="slidenum">
              <a:rPr lang="LID4096" smtClean="0"/>
              <a:t>27</a:t>
            </a:fld>
            <a:endParaRPr lang="LID4096"/>
          </a:p>
        </p:txBody>
      </p:sp>
    </p:spTree>
    <p:extLst>
      <p:ext uri="{BB962C8B-B14F-4D97-AF65-F5344CB8AC3E}">
        <p14:creationId xmlns:p14="http://schemas.microsoft.com/office/powerpoint/2010/main" val="27685475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CF344-7D4B-3CFB-AE2C-628B947B4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4C1FFB-E656-9A3C-4459-CB05CC191B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9D0E1E-D808-55A7-ECAE-EB197090D12D}"/>
              </a:ext>
            </a:extLst>
          </p:cNvPr>
          <p:cNvSpPr>
            <a:spLocks noGrp="1"/>
          </p:cNvSpPr>
          <p:nvPr>
            <p:ph type="body" idx="1"/>
          </p:nvPr>
        </p:nvSpPr>
        <p:spPr/>
        <p:txBody>
          <a:bodyPr/>
          <a:lstStyle/>
          <a:p>
            <a:pPr marL="0" indent="0">
              <a:buNone/>
            </a:pPr>
            <a:r>
              <a:rPr lang="en-GB" dirty="0"/>
              <a:t>If the </a:t>
            </a:r>
            <a:r>
              <a:rPr lang="en-GB" b="1" dirty="0"/>
              <a:t>mean</a:t>
            </a:r>
            <a:r>
              <a:rPr lang="en-GB" dirty="0"/>
              <a:t> is 10 and the </a:t>
            </a:r>
            <a:r>
              <a:rPr lang="en-GB" b="1" dirty="0"/>
              <a:t>standard deviation</a:t>
            </a:r>
            <a:r>
              <a:rPr lang="en-GB" dirty="0"/>
              <a:t> is 2, then </a:t>
            </a:r>
            <a:r>
              <a:rPr lang="en-GB" b="1" dirty="0"/>
              <a:t>mean ± 1 std</a:t>
            </a:r>
            <a:r>
              <a:rPr lang="en-GB" dirty="0"/>
              <a:t> would be 10 ± 2, i.e., [8, 12], which encompasses about 68% of the data for a normal distribution.</a:t>
            </a:r>
            <a:endParaRPr lang="LID4096" dirty="0"/>
          </a:p>
        </p:txBody>
      </p:sp>
      <p:sp>
        <p:nvSpPr>
          <p:cNvPr id="4" name="Slide Number Placeholder 3">
            <a:extLst>
              <a:ext uri="{FF2B5EF4-FFF2-40B4-BE49-F238E27FC236}">
                <a16:creationId xmlns:a16="http://schemas.microsoft.com/office/drawing/2014/main" id="{682B8CCF-FBD4-E763-4B05-9DEA043B46DB}"/>
              </a:ext>
            </a:extLst>
          </p:cNvPr>
          <p:cNvSpPr>
            <a:spLocks noGrp="1"/>
          </p:cNvSpPr>
          <p:nvPr>
            <p:ph type="sldNum" sz="quarter" idx="5"/>
          </p:nvPr>
        </p:nvSpPr>
        <p:spPr/>
        <p:txBody>
          <a:bodyPr/>
          <a:lstStyle/>
          <a:p>
            <a:fld id="{FA96E01F-8DBD-4634-ACB5-33D503B64F6E}" type="slidenum">
              <a:rPr lang="LID4096" smtClean="0"/>
              <a:t>28</a:t>
            </a:fld>
            <a:endParaRPr lang="LID4096"/>
          </a:p>
        </p:txBody>
      </p:sp>
    </p:spTree>
    <p:extLst>
      <p:ext uri="{BB962C8B-B14F-4D97-AF65-F5344CB8AC3E}">
        <p14:creationId xmlns:p14="http://schemas.microsoft.com/office/powerpoint/2010/main" val="16582205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5796E-8C2E-81AE-39D8-248A983FA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5BCD8-7C0B-DD3B-DA78-DF428AE59D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D5C40-B956-A173-85CD-9FB1493EA799}"/>
              </a:ext>
            </a:extLst>
          </p:cNvPr>
          <p:cNvSpPr>
            <a:spLocks noGrp="1"/>
          </p:cNvSpPr>
          <p:nvPr>
            <p:ph type="body" idx="1"/>
          </p:nvPr>
        </p:nvSpPr>
        <p:spPr/>
        <p:txBody>
          <a:bodyPr/>
          <a:lstStyle/>
          <a:p>
            <a:pPr marL="0" indent="0">
              <a:buNone/>
            </a:pPr>
            <a:endParaRPr lang="LID4096" dirty="0"/>
          </a:p>
        </p:txBody>
      </p:sp>
      <p:sp>
        <p:nvSpPr>
          <p:cNvPr id="4" name="Slide Number Placeholder 3">
            <a:extLst>
              <a:ext uri="{FF2B5EF4-FFF2-40B4-BE49-F238E27FC236}">
                <a16:creationId xmlns:a16="http://schemas.microsoft.com/office/drawing/2014/main" id="{2971D106-16FE-6DD6-36F6-BD92FADBD9C7}"/>
              </a:ext>
            </a:extLst>
          </p:cNvPr>
          <p:cNvSpPr>
            <a:spLocks noGrp="1"/>
          </p:cNvSpPr>
          <p:nvPr>
            <p:ph type="sldNum" sz="quarter" idx="5"/>
          </p:nvPr>
        </p:nvSpPr>
        <p:spPr/>
        <p:txBody>
          <a:bodyPr/>
          <a:lstStyle/>
          <a:p>
            <a:fld id="{FA96E01F-8DBD-4634-ACB5-33D503B64F6E}" type="slidenum">
              <a:rPr lang="LID4096" smtClean="0"/>
              <a:t>29</a:t>
            </a:fld>
            <a:endParaRPr lang="LID4096"/>
          </a:p>
        </p:txBody>
      </p:sp>
    </p:spTree>
    <p:extLst>
      <p:ext uri="{BB962C8B-B14F-4D97-AF65-F5344CB8AC3E}">
        <p14:creationId xmlns:p14="http://schemas.microsoft.com/office/powerpoint/2010/main" val="39032042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E967C-A219-C423-EC9D-E1C24C397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462E0-6A5E-AED7-13E4-FBA0EC531A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FF6742-0F5B-182A-726E-305BE1E15D8E}"/>
              </a:ext>
            </a:extLst>
          </p:cNvPr>
          <p:cNvSpPr>
            <a:spLocks noGrp="1"/>
          </p:cNvSpPr>
          <p:nvPr>
            <p:ph type="body" idx="1"/>
          </p:nvPr>
        </p:nvSpPr>
        <p:spPr/>
        <p:txBody>
          <a:bodyPr/>
          <a:lstStyle/>
          <a:p>
            <a:pPr marL="0" indent="0">
              <a:buNone/>
            </a:pPr>
            <a:r>
              <a:rPr lang="en-GB" dirty="0"/>
              <a:t>We’ll talk about modelling extensively for much of the course. Now we’re just going to do an introduction / review to distributions and probability</a:t>
            </a:r>
            <a:endParaRPr lang="LID4096" dirty="0"/>
          </a:p>
        </p:txBody>
      </p:sp>
      <p:sp>
        <p:nvSpPr>
          <p:cNvPr id="4" name="Slide Number Placeholder 3">
            <a:extLst>
              <a:ext uri="{FF2B5EF4-FFF2-40B4-BE49-F238E27FC236}">
                <a16:creationId xmlns:a16="http://schemas.microsoft.com/office/drawing/2014/main" id="{B94AC855-3402-D60A-A441-E4309E5DC90F}"/>
              </a:ext>
            </a:extLst>
          </p:cNvPr>
          <p:cNvSpPr>
            <a:spLocks noGrp="1"/>
          </p:cNvSpPr>
          <p:nvPr>
            <p:ph type="sldNum" sz="quarter" idx="5"/>
          </p:nvPr>
        </p:nvSpPr>
        <p:spPr/>
        <p:txBody>
          <a:bodyPr/>
          <a:lstStyle/>
          <a:p>
            <a:fld id="{FA96E01F-8DBD-4634-ACB5-33D503B64F6E}" type="slidenum">
              <a:rPr lang="LID4096" smtClean="0"/>
              <a:t>30</a:t>
            </a:fld>
            <a:endParaRPr lang="LID4096"/>
          </a:p>
        </p:txBody>
      </p:sp>
    </p:spTree>
    <p:extLst>
      <p:ext uri="{BB962C8B-B14F-4D97-AF65-F5344CB8AC3E}">
        <p14:creationId xmlns:p14="http://schemas.microsoft.com/office/powerpoint/2010/main" val="5933569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Side note for our course</a:t>
            </a:r>
            <a:endParaRPr lang="he-IL" dirty="0"/>
          </a:p>
        </p:txBody>
      </p:sp>
      <p:sp>
        <p:nvSpPr>
          <p:cNvPr id="4" name="מציין מיקום של מספר שקופית 3"/>
          <p:cNvSpPr>
            <a:spLocks noGrp="1"/>
          </p:cNvSpPr>
          <p:nvPr>
            <p:ph type="sldNum" sz="quarter" idx="5"/>
          </p:nvPr>
        </p:nvSpPr>
        <p:spPr/>
        <p:txBody>
          <a:bodyPr/>
          <a:lstStyle/>
          <a:p>
            <a:fld id="{FA96E01F-8DBD-4634-ACB5-33D503B64F6E}" type="slidenum">
              <a:rPr lang="LID4096" smtClean="0"/>
              <a:pPr/>
              <a:t>33</a:t>
            </a:fld>
            <a:endParaRPr lang="LID4096" dirty="0"/>
          </a:p>
        </p:txBody>
      </p:sp>
    </p:spTree>
    <p:extLst>
      <p:ext uri="{BB962C8B-B14F-4D97-AF65-F5344CB8AC3E}">
        <p14:creationId xmlns:p14="http://schemas.microsoft.com/office/powerpoint/2010/main" val="9439242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03399-4E20-5F2D-CA5A-06B730CB87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50C74-E030-215A-BEB1-F2940D4892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B1031-BF78-10C5-7780-8359C2E9C0F5}"/>
              </a:ext>
            </a:extLst>
          </p:cNvPr>
          <p:cNvSpPr>
            <a:spLocks noGrp="1"/>
          </p:cNvSpPr>
          <p:nvPr>
            <p:ph type="body" idx="1"/>
          </p:nvPr>
        </p:nvSpPr>
        <p:spPr/>
        <p:txBody>
          <a:bodyPr/>
          <a:lstStyle/>
          <a:p>
            <a:r>
              <a:rPr lang="en-GB" dirty="0"/>
              <a:t>Event B – at least one person answered no.</a:t>
            </a:r>
          </a:p>
          <a:p>
            <a:endParaRPr lang="LID4096" dirty="0"/>
          </a:p>
        </p:txBody>
      </p:sp>
      <p:sp>
        <p:nvSpPr>
          <p:cNvPr id="4" name="Slide Number Placeholder 3">
            <a:extLst>
              <a:ext uri="{FF2B5EF4-FFF2-40B4-BE49-F238E27FC236}">
                <a16:creationId xmlns:a16="http://schemas.microsoft.com/office/drawing/2014/main" id="{A975922B-0EF5-F56D-094D-D311243BFACC}"/>
              </a:ext>
            </a:extLst>
          </p:cNvPr>
          <p:cNvSpPr>
            <a:spLocks noGrp="1"/>
          </p:cNvSpPr>
          <p:nvPr>
            <p:ph type="sldNum" sz="quarter" idx="5"/>
          </p:nvPr>
        </p:nvSpPr>
        <p:spPr/>
        <p:txBody>
          <a:bodyPr/>
          <a:lstStyle/>
          <a:p>
            <a:fld id="{FA96E01F-8DBD-4634-ACB5-33D503B64F6E}" type="slidenum">
              <a:rPr lang="LID4096" smtClean="0"/>
              <a:t>34</a:t>
            </a:fld>
            <a:endParaRPr lang="LID4096"/>
          </a:p>
        </p:txBody>
      </p:sp>
    </p:spTree>
    <p:extLst>
      <p:ext uri="{BB962C8B-B14F-4D97-AF65-F5344CB8AC3E}">
        <p14:creationId xmlns:p14="http://schemas.microsoft.com/office/powerpoint/2010/main" val="32922015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ED911-CE2A-7A6B-0316-761550B55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D955C3-D9E6-250F-D5AC-63BDE2B8B8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AA7AC-34E6-984F-8FCB-D46950A357E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3E7D6E7C-EDDB-82A9-0152-8B9F3E1B4CAE}"/>
              </a:ext>
            </a:extLst>
          </p:cNvPr>
          <p:cNvSpPr>
            <a:spLocks noGrp="1"/>
          </p:cNvSpPr>
          <p:nvPr>
            <p:ph type="sldNum" sz="quarter" idx="5"/>
          </p:nvPr>
        </p:nvSpPr>
        <p:spPr/>
        <p:txBody>
          <a:bodyPr/>
          <a:lstStyle/>
          <a:p>
            <a:fld id="{FA96E01F-8DBD-4634-ACB5-33D503B64F6E}" type="slidenum">
              <a:rPr lang="LID4096" smtClean="0"/>
              <a:t>35</a:t>
            </a:fld>
            <a:endParaRPr lang="LID4096"/>
          </a:p>
        </p:txBody>
      </p:sp>
    </p:spTree>
    <p:extLst>
      <p:ext uri="{BB962C8B-B14F-4D97-AF65-F5344CB8AC3E}">
        <p14:creationId xmlns:p14="http://schemas.microsoft.com/office/powerpoint/2010/main" val="36115326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5F739-05E4-7178-901A-9E324701A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FFCCC2-AC13-C06A-2E53-760C88EC93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C1AD07-555F-E9AF-03B1-363F7C381E77}"/>
              </a:ext>
            </a:extLst>
          </p:cNvPr>
          <p:cNvSpPr>
            <a:spLocks noGrp="1"/>
          </p:cNvSpPr>
          <p:nvPr>
            <p:ph type="body" idx="1"/>
          </p:nvPr>
        </p:nvSpPr>
        <p:spPr/>
        <p:txBody>
          <a:bodyPr/>
          <a:lstStyle/>
          <a:p>
            <a:pPr algn="l"/>
            <a:r>
              <a:rPr lang="en-GB" sz="1800" b="0" i="0" u="none" strike="noStrike" baseline="0" dirty="0">
                <a:latin typeface="LibertinusSerif-Regular"/>
              </a:rPr>
              <a:t>The mapping between the sample space and </a:t>
            </a:r>
            <a:r>
              <a:rPr lang="en-GB" sz="1800" b="0" i="0" u="none" strike="noStrike" baseline="0" dirty="0">
                <a:latin typeface="LibertinusT1Math"/>
              </a:rPr>
              <a:t>ℝ </a:t>
            </a:r>
            <a:r>
              <a:rPr lang="en-GB" sz="1800" b="0" i="0" u="none" strike="noStrike" baseline="0" dirty="0">
                <a:latin typeface="LibertinusSerif-Regular"/>
              </a:rPr>
              <a:t>is deterministic. There is no randomness</a:t>
            </a:r>
          </a:p>
          <a:p>
            <a:pPr algn="l"/>
            <a:r>
              <a:rPr lang="en-GB" sz="1800" b="0" i="0" u="none" strike="noStrike" baseline="0" dirty="0">
                <a:latin typeface="LibertinusSerif-Regular"/>
              </a:rPr>
              <a:t>involved. So why do we call it a </a:t>
            </a:r>
            <a:r>
              <a:rPr lang="en-GB" sz="1800" b="0" i="1" u="none" strike="noStrike" baseline="0" dirty="0">
                <a:latin typeface="LibertinusSerif-Italic"/>
              </a:rPr>
              <a:t>random </a:t>
            </a:r>
            <a:r>
              <a:rPr lang="en-GB" sz="1800" b="0" i="0" u="none" strike="noStrike" baseline="0" dirty="0">
                <a:latin typeface="LibertinusSerif-Regular"/>
              </a:rPr>
              <a:t>variable? Because we can </a:t>
            </a:r>
            <a:r>
              <a:rPr lang="en-GB" sz="1800" b="0" i="1" u="none" strike="noStrike" baseline="0" dirty="0">
                <a:latin typeface="LibertinusSerif-Italic"/>
              </a:rPr>
              <a:t>ask </a:t>
            </a:r>
            <a:r>
              <a:rPr lang="en-GB" sz="1800" b="0" i="0" u="none" strike="noStrike" baseline="0" dirty="0">
                <a:latin typeface="LibertinusSerif-Regular"/>
              </a:rPr>
              <a:t>the variable for</a:t>
            </a:r>
          </a:p>
          <a:p>
            <a:pPr algn="l"/>
            <a:r>
              <a:rPr lang="en-GB" sz="1800" b="0" i="0" u="none" strike="noStrike" baseline="0" dirty="0">
                <a:latin typeface="LibertinusSerif-Regular"/>
              </a:rPr>
              <a:t>values, and every time we ask, we will get a different number.</a:t>
            </a:r>
            <a:endParaRPr lang="LID4096" dirty="0"/>
          </a:p>
        </p:txBody>
      </p:sp>
      <p:sp>
        <p:nvSpPr>
          <p:cNvPr id="4" name="Slide Number Placeholder 3">
            <a:extLst>
              <a:ext uri="{FF2B5EF4-FFF2-40B4-BE49-F238E27FC236}">
                <a16:creationId xmlns:a16="http://schemas.microsoft.com/office/drawing/2014/main" id="{9319B2E4-BF34-3A8A-CA8B-352A37430B50}"/>
              </a:ext>
            </a:extLst>
          </p:cNvPr>
          <p:cNvSpPr>
            <a:spLocks noGrp="1"/>
          </p:cNvSpPr>
          <p:nvPr>
            <p:ph type="sldNum" sz="quarter" idx="5"/>
          </p:nvPr>
        </p:nvSpPr>
        <p:spPr/>
        <p:txBody>
          <a:bodyPr/>
          <a:lstStyle/>
          <a:p>
            <a:fld id="{FA96E01F-8DBD-4634-ACB5-33D503B64F6E}" type="slidenum">
              <a:rPr lang="LID4096" smtClean="0"/>
              <a:t>36</a:t>
            </a:fld>
            <a:endParaRPr lang="LID4096"/>
          </a:p>
        </p:txBody>
      </p:sp>
    </p:spTree>
    <p:extLst>
      <p:ext uri="{BB962C8B-B14F-4D97-AF65-F5344CB8AC3E}">
        <p14:creationId xmlns:p14="http://schemas.microsoft.com/office/powerpoint/2010/main" val="20078912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47A39-8E77-6502-163F-FBF19D496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5615F9-A4A4-0791-487A-0B8A930FD1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9AECA-132C-F199-CB23-38F8A712049E}"/>
              </a:ext>
            </a:extLst>
          </p:cNvPr>
          <p:cNvSpPr>
            <a:spLocks noGrp="1"/>
          </p:cNvSpPr>
          <p:nvPr>
            <p:ph type="body" idx="1"/>
          </p:nvPr>
        </p:nvSpPr>
        <p:spPr/>
        <p:txBody>
          <a:bodyPr/>
          <a:lstStyle/>
          <a:p>
            <a:pPr algn="l"/>
            <a:r>
              <a:rPr lang="en-GB" sz="1800" b="0" i="0" u="none" strike="noStrike" baseline="0" dirty="0">
                <a:latin typeface="LibertinusSerif-Regular"/>
              </a:rPr>
              <a:t>The mapping between the sample space and </a:t>
            </a:r>
            <a:r>
              <a:rPr lang="en-GB" sz="1800" b="0" i="0" u="none" strike="noStrike" baseline="0" dirty="0">
                <a:latin typeface="LibertinusT1Math"/>
              </a:rPr>
              <a:t>ℝ </a:t>
            </a:r>
            <a:r>
              <a:rPr lang="en-GB" sz="1800" b="0" i="0" u="none" strike="noStrike" baseline="0" dirty="0">
                <a:latin typeface="LibertinusSerif-Regular"/>
              </a:rPr>
              <a:t>is deterministic. There is no randomness</a:t>
            </a:r>
          </a:p>
          <a:p>
            <a:pPr algn="l"/>
            <a:r>
              <a:rPr lang="en-GB" sz="1800" b="0" i="0" u="none" strike="noStrike" baseline="0" dirty="0">
                <a:latin typeface="LibertinusSerif-Regular"/>
              </a:rPr>
              <a:t>involved. So why do we call it a </a:t>
            </a:r>
            <a:r>
              <a:rPr lang="en-GB" sz="1800" b="0" i="1" u="none" strike="noStrike" baseline="0" dirty="0">
                <a:latin typeface="LibertinusSerif-Italic"/>
              </a:rPr>
              <a:t>random </a:t>
            </a:r>
            <a:r>
              <a:rPr lang="en-GB" sz="1800" b="0" i="0" u="none" strike="noStrike" baseline="0" dirty="0">
                <a:latin typeface="LibertinusSerif-Regular"/>
              </a:rPr>
              <a:t>variable? Because we can </a:t>
            </a:r>
            <a:r>
              <a:rPr lang="en-GB" sz="1800" b="0" i="1" u="none" strike="noStrike" baseline="0" dirty="0">
                <a:latin typeface="LibertinusSerif-Italic"/>
              </a:rPr>
              <a:t>ask </a:t>
            </a:r>
            <a:r>
              <a:rPr lang="en-GB" sz="1800" b="0" i="0" u="none" strike="noStrike" baseline="0" dirty="0">
                <a:latin typeface="LibertinusSerif-Regular"/>
              </a:rPr>
              <a:t>the variable for</a:t>
            </a:r>
          </a:p>
          <a:p>
            <a:pPr algn="l"/>
            <a:r>
              <a:rPr lang="en-GB" sz="1800" b="0" i="0" u="none" strike="noStrike" baseline="0" dirty="0">
                <a:latin typeface="LibertinusSerif-Regular"/>
              </a:rPr>
              <a:t>values, and every time we ask, we will get a different number.</a:t>
            </a:r>
            <a:endParaRPr lang="LID4096" dirty="0"/>
          </a:p>
        </p:txBody>
      </p:sp>
      <p:sp>
        <p:nvSpPr>
          <p:cNvPr id="4" name="Slide Number Placeholder 3">
            <a:extLst>
              <a:ext uri="{FF2B5EF4-FFF2-40B4-BE49-F238E27FC236}">
                <a16:creationId xmlns:a16="http://schemas.microsoft.com/office/drawing/2014/main" id="{4F01951D-8DEC-2468-D305-7C601D89F6FB}"/>
              </a:ext>
            </a:extLst>
          </p:cNvPr>
          <p:cNvSpPr>
            <a:spLocks noGrp="1"/>
          </p:cNvSpPr>
          <p:nvPr>
            <p:ph type="sldNum" sz="quarter" idx="5"/>
          </p:nvPr>
        </p:nvSpPr>
        <p:spPr/>
        <p:txBody>
          <a:bodyPr/>
          <a:lstStyle/>
          <a:p>
            <a:fld id="{FA96E01F-8DBD-4634-ACB5-33D503B64F6E}" type="slidenum">
              <a:rPr lang="LID4096" smtClean="0"/>
              <a:t>37</a:t>
            </a:fld>
            <a:endParaRPr lang="LID4096"/>
          </a:p>
        </p:txBody>
      </p:sp>
    </p:spTree>
    <p:extLst>
      <p:ext uri="{BB962C8B-B14F-4D97-AF65-F5344CB8AC3E}">
        <p14:creationId xmlns:p14="http://schemas.microsoft.com/office/powerpoint/2010/main" val="25572610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860C8-A753-77B4-8C9F-101948D45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D7EEA-0638-A759-3083-7B1D4D865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609D16-9A7D-CD5A-7569-B84CD2306682}"/>
              </a:ext>
            </a:extLst>
          </p:cNvPr>
          <p:cNvSpPr>
            <a:spLocks noGrp="1"/>
          </p:cNvSpPr>
          <p:nvPr>
            <p:ph type="body" idx="1"/>
          </p:nvPr>
        </p:nvSpPr>
        <p:spPr/>
        <p:txBody>
          <a:bodyPr/>
          <a:lstStyle/>
          <a:p>
            <a:pPr algn="l"/>
            <a:r>
              <a:rPr lang="en-GB" dirty="0"/>
              <a:t>For now, lets review all the distributions we know up until this point.</a:t>
            </a:r>
            <a:endParaRPr lang="LID4096" dirty="0"/>
          </a:p>
        </p:txBody>
      </p:sp>
      <p:sp>
        <p:nvSpPr>
          <p:cNvPr id="4" name="Slide Number Placeholder 3">
            <a:extLst>
              <a:ext uri="{FF2B5EF4-FFF2-40B4-BE49-F238E27FC236}">
                <a16:creationId xmlns:a16="http://schemas.microsoft.com/office/drawing/2014/main" id="{DC305693-58E5-29BF-FE38-39FB57C2102A}"/>
              </a:ext>
            </a:extLst>
          </p:cNvPr>
          <p:cNvSpPr>
            <a:spLocks noGrp="1"/>
          </p:cNvSpPr>
          <p:nvPr>
            <p:ph type="sldNum" sz="quarter" idx="5"/>
          </p:nvPr>
        </p:nvSpPr>
        <p:spPr/>
        <p:txBody>
          <a:bodyPr/>
          <a:lstStyle/>
          <a:p>
            <a:fld id="{FA96E01F-8DBD-4634-ACB5-33D503B64F6E}" type="slidenum">
              <a:rPr lang="LID4096" smtClean="0"/>
              <a:t>38</a:t>
            </a:fld>
            <a:endParaRPr lang="LID4096"/>
          </a:p>
        </p:txBody>
      </p:sp>
    </p:spTree>
    <p:extLst>
      <p:ext uri="{BB962C8B-B14F-4D97-AF65-F5344CB8AC3E}">
        <p14:creationId xmlns:p14="http://schemas.microsoft.com/office/powerpoint/2010/main" val="25308778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F9914-22D6-D8C8-B2D0-1DB9A1DBA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EC931-9EA5-2D8B-EF8F-D5580D256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A329C-F3CE-ACA7-8666-6A86977E2A52}"/>
              </a:ext>
            </a:extLst>
          </p:cNvPr>
          <p:cNvSpPr>
            <a:spLocks noGrp="1"/>
          </p:cNvSpPr>
          <p:nvPr>
            <p:ph type="body" idx="1"/>
          </p:nvPr>
        </p:nvSpPr>
        <p:spPr/>
        <p:txBody>
          <a:bodyPr/>
          <a:lstStyle/>
          <a:p>
            <a:pPr algn="l"/>
            <a:r>
              <a:rPr lang="en-GB" dirty="0"/>
              <a:t>The key point is that the value of a probability density function at a specific point x represents a </a:t>
            </a:r>
            <a:r>
              <a:rPr lang="en-GB" b="1" dirty="0"/>
              <a:t>density</a:t>
            </a:r>
            <a:r>
              <a:rPr lang="en-GB" dirty="0"/>
              <a:t> </a:t>
            </a:r>
            <a:r>
              <a:rPr lang="en-GB" b="1" dirty="0"/>
              <a:t>rather than an actual probability</a:t>
            </a:r>
            <a:r>
              <a:rPr lang="en-GB" dirty="0"/>
              <a:t>. The PDF does not directly give the probability of x, but rather how "dense" the probability is around x.</a:t>
            </a:r>
          </a:p>
          <a:p>
            <a:pPr algn="l"/>
            <a:r>
              <a:rPr lang="en-GB" dirty="0"/>
              <a:t>The probability of a continuous random variable falling exactly at any specific point is always 0. For continuous distributions, probabilities are defined over </a:t>
            </a:r>
            <a:r>
              <a:rPr lang="en-GB" b="1" dirty="0"/>
              <a:t>intervals</a:t>
            </a:r>
            <a:r>
              <a:rPr lang="en-GB" dirty="0"/>
              <a:t>.</a:t>
            </a:r>
          </a:p>
          <a:p>
            <a:pPr algn="l"/>
            <a:r>
              <a:rPr lang="en-GB" dirty="0"/>
              <a:t>Because the limits of the integral are the same on the top and the bottom. </a:t>
            </a:r>
            <a:endParaRPr lang="LID4096" dirty="0"/>
          </a:p>
        </p:txBody>
      </p:sp>
      <p:sp>
        <p:nvSpPr>
          <p:cNvPr id="4" name="Slide Number Placeholder 3">
            <a:extLst>
              <a:ext uri="{FF2B5EF4-FFF2-40B4-BE49-F238E27FC236}">
                <a16:creationId xmlns:a16="http://schemas.microsoft.com/office/drawing/2014/main" id="{CBD75B3C-B03F-8E40-DB27-DA54CB6828B5}"/>
              </a:ext>
            </a:extLst>
          </p:cNvPr>
          <p:cNvSpPr>
            <a:spLocks noGrp="1"/>
          </p:cNvSpPr>
          <p:nvPr>
            <p:ph type="sldNum" sz="quarter" idx="5"/>
          </p:nvPr>
        </p:nvSpPr>
        <p:spPr/>
        <p:txBody>
          <a:bodyPr/>
          <a:lstStyle/>
          <a:p>
            <a:fld id="{FA96E01F-8DBD-4634-ACB5-33D503B64F6E}" type="slidenum">
              <a:rPr lang="LID4096" smtClean="0"/>
              <a:t>40</a:t>
            </a:fld>
            <a:endParaRPr lang="LID4096"/>
          </a:p>
        </p:txBody>
      </p:sp>
    </p:spTree>
    <p:extLst>
      <p:ext uri="{BB962C8B-B14F-4D97-AF65-F5344CB8AC3E}">
        <p14:creationId xmlns:p14="http://schemas.microsoft.com/office/powerpoint/2010/main" val="32571050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A1F82-7F9F-A4CB-5E2B-AE7BC046C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EF820-15DE-28A2-F403-9AAB65978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93204-6125-460E-BA58-5D112BD802D7}"/>
              </a:ext>
            </a:extLst>
          </p:cNvPr>
          <p:cNvSpPr>
            <a:spLocks noGrp="1"/>
          </p:cNvSpPr>
          <p:nvPr>
            <p:ph type="body" idx="1"/>
          </p:nvPr>
        </p:nvSpPr>
        <p:spPr/>
        <p:txBody>
          <a:bodyPr/>
          <a:lstStyle/>
          <a:p>
            <a:pPr algn="l"/>
            <a:r>
              <a:rPr lang="en-GB" dirty="0"/>
              <a:t>There is also a discrete uniform distribution – for example, throwing a dice: all outcomes are equally likely for a fair dice, where the bounds are between 1-6.</a:t>
            </a:r>
          </a:p>
        </p:txBody>
      </p:sp>
      <p:sp>
        <p:nvSpPr>
          <p:cNvPr id="4" name="Slide Number Placeholder 3">
            <a:extLst>
              <a:ext uri="{FF2B5EF4-FFF2-40B4-BE49-F238E27FC236}">
                <a16:creationId xmlns:a16="http://schemas.microsoft.com/office/drawing/2014/main" id="{E7C49FEF-EC24-D4BB-85D7-2ACB8648AC23}"/>
              </a:ext>
            </a:extLst>
          </p:cNvPr>
          <p:cNvSpPr>
            <a:spLocks noGrp="1"/>
          </p:cNvSpPr>
          <p:nvPr>
            <p:ph type="sldNum" sz="quarter" idx="5"/>
          </p:nvPr>
        </p:nvSpPr>
        <p:spPr/>
        <p:txBody>
          <a:bodyPr/>
          <a:lstStyle/>
          <a:p>
            <a:fld id="{FA96E01F-8DBD-4634-ACB5-33D503B64F6E}" type="slidenum">
              <a:rPr lang="LID4096" smtClean="0"/>
              <a:t>41</a:t>
            </a:fld>
            <a:endParaRPr lang="LID4096"/>
          </a:p>
        </p:txBody>
      </p:sp>
    </p:spTree>
    <p:extLst>
      <p:ext uri="{BB962C8B-B14F-4D97-AF65-F5344CB8AC3E}">
        <p14:creationId xmlns:p14="http://schemas.microsoft.com/office/powerpoint/2010/main" val="365939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5B96D-8093-AA3C-8A17-BCB5E8062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76A020-64C4-83E0-8743-488BD6375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BBC3A8-FF34-8A4B-1AE6-4D0B9E39CFEF}"/>
              </a:ext>
            </a:extLst>
          </p:cNvPr>
          <p:cNvSpPr>
            <a:spLocks noGrp="1"/>
          </p:cNvSpPr>
          <p:nvPr>
            <p:ph type="body" idx="1"/>
          </p:nvPr>
        </p:nvSpPr>
        <p:spPr/>
        <p:txBody>
          <a:bodyPr/>
          <a:lstStyle/>
          <a:p>
            <a:pPr algn="l"/>
            <a:r>
              <a:rPr lang="en-GB" dirty="0"/>
              <a:t>Discrete – the chance for success. </a:t>
            </a:r>
          </a:p>
          <a:p>
            <a:pPr algn="l"/>
            <a:r>
              <a:rPr lang="en-GB" dirty="0"/>
              <a:t>A PDF gives the relative likelihood of the random variable taking a specific value, but it does </a:t>
            </a:r>
            <a:r>
              <a:rPr lang="en-GB" b="1" dirty="0"/>
              <a:t>not</a:t>
            </a:r>
            <a:r>
              <a:rPr lang="en-GB" dirty="0"/>
              <a:t> give the probability of the random variable being exactly equal to a value.</a:t>
            </a:r>
          </a:p>
          <a:p>
            <a:pPr algn="l"/>
            <a:r>
              <a:rPr lang="en-GB" dirty="0"/>
              <a:t>A </a:t>
            </a:r>
            <a:r>
              <a:rPr lang="en-GB" b="1" dirty="0"/>
              <a:t>PMF</a:t>
            </a:r>
            <a:r>
              <a:rPr lang="en-GB" dirty="0"/>
              <a:t> gives the probability that a discrete random variable is </a:t>
            </a:r>
            <a:r>
              <a:rPr lang="en-GB" u="sng" dirty="0"/>
              <a:t>equal to a particular value</a:t>
            </a:r>
            <a:r>
              <a:rPr lang="en-GB" dirty="0"/>
              <a:t>.</a:t>
            </a:r>
          </a:p>
          <a:p>
            <a:pPr algn="l"/>
            <a:r>
              <a:rPr lang="en-GB" dirty="0"/>
              <a:t>The bar plot instead of the hist is because with density = true, </a:t>
            </a:r>
            <a:r>
              <a:rPr lang="en-GB" dirty="0" err="1"/>
              <a:t>plt</a:t>
            </a:r>
            <a:r>
              <a:rPr lang="en-GB" dirty="0"/>
              <a:t> normalizes also by bin width which is irrelevant in a </a:t>
            </a:r>
            <a:r>
              <a:rPr lang="en-GB" dirty="0" err="1"/>
              <a:t>pmf</a:t>
            </a:r>
            <a:endParaRPr lang="LID4096" dirty="0"/>
          </a:p>
        </p:txBody>
      </p:sp>
      <p:sp>
        <p:nvSpPr>
          <p:cNvPr id="4" name="Slide Number Placeholder 3">
            <a:extLst>
              <a:ext uri="{FF2B5EF4-FFF2-40B4-BE49-F238E27FC236}">
                <a16:creationId xmlns:a16="http://schemas.microsoft.com/office/drawing/2014/main" id="{491C382C-E534-A79A-773B-CA47B0F092FA}"/>
              </a:ext>
            </a:extLst>
          </p:cNvPr>
          <p:cNvSpPr>
            <a:spLocks noGrp="1"/>
          </p:cNvSpPr>
          <p:nvPr>
            <p:ph type="sldNum" sz="quarter" idx="5"/>
          </p:nvPr>
        </p:nvSpPr>
        <p:spPr/>
        <p:txBody>
          <a:bodyPr/>
          <a:lstStyle/>
          <a:p>
            <a:fld id="{FA96E01F-8DBD-4634-ACB5-33D503B64F6E}" type="slidenum">
              <a:rPr lang="LID4096" smtClean="0"/>
              <a:t>42</a:t>
            </a:fld>
            <a:endParaRPr lang="LID4096"/>
          </a:p>
        </p:txBody>
      </p:sp>
    </p:spTree>
    <p:extLst>
      <p:ext uri="{BB962C8B-B14F-4D97-AF65-F5344CB8AC3E}">
        <p14:creationId xmlns:p14="http://schemas.microsoft.com/office/powerpoint/2010/main" val="29480230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F3872-DC70-6040-50A4-3736A9B4C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B08E6-AF94-FD3B-B36D-0534D1FAEF6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F66B948-665B-107E-9986-C175A90804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𝑘</m:t>
                          </m:r>
                          <m:r>
                            <a:rPr lang="en-GB" b="0" i="1" smtClean="0">
                              <a:latin typeface="Cambria Math" panose="02040503050406030204" pitchFamily="18" charset="0"/>
                            </a:rPr>
                            <m:t>, </m:t>
                          </m:r>
                          <m:r>
                            <a:rPr lang="en-GB" b="0" i="1" smtClean="0">
                              <a:latin typeface="Cambria Math" panose="02040503050406030204" pitchFamily="18" charset="0"/>
                            </a:rPr>
                            <m:t>𝑛</m:t>
                          </m:r>
                          <m:r>
                            <a:rPr lang="en-GB" b="0" i="1" smtClean="0">
                              <a:latin typeface="Cambria Math" panose="02040503050406030204" pitchFamily="18" charset="0"/>
                            </a:rPr>
                            <m:t>, </m:t>
                          </m:r>
                          <m:r>
                            <a:rPr lang="en-GB" b="0" i="1" smtClean="0">
                              <a:latin typeface="Cambria Math" panose="02040503050406030204" pitchFamily="18" charset="0"/>
                            </a:rPr>
                            <m:t>𝑝</m:t>
                          </m:r>
                        </m:e>
                      </m:d>
                      <m:r>
                        <a:rPr lang="en-GB" b="0" i="1" smtClean="0">
                          <a:latin typeface="Cambria Math" panose="02040503050406030204" pitchFamily="18" charset="0"/>
                        </a:rPr>
                        <m:t>=</m:t>
                      </m:r>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𝑋</m:t>
                          </m:r>
                          <m:r>
                            <a:rPr lang="en-GB" b="0" i="1" smtClean="0">
                              <a:latin typeface="Cambria Math" panose="02040503050406030204" pitchFamily="18" charset="0"/>
                            </a:rPr>
                            <m:t>=</m:t>
                          </m:r>
                          <m:r>
                            <a:rPr lang="en-GB" b="0" i="1" smtClean="0">
                              <a:latin typeface="Cambria Math" panose="02040503050406030204" pitchFamily="18" charset="0"/>
                            </a:rPr>
                            <m:t>𝑘</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m>
                            <m:mPr>
                              <m:mcs>
                                <m:mc>
                                  <m:mcPr>
                                    <m:count m:val="1"/>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𝑛</m:t>
                                </m:r>
                              </m:e>
                            </m:mr>
                            <m:mr>
                              <m:e>
                                <m:r>
                                  <a:rPr lang="en-GB" b="0" i="1" smtClean="0">
                                    <a:latin typeface="Cambria Math" panose="02040503050406030204" pitchFamily="18" charset="0"/>
                                  </a:rPr>
                                  <m:t>𝑘</m:t>
                                </m:r>
                              </m:e>
                            </m:mr>
                          </m:m>
                        </m:e>
                      </m:d>
                      <m:sSup>
                        <m:sSupPr>
                          <m:ctrlPr>
                            <a:rPr lang="en-GB" b="0" i="1" smtClean="0">
                              <a:latin typeface="Cambria Math" panose="02040503050406030204" pitchFamily="18" charset="0"/>
                            </a:rPr>
                          </m:ctrlPr>
                        </m:sSupPr>
                        <m:e>
                          <m:r>
                            <a:rPr lang="en-GB" b="0" i="1" smtClean="0">
                              <a:latin typeface="Cambria Math" panose="02040503050406030204" pitchFamily="18" charset="0"/>
                            </a:rPr>
                            <m:t>𝑝</m:t>
                          </m:r>
                        </m:e>
                        <m:sup>
                          <m:r>
                            <a:rPr lang="en-GB" b="0" i="1" smtClean="0">
                              <a:latin typeface="Cambria Math" panose="02040503050406030204" pitchFamily="18" charset="0"/>
                            </a:rPr>
                            <m:t>𝑘</m:t>
                          </m:r>
                        </m:sup>
                      </m:sSup>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m:t>
                              </m:r>
                              <m:r>
                                <a:rPr lang="en-GB" b="0" i="1" smtClean="0">
                                  <a:latin typeface="Cambria Math" panose="02040503050406030204" pitchFamily="18" charset="0"/>
                                </a:rPr>
                                <m:t>𝑝</m:t>
                              </m:r>
                            </m:e>
                          </m:d>
                        </m:e>
                        <m:sup>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𝑘</m:t>
                          </m:r>
                        </m:sup>
                      </m:sSup>
                    </m:oMath>
                  </m:oMathPara>
                </a14:m>
                <a:endParaRPr lang="en-GB" dirty="0"/>
              </a:p>
              <a:p>
                <a:pPr algn="l"/>
                <a:endParaRPr lang="LID4096" dirty="0"/>
              </a:p>
            </p:txBody>
          </p:sp>
        </mc:Choice>
        <mc:Fallback xmlns="">
          <p:sp>
            <p:nvSpPr>
              <p:cNvPr id="3" name="Notes Placeholder 2">
                <a:extLst>
                  <a:ext uri="{FF2B5EF4-FFF2-40B4-BE49-F238E27FC236}">
                    <a16:creationId xmlns:a16="http://schemas.microsoft.com/office/drawing/2014/main" id="{3F66B948-665B-107E-9986-C175A90804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a:latin typeface="Cambria Math" panose="02040503050406030204" pitchFamily="18" charset="0"/>
                  </a:rPr>
                  <a:t>𝑓(𝑘, 𝑛, 𝑝)=𝑃(𝑋=𝑘)=(■8(𝑛@𝑘)) 𝑝^𝑘 (1−𝑝)^(𝑛−𝑘)</a:t>
                </a:r>
                <a:endParaRPr lang="en-GB" dirty="0"/>
              </a:p>
              <a:p>
                <a:pPr algn="l"/>
                <a:endParaRPr lang="LID4096" dirty="0"/>
              </a:p>
            </p:txBody>
          </p:sp>
        </mc:Fallback>
      </mc:AlternateContent>
      <p:sp>
        <p:nvSpPr>
          <p:cNvPr id="4" name="Slide Number Placeholder 3">
            <a:extLst>
              <a:ext uri="{FF2B5EF4-FFF2-40B4-BE49-F238E27FC236}">
                <a16:creationId xmlns:a16="http://schemas.microsoft.com/office/drawing/2014/main" id="{B00B46F0-836D-2251-B9D0-524EDCFA93E7}"/>
              </a:ext>
            </a:extLst>
          </p:cNvPr>
          <p:cNvSpPr>
            <a:spLocks noGrp="1"/>
          </p:cNvSpPr>
          <p:nvPr>
            <p:ph type="sldNum" sz="quarter" idx="5"/>
          </p:nvPr>
        </p:nvSpPr>
        <p:spPr/>
        <p:txBody>
          <a:bodyPr/>
          <a:lstStyle/>
          <a:p>
            <a:fld id="{FA96E01F-8DBD-4634-ACB5-33D503B64F6E}" type="slidenum">
              <a:rPr lang="LID4096" smtClean="0"/>
              <a:t>43</a:t>
            </a:fld>
            <a:endParaRPr lang="LID4096"/>
          </a:p>
        </p:txBody>
      </p:sp>
    </p:spTree>
    <p:extLst>
      <p:ext uri="{BB962C8B-B14F-4D97-AF65-F5344CB8AC3E}">
        <p14:creationId xmlns:p14="http://schemas.microsoft.com/office/powerpoint/2010/main" val="18321781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D1116-51FD-2EC6-B07E-D83709130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E757B7-20FB-EC85-A561-9E8F5AD9E8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02B37-E07E-10A1-AD8E-C808700923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ea typeface="+mn-ea"/>
                <a:cs typeface="+mn-cs"/>
              </a:rPr>
              <a:t> expresses the probability of a given number of </a:t>
            </a:r>
            <a:r>
              <a:rPr lang="en-GB" sz="1200" b="0" i="0" u="none" strike="noStrike" kern="1200" dirty="0">
                <a:solidFill>
                  <a:schemeClr val="tx1"/>
                </a:solidFill>
                <a:effectLst/>
                <a:ea typeface="+mn-ea"/>
                <a:cs typeface="+mn-cs"/>
                <a:hlinkClick r:id="rId3" tooltip="Event (probability theory)"/>
              </a:rPr>
              <a:t>events</a:t>
            </a:r>
            <a:r>
              <a:rPr lang="en-GB" sz="1200" b="0" i="0" kern="1200" dirty="0">
                <a:solidFill>
                  <a:schemeClr val="tx1"/>
                </a:solidFill>
                <a:effectLst/>
                <a:ea typeface="+mn-ea"/>
                <a:cs typeface="+mn-cs"/>
              </a:rPr>
              <a:t> occurring in a fixed interval of time if these events occur with a known constant mean rate and </a:t>
            </a:r>
            <a:r>
              <a:rPr lang="en-GB" sz="1200" b="0" i="0" u="none" strike="noStrike" kern="1200" dirty="0">
                <a:solidFill>
                  <a:schemeClr val="tx1"/>
                </a:solidFill>
                <a:effectLst/>
                <a:ea typeface="+mn-ea"/>
                <a:cs typeface="+mn-cs"/>
                <a:hlinkClick r:id="rId4" tooltip="Statistical independence"/>
              </a:rPr>
              <a:t>independently</a:t>
            </a:r>
            <a:r>
              <a:rPr lang="en-GB" sz="1200" b="0" i="0" kern="1200" dirty="0">
                <a:solidFill>
                  <a:schemeClr val="tx1"/>
                </a:solidFill>
                <a:effectLst/>
                <a:ea typeface="+mn-ea"/>
                <a:cs typeface="+mn-cs"/>
              </a:rPr>
              <a:t> of the time since the last event.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202122"/>
                </a:solidFill>
                <a:effectLst/>
                <a:latin typeface="Arial" panose="020B0604020202020204" pitchFamily="34" charset="0"/>
              </a:rPr>
              <a:t>For instance, consider a call </a:t>
            </a:r>
            <a:r>
              <a:rPr lang="en-GB" b="0" i="0" dirty="0" err="1">
                <a:solidFill>
                  <a:srgbClr val="202122"/>
                </a:solidFill>
                <a:effectLst/>
                <a:latin typeface="Arial" panose="020B0604020202020204" pitchFamily="34" charset="0"/>
              </a:rPr>
              <a:t>center</a:t>
            </a:r>
            <a:r>
              <a:rPr lang="en-GB" b="0" i="0" dirty="0">
                <a:solidFill>
                  <a:srgbClr val="202122"/>
                </a:solidFill>
                <a:effectLst/>
                <a:latin typeface="Arial" panose="020B0604020202020204" pitchFamily="34" charset="0"/>
              </a:rPr>
              <a:t> which receives an average of </a:t>
            </a:r>
            <a:r>
              <a:rPr lang="en-GB" b="0" i="1" dirty="0">
                <a:solidFill>
                  <a:srgbClr val="202122"/>
                </a:solidFill>
                <a:effectLst/>
                <a:latin typeface="Arial" panose="020B0604020202020204" pitchFamily="34" charset="0"/>
              </a:rPr>
              <a:t>λ =</a:t>
            </a:r>
            <a:r>
              <a:rPr lang="en-GB" b="0" i="0" dirty="0">
                <a:solidFill>
                  <a:srgbClr val="202122"/>
                </a:solidFill>
                <a:effectLst/>
                <a:latin typeface="Arial" panose="020B0604020202020204" pitchFamily="34" charset="0"/>
              </a:rPr>
              <a:t> 3 calls per minute at all times of day. If the calls are independent, receiving one does not change the probability of when the next one will arrive. Under these assumptions, the number </a:t>
            </a:r>
            <a:r>
              <a:rPr lang="en-GB" b="0" i="1" dirty="0">
                <a:solidFill>
                  <a:srgbClr val="202122"/>
                </a:solidFill>
                <a:effectLst/>
                <a:latin typeface="Arial" panose="020B0604020202020204" pitchFamily="34" charset="0"/>
              </a:rPr>
              <a:t>k</a:t>
            </a:r>
            <a:r>
              <a:rPr lang="en-GB" b="0" i="0" dirty="0">
                <a:solidFill>
                  <a:srgbClr val="202122"/>
                </a:solidFill>
                <a:effectLst/>
                <a:latin typeface="Arial" panose="020B0604020202020204" pitchFamily="34" charset="0"/>
              </a:rPr>
              <a:t> of calls received during any minute has a Poisson probability distribution</a:t>
            </a:r>
            <a:r>
              <a:rPr lang="en-GB" sz="1200" b="0" i="0" kern="1200" dirty="0">
                <a:solidFill>
                  <a:schemeClr val="tx1"/>
                </a:solidFill>
                <a:effectLs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fixed time interval is typically specified when describing the rate λ\</a:t>
            </a:r>
            <a:r>
              <a:rPr lang="en-GB" dirty="0" err="1"/>
              <a:t>lambdaλ</a:t>
            </a:r>
            <a:r>
              <a:rPr lang="en-GB" dirty="0"/>
              <a:t>. For example, if you are </a:t>
            </a:r>
            <a:r>
              <a:rPr lang="en-GB" dirty="0" err="1"/>
              <a:t>modeling</a:t>
            </a:r>
            <a:r>
              <a:rPr lang="en-GB" dirty="0"/>
              <a:t> the number of cars passing through a toll booth in 1 hour, then λ\</a:t>
            </a:r>
            <a:r>
              <a:rPr lang="en-GB" dirty="0" err="1"/>
              <a:t>lambdaλ</a:t>
            </a:r>
            <a:r>
              <a:rPr lang="en-GB" dirty="0"/>
              <a:t> would represent the average number of cars passing through the toll booth </a:t>
            </a:r>
            <a:r>
              <a:rPr lang="en-GB" b="1" dirty="0"/>
              <a:t>per hour</a:t>
            </a:r>
            <a:r>
              <a:rPr lang="en-GB" dirty="0"/>
              <a:t>.</a:t>
            </a:r>
            <a:endParaRPr lang="LID4096" dirty="0"/>
          </a:p>
        </p:txBody>
      </p:sp>
      <p:sp>
        <p:nvSpPr>
          <p:cNvPr id="4" name="Slide Number Placeholder 3">
            <a:extLst>
              <a:ext uri="{FF2B5EF4-FFF2-40B4-BE49-F238E27FC236}">
                <a16:creationId xmlns:a16="http://schemas.microsoft.com/office/drawing/2014/main" id="{D5BCA764-D04B-BDED-ACC6-ADE352B12016}"/>
              </a:ext>
            </a:extLst>
          </p:cNvPr>
          <p:cNvSpPr>
            <a:spLocks noGrp="1"/>
          </p:cNvSpPr>
          <p:nvPr>
            <p:ph type="sldNum" sz="quarter" idx="5"/>
          </p:nvPr>
        </p:nvSpPr>
        <p:spPr/>
        <p:txBody>
          <a:bodyPr/>
          <a:lstStyle/>
          <a:p>
            <a:fld id="{FA96E01F-8DBD-4634-ACB5-33D503B64F6E}" type="slidenum">
              <a:rPr lang="LID4096" smtClean="0"/>
              <a:t>44</a:t>
            </a:fld>
            <a:endParaRPr lang="LID4096"/>
          </a:p>
        </p:txBody>
      </p:sp>
    </p:spTree>
    <p:extLst>
      <p:ext uri="{BB962C8B-B14F-4D97-AF65-F5344CB8AC3E}">
        <p14:creationId xmlns:p14="http://schemas.microsoft.com/office/powerpoint/2010/main" val="3196487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6A217-15F5-CAAB-F15C-D0902B242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F0F48-3E2A-4F0E-9104-D6C9CD7238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1C62C5-B0C9-3510-FBC1-5C77BA3409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LID4096" dirty="0"/>
          </a:p>
        </p:txBody>
      </p:sp>
      <p:sp>
        <p:nvSpPr>
          <p:cNvPr id="4" name="Slide Number Placeholder 3">
            <a:extLst>
              <a:ext uri="{FF2B5EF4-FFF2-40B4-BE49-F238E27FC236}">
                <a16:creationId xmlns:a16="http://schemas.microsoft.com/office/drawing/2014/main" id="{6A990EE3-3061-EB7B-C624-40A45406F50C}"/>
              </a:ext>
            </a:extLst>
          </p:cNvPr>
          <p:cNvSpPr>
            <a:spLocks noGrp="1"/>
          </p:cNvSpPr>
          <p:nvPr>
            <p:ph type="sldNum" sz="quarter" idx="5"/>
          </p:nvPr>
        </p:nvSpPr>
        <p:spPr/>
        <p:txBody>
          <a:bodyPr/>
          <a:lstStyle/>
          <a:p>
            <a:fld id="{FA96E01F-8DBD-4634-ACB5-33D503B64F6E}" type="slidenum">
              <a:rPr lang="LID4096" smtClean="0"/>
              <a:t>45</a:t>
            </a:fld>
            <a:endParaRPr lang="LID4096"/>
          </a:p>
        </p:txBody>
      </p:sp>
    </p:spTree>
    <p:extLst>
      <p:ext uri="{BB962C8B-B14F-4D97-AF65-F5344CB8AC3E}">
        <p14:creationId xmlns:p14="http://schemas.microsoft.com/office/powerpoint/2010/main" val="27112255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A96E01F-8DBD-4634-ACB5-33D503B64F6E}" type="slidenum">
              <a:rPr lang="LID4096" smtClean="0"/>
              <a:pPr/>
              <a:t>46</a:t>
            </a:fld>
            <a:endParaRPr lang="LID4096" dirty="0"/>
          </a:p>
        </p:txBody>
      </p:sp>
    </p:spTree>
    <p:extLst>
      <p:ext uri="{BB962C8B-B14F-4D97-AF65-F5344CB8AC3E}">
        <p14:creationId xmlns:p14="http://schemas.microsoft.com/office/powerpoint/2010/main" val="35746379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CDF</a:t>
            </a:r>
            <a:r>
              <a:rPr lang="he-IL" dirty="0"/>
              <a:t> - </a:t>
            </a:r>
            <a:r>
              <a:rPr lang="en-US" dirty="0"/>
              <a:t>Probability that your height ≤ 170 cm</a:t>
            </a:r>
          </a:p>
          <a:p>
            <a:endParaRPr lang="he-IL" dirty="0"/>
          </a:p>
        </p:txBody>
      </p:sp>
      <p:sp>
        <p:nvSpPr>
          <p:cNvPr id="4" name="מציין מיקום של מספר שקופית 3"/>
          <p:cNvSpPr>
            <a:spLocks noGrp="1"/>
          </p:cNvSpPr>
          <p:nvPr>
            <p:ph type="sldNum" sz="quarter" idx="5"/>
          </p:nvPr>
        </p:nvSpPr>
        <p:spPr/>
        <p:txBody>
          <a:bodyPr/>
          <a:lstStyle/>
          <a:p>
            <a:fld id="{FA96E01F-8DBD-4634-ACB5-33D503B64F6E}" type="slidenum">
              <a:rPr lang="LID4096" smtClean="0"/>
              <a:pPr/>
              <a:t>47</a:t>
            </a:fld>
            <a:endParaRPr lang="LID4096" dirty="0"/>
          </a:p>
        </p:txBody>
      </p:sp>
    </p:spTree>
    <p:extLst>
      <p:ext uri="{BB962C8B-B14F-4D97-AF65-F5344CB8AC3E}">
        <p14:creationId xmlns:p14="http://schemas.microsoft.com/office/powerpoint/2010/main" val="13497122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b="1" dirty="0"/>
              <a:t>PDF:</a:t>
            </a:r>
            <a:br>
              <a:rPr lang="en-US" dirty="0"/>
            </a:br>
            <a:r>
              <a:rPr lang="en-US" dirty="0"/>
              <a:t>Shows </a:t>
            </a:r>
            <a:r>
              <a:rPr lang="en-US" b="1" dirty="0"/>
              <a:t>where values are likely to occur</a:t>
            </a:r>
            <a:r>
              <a:rPr lang="en-US" dirty="0"/>
              <a:t>.</a:t>
            </a:r>
          </a:p>
          <a:p>
            <a:r>
              <a:rPr lang="en-US" b="1" dirty="0"/>
              <a:t>CDF:</a:t>
            </a:r>
            <a:br>
              <a:rPr lang="en-US" dirty="0"/>
            </a:br>
            <a:r>
              <a:rPr lang="en-US" dirty="0"/>
              <a:t>Shows </a:t>
            </a:r>
            <a:r>
              <a:rPr lang="en-US" b="1" dirty="0"/>
              <a:t>how much probability has accumulated up to a value</a:t>
            </a:r>
            <a:r>
              <a:rPr lang="en-US" dirty="0"/>
              <a:t>.</a:t>
            </a:r>
          </a:p>
          <a:p>
            <a:endParaRPr lang="he-IL" dirty="0"/>
          </a:p>
        </p:txBody>
      </p:sp>
      <p:sp>
        <p:nvSpPr>
          <p:cNvPr id="4" name="מציין מיקום של מספר שקופית 3"/>
          <p:cNvSpPr>
            <a:spLocks noGrp="1"/>
          </p:cNvSpPr>
          <p:nvPr>
            <p:ph type="sldNum" sz="quarter" idx="5"/>
          </p:nvPr>
        </p:nvSpPr>
        <p:spPr/>
        <p:txBody>
          <a:bodyPr/>
          <a:lstStyle/>
          <a:p>
            <a:fld id="{FA96E01F-8DBD-4634-ACB5-33D503B64F6E}" type="slidenum">
              <a:rPr lang="LID4096" smtClean="0"/>
              <a:pPr/>
              <a:t>48</a:t>
            </a:fld>
            <a:endParaRPr lang="LID4096" dirty="0"/>
          </a:p>
        </p:txBody>
      </p:sp>
    </p:spTree>
    <p:extLst>
      <p:ext uri="{BB962C8B-B14F-4D97-AF65-F5344CB8AC3E}">
        <p14:creationId xmlns:p14="http://schemas.microsoft.com/office/powerpoint/2010/main" val="26515691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B1BA5-6DCD-79A1-EBF5-206CB4C1A7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9A1F81-E78E-0759-3D48-D63B4C8560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E8B3A-3E7F-F130-C57D-1A00B1D7F025}"/>
              </a:ext>
            </a:extLst>
          </p:cNvPr>
          <p:cNvSpPr>
            <a:spLocks noGrp="1"/>
          </p:cNvSpPr>
          <p:nvPr>
            <p:ph type="body" idx="1"/>
          </p:nvPr>
        </p:nvSpPr>
        <p:spPr/>
        <p:txBody>
          <a:bodyPr/>
          <a:lstStyle/>
          <a:p>
            <a:pPr algn="l"/>
            <a:r>
              <a:rPr lang="en-GB" dirty="0"/>
              <a:t>For now, lets review all the distributions we know up until this point.</a:t>
            </a:r>
            <a:endParaRPr lang="LID4096" dirty="0"/>
          </a:p>
        </p:txBody>
      </p:sp>
      <p:sp>
        <p:nvSpPr>
          <p:cNvPr id="4" name="Slide Number Placeholder 3">
            <a:extLst>
              <a:ext uri="{FF2B5EF4-FFF2-40B4-BE49-F238E27FC236}">
                <a16:creationId xmlns:a16="http://schemas.microsoft.com/office/drawing/2014/main" id="{E816E0CA-001F-BAED-7F70-85C8E3B02B7F}"/>
              </a:ext>
            </a:extLst>
          </p:cNvPr>
          <p:cNvSpPr>
            <a:spLocks noGrp="1"/>
          </p:cNvSpPr>
          <p:nvPr>
            <p:ph type="sldNum" sz="quarter" idx="5"/>
          </p:nvPr>
        </p:nvSpPr>
        <p:spPr/>
        <p:txBody>
          <a:bodyPr/>
          <a:lstStyle/>
          <a:p>
            <a:fld id="{FA96E01F-8DBD-4634-ACB5-33D503B64F6E}" type="slidenum">
              <a:rPr lang="LID4096" smtClean="0"/>
              <a:t>49</a:t>
            </a:fld>
            <a:endParaRPr lang="LID4096"/>
          </a:p>
        </p:txBody>
      </p:sp>
    </p:spTree>
    <p:extLst>
      <p:ext uri="{BB962C8B-B14F-4D97-AF65-F5344CB8AC3E}">
        <p14:creationId xmlns:p14="http://schemas.microsoft.com/office/powerpoint/2010/main" val="2569951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5EA5D-9082-8B50-C2CB-8C194BFD4B6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LID4096"/>
          </a:p>
        </p:txBody>
      </p:sp>
      <p:sp>
        <p:nvSpPr>
          <p:cNvPr id="3" name="Subtitle 2">
            <a:extLst>
              <a:ext uri="{FF2B5EF4-FFF2-40B4-BE49-F238E27FC236}">
                <a16:creationId xmlns:a16="http://schemas.microsoft.com/office/drawing/2014/main" id="{8CC9C88C-53ED-A99C-164C-B66D55AA7B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LID4096"/>
          </a:p>
        </p:txBody>
      </p:sp>
      <p:sp>
        <p:nvSpPr>
          <p:cNvPr id="4" name="Date Placeholder 3">
            <a:extLst>
              <a:ext uri="{FF2B5EF4-FFF2-40B4-BE49-F238E27FC236}">
                <a16:creationId xmlns:a16="http://schemas.microsoft.com/office/drawing/2014/main" id="{3A26CD88-4E86-62E8-F9AD-DFC272931303}"/>
              </a:ext>
            </a:extLst>
          </p:cNvPr>
          <p:cNvSpPr>
            <a:spLocks noGrp="1"/>
          </p:cNvSpPr>
          <p:nvPr>
            <p:ph type="dt" sz="half" idx="10"/>
          </p:nvPr>
        </p:nvSpPr>
        <p:spPr/>
        <p:txBody>
          <a:bodyPr/>
          <a:lstStyle/>
          <a:p>
            <a:fld id="{02721D2A-1CE8-40AB-B698-5510FF93CEEF}" type="datetimeFigureOut">
              <a:rPr lang="LID4096" smtClean="0"/>
              <a:t>03/24/2026</a:t>
            </a:fld>
            <a:endParaRPr lang="LID4096"/>
          </a:p>
        </p:txBody>
      </p:sp>
      <p:sp>
        <p:nvSpPr>
          <p:cNvPr id="5" name="Footer Placeholder 4">
            <a:extLst>
              <a:ext uri="{FF2B5EF4-FFF2-40B4-BE49-F238E27FC236}">
                <a16:creationId xmlns:a16="http://schemas.microsoft.com/office/drawing/2014/main" id="{0F0ADA09-9293-FE46-C0B0-CBD283A83A27}"/>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F793D30-9C24-C87C-DFA4-563456129608}"/>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408647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10CFB-94FB-899A-6F7D-9A3C4A8A8B43}"/>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4E2E0BF3-E866-B2F5-FD7E-348E477E1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590DACFE-DF7A-E74F-415E-167982C62008}"/>
              </a:ext>
            </a:extLst>
          </p:cNvPr>
          <p:cNvSpPr>
            <a:spLocks noGrp="1"/>
          </p:cNvSpPr>
          <p:nvPr>
            <p:ph type="dt" sz="half" idx="10"/>
          </p:nvPr>
        </p:nvSpPr>
        <p:spPr/>
        <p:txBody>
          <a:bodyPr/>
          <a:lstStyle/>
          <a:p>
            <a:fld id="{02721D2A-1CE8-40AB-B698-5510FF93CEEF}" type="datetimeFigureOut">
              <a:rPr lang="LID4096" smtClean="0"/>
              <a:t>03/24/2026</a:t>
            </a:fld>
            <a:endParaRPr lang="LID4096"/>
          </a:p>
        </p:txBody>
      </p:sp>
      <p:sp>
        <p:nvSpPr>
          <p:cNvPr id="5" name="Footer Placeholder 4">
            <a:extLst>
              <a:ext uri="{FF2B5EF4-FFF2-40B4-BE49-F238E27FC236}">
                <a16:creationId xmlns:a16="http://schemas.microsoft.com/office/drawing/2014/main" id="{89D1DAD7-B6E6-BD5E-1DD8-D78C33883D7A}"/>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824AA16-39B0-9A68-3C40-9FB0740E7CA4}"/>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727527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AF091-154E-BD2F-E6AF-24575C5C10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LID4096"/>
          </a:p>
        </p:txBody>
      </p:sp>
      <p:sp>
        <p:nvSpPr>
          <p:cNvPr id="3" name="Text Placeholder 2">
            <a:extLst>
              <a:ext uri="{FF2B5EF4-FFF2-40B4-BE49-F238E27FC236}">
                <a16:creationId xmlns:a16="http://schemas.microsoft.com/office/drawing/2014/main" id="{1D30A529-131C-E126-2116-183280C605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387E6FB-66D8-D724-6038-8731456D283F}"/>
              </a:ext>
            </a:extLst>
          </p:cNvPr>
          <p:cNvSpPr>
            <a:spLocks noGrp="1"/>
          </p:cNvSpPr>
          <p:nvPr>
            <p:ph type="dt" sz="half" idx="10"/>
          </p:nvPr>
        </p:nvSpPr>
        <p:spPr/>
        <p:txBody>
          <a:bodyPr/>
          <a:lstStyle/>
          <a:p>
            <a:fld id="{02721D2A-1CE8-40AB-B698-5510FF93CEEF}" type="datetimeFigureOut">
              <a:rPr lang="LID4096" smtClean="0"/>
              <a:t>03/24/2026</a:t>
            </a:fld>
            <a:endParaRPr lang="LID4096"/>
          </a:p>
        </p:txBody>
      </p:sp>
      <p:sp>
        <p:nvSpPr>
          <p:cNvPr id="5" name="Footer Placeholder 4">
            <a:extLst>
              <a:ext uri="{FF2B5EF4-FFF2-40B4-BE49-F238E27FC236}">
                <a16:creationId xmlns:a16="http://schemas.microsoft.com/office/drawing/2014/main" id="{97461F62-D767-ECE0-D357-3FC63E0DA87C}"/>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9E35B5C-E7C6-6119-7A96-6532F1355E90}"/>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1443931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E0956-058F-808E-39B3-AA05081C1DDC}"/>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0F7D539F-FC59-B6A8-994C-189EA266EF7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Content Placeholder 3">
            <a:extLst>
              <a:ext uri="{FF2B5EF4-FFF2-40B4-BE49-F238E27FC236}">
                <a16:creationId xmlns:a16="http://schemas.microsoft.com/office/drawing/2014/main" id="{D2EEC07F-1177-2E70-8082-C6B81DCB56C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Date Placeholder 4">
            <a:extLst>
              <a:ext uri="{FF2B5EF4-FFF2-40B4-BE49-F238E27FC236}">
                <a16:creationId xmlns:a16="http://schemas.microsoft.com/office/drawing/2014/main" id="{4B0D3672-7429-CD91-0DF7-0020375CF34A}"/>
              </a:ext>
            </a:extLst>
          </p:cNvPr>
          <p:cNvSpPr>
            <a:spLocks noGrp="1"/>
          </p:cNvSpPr>
          <p:nvPr>
            <p:ph type="dt" sz="half" idx="10"/>
          </p:nvPr>
        </p:nvSpPr>
        <p:spPr/>
        <p:txBody>
          <a:bodyPr/>
          <a:lstStyle/>
          <a:p>
            <a:fld id="{02721D2A-1CE8-40AB-B698-5510FF93CEEF}" type="datetimeFigureOut">
              <a:rPr lang="LID4096" smtClean="0"/>
              <a:t>03/24/2026</a:t>
            </a:fld>
            <a:endParaRPr lang="LID4096"/>
          </a:p>
        </p:txBody>
      </p:sp>
      <p:sp>
        <p:nvSpPr>
          <p:cNvPr id="6" name="Footer Placeholder 5">
            <a:extLst>
              <a:ext uri="{FF2B5EF4-FFF2-40B4-BE49-F238E27FC236}">
                <a16:creationId xmlns:a16="http://schemas.microsoft.com/office/drawing/2014/main" id="{1EDC6F78-6047-887B-93E7-6ED4BE9A535F}"/>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00286C30-618F-19F9-5F37-6C51000705F5}"/>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3047779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B4DE0-356D-7E84-2F9A-7595780A9A3A}"/>
              </a:ext>
            </a:extLst>
          </p:cNvPr>
          <p:cNvSpPr>
            <a:spLocks noGrp="1"/>
          </p:cNvSpPr>
          <p:nvPr>
            <p:ph type="title"/>
          </p:nvPr>
        </p:nvSpPr>
        <p:spPr>
          <a:xfrm>
            <a:off x="839788" y="365125"/>
            <a:ext cx="10515600" cy="1325563"/>
          </a:xfrm>
        </p:spPr>
        <p:txBody>
          <a:bodyPr/>
          <a:lstStyle/>
          <a:p>
            <a:r>
              <a:rPr lang="en-GB"/>
              <a:t>Click to edit Master title style</a:t>
            </a:r>
            <a:endParaRPr lang="LID4096"/>
          </a:p>
        </p:txBody>
      </p:sp>
      <p:sp>
        <p:nvSpPr>
          <p:cNvPr id="3" name="Text Placeholder 2">
            <a:extLst>
              <a:ext uri="{FF2B5EF4-FFF2-40B4-BE49-F238E27FC236}">
                <a16:creationId xmlns:a16="http://schemas.microsoft.com/office/drawing/2014/main" id="{3A1A16DA-9440-95C9-5EA8-C18E3A7208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970D21E-2B31-F453-41BD-10E3D4543C0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Text Placeholder 4">
            <a:extLst>
              <a:ext uri="{FF2B5EF4-FFF2-40B4-BE49-F238E27FC236}">
                <a16:creationId xmlns:a16="http://schemas.microsoft.com/office/drawing/2014/main" id="{AF39BC02-5B4E-D0BC-0398-7D98F72B94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BF1F848-E9CF-B18E-89BB-FFF72B6A03A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7" name="Date Placeholder 6">
            <a:extLst>
              <a:ext uri="{FF2B5EF4-FFF2-40B4-BE49-F238E27FC236}">
                <a16:creationId xmlns:a16="http://schemas.microsoft.com/office/drawing/2014/main" id="{0D9775C7-FF66-2F68-1764-3541D01661DF}"/>
              </a:ext>
            </a:extLst>
          </p:cNvPr>
          <p:cNvSpPr>
            <a:spLocks noGrp="1"/>
          </p:cNvSpPr>
          <p:nvPr>
            <p:ph type="dt" sz="half" idx="10"/>
          </p:nvPr>
        </p:nvSpPr>
        <p:spPr/>
        <p:txBody>
          <a:bodyPr/>
          <a:lstStyle/>
          <a:p>
            <a:fld id="{02721D2A-1CE8-40AB-B698-5510FF93CEEF}" type="datetimeFigureOut">
              <a:rPr lang="LID4096" smtClean="0"/>
              <a:t>03/24/2026</a:t>
            </a:fld>
            <a:endParaRPr lang="LID4096"/>
          </a:p>
        </p:txBody>
      </p:sp>
      <p:sp>
        <p:nvSpPr>
          <p:cNvPr id="8" name="Footer Placeholder 7">
            <a:extLst>
              <a:ext uri="{FF2B5EF4-FFF2-40B4-BE49-F238E27FC236}">
                <a16:creationId xmlns:a16="http://schemas.microsoft.com/office/drawing/2014/main" id="{7006387B-F658-E383-3DDD-517362394041}"/>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EA547C07-7FA3-5181-F7D5-350F664B29B3}"/>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2031647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3B1F1-2E4A-EC20-A9C4-FCDC8032BCE3}"/>
              </a:ext>
            </a:extLst>
          </p:cNvPr>
          <p:cNvSpPr>
            <a:spLocks noGrp="1"/>
          </p:cNvSpPr>
          <p:nvPr>
            <p:ph type="title"/>
          </p:nvPr>
        </p:nvSpPr>
        <p:spPr/>
        <p:txBody>
          <a:bodyPr/>
          <a:lstStyle/>
          <a:p>
            <a:r>
              <a:rPr lang="en-GB"/>
              <a:t>Click to edit Master title style</a:t>
            </a:r>
            <a:endParaRPr lang="LID4096"/>
          </a:p>
        </p:txBody>
      </p:sp>
      <p:sp>
        <p:nvSpPr>
          <p:cNvPr id="3" name="Date Placeholder 2">
            <a:extLst>
              <a:ext uri="{FF2B5EF4-FFF2-40B4-BE49-F238E27FC236}">
                <a16:creationId xmlns:a16="http://schemas.microsoft.com/office/drawing/2014/main" id="{554B357B-0C70-4B99-CB46-FF5645FF5707}"/>
              </a:ext>
            </a:extLst>
          </p:cNvPr>
          <p:cNvSpPr>
            <a:spLocks noGrp="1"/>
          </p:cNvSpPr>
          <p:nvPr>
            <p:ph type="dt" sz="half" idx="10"/>
          </p:nvPr>
        </p:nvSpPr>
        <p:spPr/>
        <p:txBody>
          <a:bodyPr/>
          <a:lstStyle/>
          <a:p>
            <a:fld id="{02721D2A-1CE8-40AB-B698-5510FF93CEEF}" type="datetimeFigureOut">
              <a:rPr lang="LID4096" smtClean="0"/>
              <a:t>03/24/2026</a:t>
            </a:fld>
            <a:endParaRPr lang="LID4096"/>
          </a:p>
        </p:txBody>
      </p:sp>
      <p:sp>
        <p:nvSpPr>
          <p:cNvPr id="4" name="Footer Placeholder 3">
            <a:extLst>
              <a:ext uri="{FF2B5EF4-FFF2-40B4-BE49-F238E27FC236}">
                <a16:creationId xmlns:a16="http://schemas.microsoft.com/office/drawing/2014/main" id="{C7ED5F11-06CC-4FF6-9800-04C1B0E2AB28}"/>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394389A5-4ECD-C6CC-4A14-43DC50F22EB7}"/>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1099632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6836A7-1230-5AD4-53EE-6E4296E9424C}"/>
              </a:ext>
            </a:extLst>
          </p:cNvPr>
          <p:cNvSpPr>
            <a:spLocks noGrp="1"/>
          </p:cNvSpPr>
          <p:nvPr>
            <p:ph type="dt" sz="half" idx="10"/>
          </p:nvPr>
        </p:nvSpPr>
        <p:spPr/>
        <p:txBody>
          <a:bodyPr/>
          <a:lstStyle/>
          <a:p>
            <a:fld id="{02721D2A-1CE8-40AB-B698-5510FF93CEEF}" type="datetimeFigureOut">
              <a:rPr lang="LID4096" smtClean="0"/>
              <a:t>03/24/2026</a:t>
            </a:fld>
            <a:endParaRPr lang="LID4096"/>
          </a:p>
        </p:txBody>
      </p:sp>
      <p:sp>
        <p:nvSpPr>
          <p:cNvPr id="3" name="Footer Placeholder 2">
            <a:extLst>
              <a:ext uri="{FF2B5EF4-FFF2-40B4-BE49-F238E27FC236}">
                <a16:creationId xmlns:a16="http://schemas.microsoft.com/office/drawing/2014/main" id="{DD107943-AA07-9089-464A-38817EF5CB75}"/>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7EA56913-7FC4-3665-8713-755BF97D0C16}"/>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1401254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949A5-878A-277C-9979-9DC703922D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Content Placeholder 2">
            <a:extLst>
              <a:ext uri="{FF2B5EF4-FFF2-40B4-BE49-F238E27FC236}">
                <a16:creationId xmlns:a16="http://schemas.microsoft.com/office/drawing/2014/main" id="{20BC887C-0D58-9B79-85C8-AE5DCC7F53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Text Placeholder 3">
            <a:extLst>
              <a:ext uri="{FF2B5EF4-FFF2-40B4-BE49-F238E27FC236}">
                <a16:creationId xmlns:a16="http://schemas.microsoft.com/office/drawing/2014/main" id="{EF5C2B4D-C2F4-8F81-F8E3-1A5936C0EF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6F12F21-6FE5-F6B9-BD8B-61163D62539B}"/>
              </a:ext>
            </a:extLst>
          </p:cNvPr>
          <p:cNvSpPr>
            <a:spLocks noGrp="1"/>
          </p:cNvSpPr>
          <p:nvPr>
            <p:ph type="dt" sz="half" idx="10"/>
          </p:nvPr>
        </p:nvSpPr>
        <p:spPr/>
        <p:txBody>
          <a:bodyPr/>
          <a:lstStyle/>
          <a:p>
            <a:fld id="{02721D2A-1CE8-40AB-B698-5510FF93CEEF}" type="datetimeFigureOut">
              <a:rPr lang="LID4096" smtClean="0"/>
              <a:t>03/24/2026</a:t>
            </a:fld>
            <a:endParaRPr lang="LID4096"/>
          </a:p>
        </p:txBody>
      </p:sp>
      <p:sp>
        <p:nvSpPr>
          <p:cNvPr id="6" name="Footer Placeholder 5">
            <a:extLst>
              <a:ext uri="{FF2B5EF4-FFF2-40B4-BE49-F238E27FC236}">
                <a16:creationId xmlns:a16="http://schemas.microsoft.com/office/drawing/2014/main" id="{E079CE8D-FC36-FDC9-E949-C7AD84812B48}"/>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19B04B8-2DBC-7977-E013-9BE99308AA45}"/>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1280064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31D25-6DEF-30A7-C4A7-F013C7BA75C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Picture Placeholder 2">
            <a:extLst>
              <a:ext uri="{FF2B5EF4-FFF2-40B4-BE49-F238E27FC236}">
                <a16:creationId xmlns:a16="http://schemas.microsoft.com/office/drawing/2014/main" id="{8488D0D1-CCA5-7875-975C-A4E5751064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20A41E8B-7D75-71E4-9599-229536A611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D881348-4474-AC3F-8AEC-E257F9A3CCC7}"/>
              </a:ext>
            </a:extLst>
          </p:cNvPr>
          <p:cNvSpPr>
            <a:spLocks noGrp="1"/>
          </p:cNvSpPr>
          <p:nvPr>
            <p:ph type="dt" sz="half" idx="10"/>
          </p:nvPr>
        </p:nvSpPr>
        <p:spPr/>
        <p:txBody>
          <a:bodyPr/>
          <a:lstStyle/>
          <a:p>
            <a:fld id="{02721D2A-1CE8-40AB-B698-5510FF93CEEF}" type="datetimeFigureOut">
              <a:rPr lang="LID4096" smtClean="0"/>
              <a:t>03/24/2026</a:t>
            </a:fld>
            <a:endParaRPr lang="LID4096"/>
          </a:p>
        </p:txBody>
      </p:sp>
      <p:sp>
        <p:nvSpPr>
          <p:cNvPr id="6" name="Footer Placeholder 5">
            <a:extLst>
              <a:ext uri="{FF2B5EF4-FFF2-40B4-BE49-F238E27FC236}">
                <a16:creationId xmlns:a16="http://schemas.microsoft.com/office/drawing/2014/main" id="{0648FC70-F32D-DB5F-9508-06B2C30CEEA5}"/>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0A057F1-3FB9-9772-AB8C-CD2D96A421BC}"/>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2744283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D82-967C-F3DB-D7BA-ADE3A341EB3C}"/>
              </a:ext>
            </a:extLst>
          </p:cNvPr>
          <p:cNvSpPr>
            <a:spLocks noGrp="1"/>
          </p:cNvSpPr>
          <p:nvPr>
            <p:ph type="title"/>
          </p:nvPr>
        </p:nvSpPr>
        <p:spPr/>
        <p:txBody>
          <a:bodyPr/>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432AB70C-A54D-DF29-D2F0-D190B6F55E3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77BDA0C6-CAD8-C40A-2BE3-A48F20CEB66C}"/>
              </a:ext>
            </a:extLst>
          </p:cNvPr>
          <p:cNvSpPr>
            <a:spLocks noGrp="1"/>
          </p:cNvSpPr>
          <p:nvPr>
            <p:ph type="dt" sz="half" idx="10"/>
          </p:nvPr>
        </p:nvSpPr>
        <p:spPr/>
        <p:txBody>
          <a:bodyPr/>
          <a:lstStyle/>
          <a:p>
            <a:fld id="{02721D2A-1CE8-40AB-B698-5510FF93CEEF}" type="datetimeFigureOut">
              <a:rPr lang="LID4096" smtClean="0"/>
              <a:t>03/24/2026</a:t>
            </a:fld>
            <a:endParaRPr lang="LID4096"/>
          </a:p>
        </p:txBody>
      </p:sp>
      <p:sp>
        <p:nvSpPr>
          <p:cNvPr id="5" name="Footer Placeholder 4">
            <a:extLst>
              <a:ext uri="{FF2B5EF4-FFF2-40B4-BE49-F238E27FC236}">
                <a16:creationId xmlns:a16="http://schemas.microsoft.com/office/drawing/2014/main" id="{42E9214B-0371-2E01-3ABB-7924107A8DCE}"/>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C9C49898-8164-C09F-3C10-7262D72987D2}"/>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720499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2DA5A9-50BD-759F-AE0C-329A5658387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EDDEC2BF-3CDE-D7BA-2BD3-9F66DF6E765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FA93F827-D925-D561-3543-1E5ECC35F192}"/>
              </a:ext>
            </a:extLst>
          </p:cNvPr>
          <p:cNvSpPr>
            <a:spLocks noGrp="1"/>
          </p:cNvSpPr>
          <p:nvPr>
            <p:ph type="dt" sz="half" idx="10"/>
          </p:nvPr>
        </p:nvSpPr>
        <p:spPr/>
        <p:txBody>
          <a:bodyPr/>
          <a:lstStyle/>
          <a:p>
            <a:fld id="{02721D2A-1CE8-40AB-B698-5510FF93CEEF}" type="datetimeFigureOut">
              <a:rPr lang="LID4096" smtClean="0"/>
              <a:t>03/24/2026</a:t>
            </a:fld>
            <a:endParaRPr lang="LID4096"/>
          </a:p>
        </p:txBody>
      </p:sp>
      <p:sp>
        <p:nvSpPr>
          <p:cNvPr id="5" name="Footer Placeholder 4">
            <a:extLst>
              <a:ext uri="{FF2B5EF4-FFF2-40B4-BE49-F238E27FC236}">
                <a16:creationId xmlns:a16="http://schemas.microsoft.com/office/drawing/2014/main" id="{8795F0B3-735C-EECF-DC2D-7C30967383D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8795D63A-E7FF-CB05-AB0C-B6BA7A05ACC6}"/>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2160792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F00A38-8196-1EF1-2634-123CD66B73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LID4096" dirty="0"/>
          </a:p>
        </p:txBody>
      </p:sp>
      <p:sp>
        <p:nvSpPr>
          <p:cNvPr id="3" name="Text Placeholder 2">
            <a:extLst>
              <a:ext uri="{FF2B5EF4-FFF2-40B4-BE49-F238E27FC236}">
                <a16:creationId xmlns:a16="http://schemas.microsoft.com/office/drawing/2014/main" id="{3F04DE0E-D934-E8BE-B56A-B045D2F3F7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LID4096" dirty="0"/>
          </a:p>
        </p:txBody>
      </p:sp>
      <p:sp>
        <p:nvSpPr>
          <p:cNvPr id="4" name="Date Placeholder 3">
            <a:extLst>
              <a:ext uri="{FF2B5EF4-FFF2-40B4-BE49-F238E27FC236}">
                <a16:creationId xmlns:a16="http://schemas.microsoft.com/office/drawing/2014/main" id="{FA8EB8E1-28F4-B938-9A4F-0FDD17907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David" panose="020E0502060401010101" pitchFamily="34" charset="-79"/>
              </a:defRPr>
            </a:lvl1pPr>
          </a:lstStyle>
          <a:p>
            <a:fld id="{02721D2A-1CE8-40AB-B698-5510FF93CEEF}" type="datetimeFigureOut">
              <a:rPr lang="LID4096" smtClean="0"/>
              <a:pPr/>
              <a:t>03/24/2026</a:t>
            </a:fld>
            <a:endParaRPr lang="LID4096" dirty="0"/>
          </a:p>
        </p:txBody>
      </p:sp>
      <p:sp>
        <p:nvSpPr>
          <p:cNvPr id="5" name="Footer Placeholder 4">
            <a:extLst>
              <a:ext uri="{FF2B5EF4-FFF2-40B4-BE49-F238E27FC236}">
                <a16:creationId xmlns:a16="http://schemas.microsoft.com/office/drawing/2014/main" id="{C83B577B-D1AC-D180-B6E4-A6FBD9215F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David" panose="020E0502060401010101" pitchFamily="34" charset="-79"/>
              </a:defRPr>
            </a:lvl1pPr>
          </a:lstStyle>
          <a:p>
            <a:endParaRPr lang="LID4096" dirty="0"/>
          </a:p>
        </p:txBody>
      </p:sp>
      <p:sp>
        <p:nvSpPr>
          <p:cNvPr id="6" name="Slide Number Placeholder 5">
            <a:extLst>
              <a:ext uri="{FF2B5EF4-FFF2-40B4-BE49-F238E27FC236}">
                <a16:creationId xmlns:a16="http://schemas.microsoft.com/office/drawing/2014/main" id="{90825EEA-DA44-8179-BA57-C77D0A793F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David" panose="020E0502060401010101" pitchFamily="34" charset="-79"/>
              </a:defRPr>
            </a:lvl1pPr>
          </a:lstStyle>
          <a:p>
            <a:fld id="{B6796F57-8306-40D4-9229-37A3D19F0B5F}" type="slidenum">
              <a:rPr lang="LID4096" smtClean="0"/>
              <a:pPr/>
              <a:t>‹#›</a:t>
            </a:fld>
            <a:endParaRPr lang="LID4096" dirty="0"/>
          </a:p>
        </p:txBody>
      </p:sp>
    </p:spTree>
    <p:extLst>
      <p:ext uri="{BB962C8B-B14F-4D97-AF65-F5344CB8AC3E}">
        <p14:creationId xmlns:p14="http://schemas.microsoft.com/office/powerpoint/2010/main" val="2557270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David" panose="020E0502060401010101" pitchFamily="34" charset="-79"/>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forms.gle/cfzsUx12annGpoh36"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2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20.png"/></Relationships>
</file>

<file path=ppt/slides/_rels/slide2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50.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hyperlink" Target="https://www.publicdomainpictures.net/en/view-image.php?image=267423&amp;picture=child-height-measure"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github.com/arviz-devs/preliz"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39AA4-DC6F-AC25-85E9-23B70AA841D1}"/>
              </a:ext>
            </a:extLst>
          </p:cNvPr>
          <p:cNvSpPr>
            <a:spLocks noGrp="1"/>
          </p:cNvSpPr>
          <p:nvPr>
            <p:ph type="ctrTitle"/>
          </p:nvPr>
        </p:nvSpPr>
        <p:spPr>
          <a:xfrm>
            <a:off x="1524000" y="1415332"/>
            <a:ext cx="9144000" cy="1267695"/>
          </a:xfrm>
        </p:spPr>
        <p:txBody>
          <a:bodyPr/>
          <a:lstStyle/>
          <a:p>
            <a:r>
              <a:rPr lang="en-US" dirty="0"/>
              <a:t>Tutorial 1</a:t>
            </a:r>
            <a:endParaRPr lang="LID4096" dirty="0"/>
          </a:p>
        </p:txBody>
      </p:sp>
      <p:sp>
        <p:nvSpPr>
          <p:cNvPr id="3" name="Subtitle 2">
            <a:extLst>
              <a:ext uri="{FF2B5EF4-FFF2-40B4-BE49-F238E27FC236}">
                <a16:creationId xmlns:a16="http://schemas.microsoft.com/office/drawing/2014/main" id="{06ABFF89-9CAA-78A3-9827-25C0441AF86F}"/>
              </a:ext>
            </a:extLst>
          </p:cNvPr>
          <p:cNvSpPr>
            <a:spLocks noGrp="1"/>
          </p:cNvSpPr>
          <p:nvPr>
            <p:ph type="subTitle" idx="1"/>
          </p:nvPr>
        </p:nvSpPr>
        <p:spPr/>
        <p:txBody>
          <a:bodyPr/>
          <a:lstStyle/>
          <a:p>
            <a:r>
              <a:rPr lang="en-US" dirty="0"/>
              <a:t>Statistical Computation and Analysis</a:t>
            </a:r>
          </a:p>
          <a:p>
            <a:r>
              <a:rPr lang="en-US" dirty="0"/>
              <a:t>Spring 2026</a:t>
            </a:r>
            <a:endParaRPr lang="LID4096" dirty="0"/>
          </a:p>
        </p:txBody>
      </p:sp>
    </p:spTree>
    <p:extLst>
      <p:ext uri="{BB962C8B-B14F-4D97-AF65-F5344CB8AC3E}">
        <p14:creationId xmlns:p14="http://schemas.microsoft.com/office/powerpoint/2010/main" val="163377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Tutorial Outline</a:t>
            </a:r>
            <a:endParaRPr lang="LID4096" dirty="0"/>
          </a:p>
        </p:txBody>
      </p:sp>
      <p:sp>
        <p:nvSpPr>
          <p:cNvPr id="3" name="Content Placeholder 2">
            <a:extLst>
              <a:ext uri="{FF2B5EF4-FFF2-40B4-BE49-F238E27FC236}">
                <a16:creationId xmlns:a16="http://schemas.microsoft.com/office/drawing/2014/main" id="{7220153A-0E02-CB25-A797-F3303E23640F}"/>
              </a:ext>
            </a:extLst>
          </p:cNvPr>
          <p:cNvSpPr>
            <a:spLocks noGrp="1"/>
          </p:cNvSpPr>
          <p:nvPr>
            <p:ph idx="1"/>
          </p:nvPr>
        </p:nvSpPr>
        <p:spPr>
          <a:xfrm>
            <a:off x="746760" y="1153520"/>
            <a:ext cx="10515600" cy="5378705"/>
          </a:xfrm>
        </p:spPr>
        <p:txBody>
          <a:bodyPr>
            <a:normAutofit/>
          </a:bodyPr>
          <a:lstStyle/>
          <a:p>
            <a:pPr>
              <a:lnSpc>
                <a:spcPct val="150000"/>
              </a:lnSpc>
            </a:pPr>
            <a:r>
              <a:rPr lang="en-US" sz="2400" dirty="0">
                <a:latin typeface="David" panose="020E0502060401010101" pitchFamily="34" charset="-79"/>
                <a:cs typeface="David" panose="020E0502060401010101" pitchFamily="34" charset="-79"/>
              </a:rPr>
              <a:t>Data</a:t>
            </a:r>
            <a:endParaRPr lang="he-IL" sz="2400" dirty="0">
              <a:latin typeface="David" panose="020E0502060401010101" pitchFamily="34" charset="-79"/>
              <a:cs typeface="David" panose="020E0502060401010101" pitchFamily="34" charset="-79"/>
            </a:endParaRPr>
          </a:p>
          <a:p>
            <a:pPr>
              <a:lnSpc>
                <a:spcPct val="150000"/>
              </a:lnSpc>
            </a:pPr>
            <a:r>
              <a:rPr lang="en-US" sz="2400" dirty="0">
                <a:latin typeface="David" panose="020E0502060401010101" pitchFamily="34" charset="-79"/>
                <a:cs typeface="David" panose="020E0502060401010101" pitchFamily="34" charset="-79"/>
              </a:rPr>
              <a:t>Measurements</a:t>
            </a:r>
          </a:p>
          <a:p>
            <a:pPr>
              <a:lnSpc>
                <a:spcPct val="150000"/>
              </a:lnSpc>
            </a:pPr>
            <a:r>
              <a:rPr lang="en-US" sz="2400" dirty="0">
                <a:latin typeface="David" panose="020E0502060401010101" pitchFamily="34" charset="-79"/>
                <a:cs typeface="David" panose="020E0502060401010101" pitchFamily="34" charset="-79"/>
              </a:rPr>
              <a:t>Experiments</a:t>
            </a:r>
          </a:p>
          <a:p>
            <a:pPr>
              <a:lnSpc>
                <a:spcPct val="150000"/>
              </a:lnSpc>
            </a:pPr>
            <a:r>
              <a:rPr lang="en-US" sz="2400">
                <a:cs typeface="David" panose="020E0502060401010101" pitchFamily="34" charset="-79"/>
              </a:rPr>
              <a:t>Imperfect Data</a:t>
            </a:r>
            <a:endParaRPr lang="he-IL" sz="2400" dirty="0">
              <a:latin typeface="David" panose="020E0502060401010101" pitchFamily="34" charset="-79"/>
              <a:cs typeface="David" panose="020E0502060401010101" pitchFamily="34" charset="-79"/>
            </a:endParaRPr>
          </a:p>
          <a:p>
            <a:pPr>
              <a:lnSpc>
                <a:spcPct val="150000"/>
              </a:lnSpc>
            </a:pPr>
            <a:r>
              <a:rPr lang="en-US" sz="2400" dirty="0">
                <a:cs typeface="David" panose="020E0502060401010101" pitchFamily="34" charset="-79"/>
              </a:rPr>
              <a:t>Summary Statistics</a:t>
            </a:r>
            <a:endParaRPr lang="en-US" sz="2400" dirty="0">
              <a:latin typeface="David" panose="020E0502060401010101" pitchFamily="34" charset="-79"/>
              <a:cs typeface="David" panose="020E0502060401010101" pitchFamily="34" charset="-79"/>
            </a:endParaRPr>
          </a:p>
          <a:p>
            <a:pPr>
              <a:lnSpc>
                <a:spcPct val="150000"/>
              </a:lnSpc>
            </a:pPr>
            <a:r>
              <a:rPr lang="en-US" sz="2400" dirty="0">
                <a:cs typeface="David" panose="020E0502060401010101" pitchFamily="34" charset="-79"/>
              </a:rPr>
              <a:t>Probability and Uncertainty</a:t>
            </a:r>
          </a:p>
          <a:p>
            <a:pPr>
              <a:lnSpc>
                <a:spcPct val="150000"/>
              </a:lnSpc>
            </a:pPr>
            <a:r>
              <a:rPr lang="en-US" sz="2400" dirty="0">
                <a:latin typeface="David" panose="020E0502060401010101" pitchFamily="34" charset="-79"/>
                <a:cs typeface="David" panose="020E0502060401010101" pitchFamily="34" charset="-79"/>
              </a:rPr>
              <a:t>Random Variables &amp; Probability Distributions</a:t>
            </a:r>
          </a:p>
        </p:txBody>
      </p:sp>
    </p:spTree>
    <p:extLst>
      <p:ext uri="{BB962C8B-B14F-4D97-AF65-F5344CB8AC3E}">
        <p14:creationId xmlns:p14="http://schemas.microsoft.com/office/powerpoint/2010/main" val="2932639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Data</a:t>
            </a:r>
            <a:endParaRPr lang="LID4096" dirty="0"/>
          </a:p>
        </p:txBody>
      </p:sp>
      <p:sp>
        <p:nvSpPr>
          <p:cNvPr id="3" name="Content Placeholder 2">
            <a:extLst>
              <a:ext uri="{FF2B5EF4-FFF2-40B4-BE49-F238E27FC236}">
                <a16:creationId xmlns:a16="http://schemas.microsoft.com/office/drawing/2014/main" id="{7220153A-0E02-CB25-A797-F3303E23640F}"/>
              </a:ext>
            </a:extLst>
          </p:cNvPr>
          <p:cNvSpPr>
            <a:spLocks noGrp="1"/>
          </p:cNvSpPr>
          <p:nvPr>
            <p:ph idx="1"/>
          </p:nvPr>
        </p:nvSpPr>
        <p:spPr>
          <a:xfrm>
            <a:off x="838200" y="1346560"/>
            <a:ext cx="10515600" cy="5378705"/>
          </a:xfrm>
        </p:spPr>
        <p:txBody>
          <a:bodyPr>
            <a:normAutofit/>
          </a:bodyPr>
          <a:lstStyle/>
          <a:p>
            <a:pPr>
              <a:lnSpc>
                <a:spcPct val="110000"/>
              </a:lnSpc>
            </a:pPr>
            <a:r>
              <a:rPr lang="en-GB" dirty="0">
                <a:latin typeface="David" panose="020E0502060401010101" pitchFamily="34" charset="-79"/>
                <a:cs typeface="David" panose="020E0502060401010101" pitchFamily="34" charset="-79"/>
              </a:rPr>
              <a:t>A set of observations or measurements</a:t>
            </a:r>
          </a:p>
          <a:p>
            <a:pPr>
              <a:lnSpc>
                <a:spcPct val="110000"/>
              </a:lnSpc>
            </a:pPr>
            <a:r>
              <a:rPr lang="en-GB" dirty="0">
                <a:cs typeface="David" panose="020E0502060401010101" pitchFamily="34" charset="-79"/>
              </a:rPr>
              <a:t>Comes from measurements </a:t>
            </a:r>
            <a:endParaRPr lang="en-GB" dirty="0">
              <a:latin typeface="David" panose="020E0502060401010101" pitchFamily="34" charset="-79"/>
              <a:cs typeface="David" panose="020E0502060401010101" pitchFamily="34" charset="-79"/>
            </a:endParaRPr>
          </a:p>
          <a:p>
            <a:pPr>
              <a:lnSpc>
                <a:spcPct val="110000"/>
              </a:lnSpc>
            </a:pPr>
            <a:r>
              <a:rPr lang="en-GB" dirty="0">
                <a:latin typeface="David" panose="020E0502060401010101" pitchFamily="34" charset="-79"/>
                <a:cs typeface="David" panose="020E0502060401010101" pitchFamily="34" charset="-79"/>
              </a:rPr>
              <a:t>Finite </a:t>
            </a:r>
          </a:p>
          <a:p>
            <a:pPr lvl="1">
              <a:lnSpc>
                <a:spcPct val="110000"/>
              </a:lnSpc>
            </a:pPr>
            <a:r>
              <a:rPr lang="en-GB" dirty="0">
                <a:latin typeface="David" panose="020E0502060401010101" pitchFamily="34" charset="-79"/>
                <a:cs typeface="David" panose="020E0502060401010101" pitchFamily="34" charset="-79"/>
              </a:rPr>
              <a:t>We can get more data, but it will still be data</a:t>
            </a:r>
          </a:p>
          <a:p>
            <a:pPr>
              <a:lnSpc>
                <a:spcPct val="110000"/>
              </a:lnSpc>
            </a:pPr>
            <a:r>
              <a:rPr lang="en-GB" dirty="0">
                <a:latin typeface="David" panose="020E0502060401010101" pitchFamily="34" charset="-79"/>
                <a:cs typeface="David" panose="020E0502060401010101" pitchFamily="34" charset="-79"/>
              </a:rPr>
              <a:t>Represents the reality imperfectly </a:t>
            </a:r>
          </a:p>
          <a:p>
            <a:pPr marL="0" indent="0">
              <a:lnSpc>
                <a:spcPct val="110000"/>
              </a:lnSpc>
              <a:buNone/>
            </a:pPr>
            <a:endParaRPr lang="en-GB" dirty="0">
              <a:cs typeface="David" panose="020E0502060401010101" pitchFamily="34" charset="-79"/>
            </a:endParaRPr>
          </a:p>
        </p:txBody>
      </p:sp>
    </p:spTree>
    <p:extLst>
      <p:ext uri="{BB962C8B-B14F-4D97-AF65-F5344CB8AC3E}">
        <p14:creationId xmlns:p14="http://schemas.microsoft.com/office/powerpoint/2010/main" val="434505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CEA04-51A0-12B9-B493-752F5C9BC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9F0B2-D042-7B4B-AC8A-2292BD1B7FE7}"/>
              </a:ext>
            </a:extLst>
          </p:cNvPr>
          <p:cNvSpPr>
            <a:spLocks noGrp="1"/>
          </p:cNvSpPr>
          <p:nvPr>
            <p:ph type="title"/>
          </p:nvPr>
        </p:nvSpPr>
        <p:spPr>
          <a:xfrm>
            <a:off x="838200" y="20997"/>
            <a:ext cx="10515600" cy="1325563"/>
          </a:xfrm>
        </p:spPr>
        <p:txBody>
          <a:bodyPr/>
          <a:lstStyle/>
          <a:p>
            <a:r>
              <a:rPr lang="en-US" dirty="0"/>
              <a:t>Data Types</a:t>
            </a:r>
            <a:endParaRPr lang="LID4096" dirty="0"/>
          </a:p>
        </p:txBody>
      </p:sp>
      <p:sp>
        <p:nvSpPr>
          <p:cNvPr id="3" name="Content Placeholder 2">
            <a:extLst>
              <a:ext uri="{FF2B5EF4-FFF2-40B4-BE49-F238E27FC236}">
                <a16:creationId xmlns:a16="http://schemas.microsoft.com/office/drawing/2014/main" id="{4E7891C4-CD60-C51C-4B18-84455021E4C7}"/>
              </a:ext>
            </a:extLst>
          </p:cNvPr>
          <p:cNvSpPr>
            <a:spLocks noGrp="1"/>
          </p:cNvSpPr>
          <p:nvPr>
            <p:ph idx="1"/>
          </p:nvPr>
        </p:nvSpPr>
        <p:spPr>
          <a:xfrm>
            <a:off x="838200" y="1346560"/>
            <a:ext cx="10515600" cy="5378705"/>
          </a:xfrm>
        </p:spPr>
        <p:txBody>
          <a:bodyPr>
            <a:normAutofit/>
          </a:bodyPr>
          <a:lstStyle/>
          <a:p>
            <a:pPr>
              <a:lnSpc>
                <a:spcPct val="110000"/>
              </a:lnSpc>
            </a:pPr>
            <a:r>
              <a:rPr lang="en-GB" b="1" dirty="0">
                <a:latin typeface="David" panose="020E0502060401010101" pitchFamily="34" charset="-79"/>
                <a:cs typeface="David" panose="020E0502060401010101" pitchFamily="34" charset="-79"/>
              </a:rPr>
              <a:t>3 main types:</a:t>
            </a:r>
          </a:p>
          <a:p>
            <a:pPr lvl="1">
              <a:lnSpc>
                <a:spcPct val="110000"/>
              </a:lnSpc>
            </a:pPr>
            <a:r>
              <a:rPr lang="en-GB" b="1" dirty="0">
                <a:latin typeface="David" panose="020E0502060401010101" pitchFamily="34" charset="-79"/>
                <a:cs typeface="David" panose="020E0502060401010101" pitchFamily="34" charset="-79"/>
              </a:rPr>
              <a:t>Continuous</a:t>
            </a:r>
            <a:r>
              <a:rPr lang="en-GB" dirty="0">
                <a:latin typeface="David" panose="020E0502060401010101" pitchFamily="34" charset="-79"/>
                <a:cs typeface="David" panose="020E0502060401010101" pitchFamily="34" charset="-79"/>
              </a:rPr>
              <a:t> – there can be another data point between any two data values. </a:t>
            </a:r>
          </a:p>
          <a:p>
            <a:pPr lvl="1">
              <a:lnSpc>
                <a:spcPct val="110000"/>
              </a:lnSpc>
            </a:pPr>
            <a:r>
              <a:rPr lang="en-GB" b="1" dirty="0">
                <a:latin typeface="David" panose="020E0502060401010101" pitchFamily="34" charset="-79"/>
                <a:cs typeface="David" panose="020E0502060401010101" pitchFamily="34" charset="-79"/>
              </a:rPr>
              <a:t>Categorical</a:t>
            </a:r>
            <a:r>
              <a:rPr lang="en-GB" dirty="0">
                <a:latin typeface="David" panose="020E0502060401010101" pitchFamily="34" charset="-79"/>
                <a:cs typeface="David" panose="020E0502060401010101" pitchFamily="34" charset="-79"/>
              </a:rPr>
              <a:t> – values can’t be put on a scale. </a:t>
            </a:r>
          </a:p>
          <a:p>
            <a:pPr lvl="1">
              <a:lnSpc>
                <a:spcPct val="110000"/>
              </a:lnSpc>
            </a:pPr>
            <a:r>
              <a:rPr lang="en-GB" b="1" dirty="0">
                <a:latin typeface="David" panose="020E0502060401010101" pitchFamily="34" charset="-79"/>
                <a:cs typeface="David" panose="020E0502060401010101" pitchFamily="34" charset="-79"/>
              </a:rPr>
              <a:t>Ordinal</a:t>
            </a:r>
            <a:r>
              <a:rPr lang="en-GB" dirty="0">
                <a:latin typeface="David" panose="020E0502060401010101" pitchFamily="34" charset="-79"/>
                <a:cs typeface="David" panose="020E0502060401010101" pitchFamily="34" charset="-79"/>
              </a:rPr>
              <a:t> – data can be ordered but are not real numbers. </a:t>
            </a:r>
          </a:p>
          <a:p>
            <a:pPr marL="0" indent="0">
              <a:lnSpc>
                <a:spcPct val="110000"/>
              </a:lnSpc>
              <a:buNone/>
            </a:pPr>
            <a:endParaRPr lang="en-GB" b="1"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483942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22B07-87BD-83E4-E598-53B9E9430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302F8-9923-893B-B0C4-40FD151329B0}"/>
              </a:ext>
            </a:extLst>
          </p:cNvPr>
          <p:cNvSpPr>
            <a:spLocks noGrp="1"/>
          </p:cNvSpPr>
          <p:nvPr>
            <p:ph type="title"/>
          </p:nvPr>
        </p:nvSpPr>
        <p:spPr>
          <a:xfrm>
            <a:off x="838200" y="20997"/>
            <a:ext cx="10515600" cy="1325563"/>
          </a:xfrm>
        </p:spPr>
        <p:txBody>
          <a:bodyPr/>
          <a:lstStyle/>
          <a:p>
            <a:r>
              <a:rPr lang="en-US" dirty="0"/>
              <a:t>Data Types</a:t>
            </a:r>
            <a:endParaRPr lang="LID4096" dirty="0"/>
          </a:p>
        </p:txBody>
      </p:sp>
      <p:sp>
        <p:nvSpPr>
          <p:cNvPr id="6" name="Oval 5">
            <a:extLst>
              <a:ext uri="{FF2B5EF4-FFF2-40B4-BE49-F238E27FC236}">
                <a16:creationId xmlns:a16="http://schemas.microsoft.com/office/drawing/2014/main" id="{C78C0265-A27C-8FCB-07B8-6DA352AC557E}"/>
              </a:ext>
            </a:extLst>
          </p:cNvPr>
          <p:cNvSpPr/>
          <p:nvPr/>
        </p:nvSpPr>
        <p:spPr>
          <a:xfrm>
            <a:off x="861238" y="5082363"/>
            <a:ext cx="2562446" cy="1325563"/>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ysClr val="windowText" lastClr="000000"/>
                </a:solidFill>
                <a:latin typeface="David" panose="020E0502060401010101" pitchFamily="34" charset="-79"/>
                <a:cs typeface="David" panose="020E0502060401010101" pitchFamily="34" charset="-79"/>
              </a:rPr>
              <a:t>Continuous</a:t>
            </a:r>
            <a:endParaRPr lang="LID4096" sz="2400" dirty="0">
              <a:solidFill>
                <a:sysClr val="windowText" lastClr="000000"/>
              </a:solidFill>
              <a:latin typeface="David" panose="020E0502060401010101" pitchFamily="34" charset="-79"/>
              <a:cs typeface="David" panose="020E0502060401010101" pitchFamily="34" charset="-79"/>
            </a:endParaRPr>
          </a:p>
        </p:txBody>
      </p:sp>
      <p:sp>
        <p:nvSpPr>
          <p:cNvPr id="7" name="Oval 6">
            <a:extLst>
              <a:ext uri="{FF2B5EF4-FFF2-40B4-BE49-F238E27FC236}">
                <a16:creationId xmlns:a16="http://schemas.microsoft.com/office/drawing/2014/main" id="{A7409540-4617-969C-4C18-7045E6ADB46F}"/>
              </a:ext>
            </a:extLst>
          </p:cNvPr>
          <p:cNvSpPr/>
          <p:nvPr/>
        </p:nvSpPr>
        <p:spPr>
          <a:xfrm>
            <a:off x="4814778" y="5082363"/>
            <a:ext cx="2562446" cy="1325563"/>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ysClr val="windowText" lastClr="000000"/>
                </a:solidFill>
                <a:latin typeface="David" panose="020E0502060401010101" pitchFamily="34" charset="-79"/>
                <a:cs typeface="David" panose="020E0502060401010101" pitchFamily="34" charset="-79"/>
              </a:rPr>
              <a:t>Ordinal</a:t>
            </a:r>
            <a:endParaRPr lang="LID4096" sz="2400" dirty="0">
              <a:solidFill>
                <a:sysClr val="windowText" lastClr="000000"/>
              </a:solidFill>
              <a:latin typeface="David" panose="020E0502060401010101" pitchFamily="34" charset="-79"/>
              <a:cs typeface="David" panose="020E0502060401010101" pitchFamily="34" charset="-79"/>
            </a:endParaRPr>
          </a:p>
        </p:txBody>
      </p:sp>
      <p:sp>
        <p:nvSpPr>
          <p:cNvPr id="8" name="Oval 7">
            <a:extLst>
              <a:ext uri="{FF2B5EF4-FFF2-40B4-BE49-F238E27FC236}">
                <a16:creationId xmlns:a16="http://schemas.microsoft.com/office/drawing/2014/main" id="{27DE478A-17CA-BD3B-B9D1-031C3B5BEC0D}"/>
              </a:ext>
            </a:extLst>
          </p:cNvPr>
          <p:cNvSpPr/>
          <p:nvPr/>
        </p:nvSpPr>
        <p:spPr>
          <a:xfrm>
            <a:off x="8768317" y="5082362"/>
            <a:ext cx="2562446" cy="1325563"/>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ysClr val="windowText" lastClr="000000"/>
                </a:solidFill>
                <a:latin typeface="David" panose="020E0502060401010101" pitchFamily="34" charset="-79"/>
                <a:cs typeface="David" panose="020E0502060401010101" pitchFamily="34" charset="-79"/>
              </a:rPr>
              <a:t>Categorical</a:t>
            </a:r>
            <a:endParaRPr lang="LID4096" sz="2400" dirty="0">
              <a:solidFill>
                <a:sysClr val="windowText" lastClr="000000"/>
              </a:solidFill>
              <a:latin typeface="David" panose="020E0502060401010101" pitchFamily="34" charset="-79"/>
              <a:cs typeface="David" panose="020E0502060401010101" pitchFamily="34" charset="-79"/>
            </a:endParaRPr>
          </a:p>
        </p:txBody>
      </p:sp>
      <p:sp>
        <p:nvSpPr>
          <p:cNvPr id="10" name="TextBox 9">
            <a:extLst>
              <a:ext uri="{FF2B5EF4-FFF2-40B4-BE49-F238E27FC236}">
                <a16:creationId xmlns:a16="http://schemas.microsoft.com/office/drawing/2014/main" id="{9E2A5E54-FD84-89C8-E0F3-098FDADCD4B7}"/>
              </a:ext>
            </a:extLst>
          </p:cNvPr>
          <p:cNvSpPr txBox="1"/>
          <p:nvPr/>
        </p:nvSpPr>
        <p:spPr>
          <a:xfrm>
            <a:off x="1228061" y="1808225"/>
            <a:ext cx="1828800" cy="461665"/>
          </a:xfrm>
          <a:prstGeom prst="rect">
            <a:avLst/>
          </a:prstGeom>
          <a:noFill/>
        </p:spPr>
        <p:txBody>
          <a:bodyPr wrap="square" rtlCol="0">
            <a:spAutoFit/>
          </a:bodyPr>
          <a:lstStyle/>
          <a:p>
            <a:pPr algn="ctr"/>
            <a:r>
              <a:rPr lang="en-GB" sz="2400" dirty="0">
                <a:latin typeface="David" panose="020E0502060401010101" pitchFamily="34" charset="-79"/>
                <a:cs typeface="David" panose="020E0502060401010101" pitchFamily="34" charset="-79"/>
              </a:rPr>
              <a:t>Heights </a:t>
            </a:r>
            <a:endParaRPr lang="LID4096" sz="2400" dirty="0">
              <a:latin typeface="David" panose="020E0502060401010101" pitchFamily="34" charset="-79"/>
              <a:cs typeface="David" panose="020E0502060401010101" pitchFamily="34" charset="-79"/>
            </a:endParaRPr>
          </a:p>
        </p:txBody>
      </p:sp>
      <p:sp>
        <p:nvSpPr>
          <p:cNvPr id="11" name="TextBox 10">
            <a:extLst>
              <a:ext uri="{FF2B5EF4-FFF2-40B4-BE49-F238E27FC236}">
                <a16:creationId xmlns:a16="http://schemas.microsoft.com/office/drawing/2014/main" id="{3EAA75A9-F2F8-6F7F-C5CE-A5F447808B4B}"/>
              </a:ext>
            </a:extLst>
          </p:cNvPr>
          <p:cNvSpPr txBox="1"/>
          <p:nvPr/>
        </p:nvSpPr>
        <p:spPr>
          <a:xfrm>
            <a:off x="5966637" y="1375575"/>
            <a:ext cx="1828800" cy="461665"/>
          </a:xfrm>
          <a:prstGeom prst="rect">
            <a:avLst/>
          </a:prstGeom>
          <a:noFill/>
        </p:spPr>
        <p:txBody>
          <a:bodyPr wrap="square" rtlCol="0">
            <a:spAutoFit/>
          </a:bodyPr>
          <a:lstStyle/>
          <a:p>
            <a:pPr algn="ctr"/>
            <a:r>
              <a:rPr lang="en-GB" sz="2400" dirty="0">
                <a:latin typeface="David" panose="020E0502060401010101" pitchFamily="34" charset="-79"/>
                <a:cs typeface="David" panose="020E0502060401010101" pitchFamily="34" charset="-79"/>
              </a:rPr>
              <a:t>Weight </a:t>
            </a:r>
            <a:endParaRPr lang="LID4096" sz="2400" dirty="0">
              <a:latin typeface="David" panose="020E0502060401010101" pitchFamily="34" charset="-79"/>
              <a:cs typeface="David" panose="020E0502060401010101" pitchFamily="34" charset="-79"/>
            </a:endParaRPr>
          </a:p>
        </p:txBody>
      </p:sp>
      <p:sp>
        <p:nvSpPr>
          <p:cNvPr id="12" name="TextBox 11">
            <a:extLst>
              <a:ext uri="{FF2B5EF4-FFF2-40B4-BE49-F238E27FC236}">
                <a16:creationId xmlns:a16="http://schemas.microsoft.com/office/drawing/2014/main" id="{EFE3C756-6BC7-8C5D-9BA1-C7382091A30D}"/>
              </a:ext>
            </a:extLst>
          </p:cNvPr>
          <p:cNvSpPr txBox="1"/>
          <p:nvPr/>
        </p:nvSpPr>
        <p:spPr>
          <a:xfrm>
            <a:off x="5334001" y="2678483"/>
            <a:ext cx="1828800" cy="461665"/>
          </a:xfrm>
          <a:prstGeom prst="rect">
            <a:avLst/>
          </a:prstGeom>
          <a:noFill/>
        </p:spPr>
        <p:txBody>
          <a:bodyPr wrap="square" rtlCol="0">
            <a:spAutoFit/>
          </a:bodyPr>
          <a:lstStyle/>
          <a:p>
            <a:pPr algn="ctr"/>
            <a:r>
              <a:rPr lang="en-GB" sz="2400" dirty="0">
                <a:latin typeface="David" panose="020E0502060401010101" pitchFamily="34" charset="-79"/>
                <a:cs typeface="David" panose="020E0502060401010101" pitchFamily="34" charset="-79"/>
              </a:rPr>
              <a:t>Time </a:t>
            </a:r>
            <a:endParaRPr lang="LID4096" sz="2400" dirty="0">
              <a:latin typeface="David" panose="020E0502060401010101" pitchFamily="34" charset="-79"/>
              <a:cs typeface="David" panose="020E0502060401010101" pitchFamily="34" charset="-79"/>
            </a:endParaRPr>
          </a:p>
        </p:txBody>
      </p:sp>
      <p:sp>
        <p:nvSpPr>
          <p:cNvPr id="13" name="TextBox 12">
            <a:extLst>
              <a:ext uri="{FF2B5EF4-FFF2-40B4-BE49-F238E27FC236}">
                <a16:creationId xmlns:a16="http://schemas.microsoft.com/office/drawing/2014/main" id="{D3730DD3-EAA8-580B-1C85-31F26B38980F}"/>
              </a:ext>
            </a:extLst>
          </p:cNvPr>
          <p:cNvSpPr txBox="1"/>
          <p:nvPr/>
        </p:nvSpPr>
        <p:spPr>
          <a:xfrm>
            <a:off x="8768317" y="2521962"/>
            <a:ext cx="1828800" cy="461665"/>
          </a:xfrm>
          <a:prstGeom prst="rect">
            <a:avLst/>
          </a:prstGeom>
          <a:noFill/>
        </p:spPr>
        <p:txBody>
          <a:bodyPr wrap="square" rtlCol="0">
            <a:spAutoFit/>
          </a:bodyPr>
          <a:lstStyle/>
          <a:p>
            <a:pPr algn="ctr"/>
            <a:r>
              <a:rPr lang="en-GB" sz="2400" dirty="0">
                <a:latin typeface="David" panose="020E0502060401010101" pitchFamily="34" charset="-79"/>
                <a:cs typeface="David" panose="020E0502060401010101" pitchFamily="34" charset="-79"/>
              </a:rPr>
              <a:t>Gender </a:t>
            </a:r>
            <a:endParaRPr lang="LID4096" sz="2400" dirty="0">
              <a:latin typeface="David" panose="020E0502060401010101" pitchFamily="34" charset="-79"/>
              <a:cs typeface="David" panose="020E0502060401010101" pitchFamily="34" charset="-79"/>
            </a:endParaRPr>
          </a:p>
        </p:txBody>
      </p:sp>
      <p:sp>
        <p:nvSpPr>
          <p:cNvPr id="14" name="TextBox 13">
            <a:extLst>
              <a:ext uri="{FF2B5EF4-FFF2-40B4-BE49-F238E27FC236}">
                <a16:creationId xmlns:a16="http://schemas.microsoft.com/office/drawing/2014/main" id="{4A9E73FA-8001-CE00-A853-EDDB54FB5181}"/>
              </a:ext>
            </a:extLst>
          </p:cNvPr>
          <p:cNvSpPr txBox="1"/>
          <p:nvPr/>
        </p:nvSpPr>
        <p:spPr>
          <a:xfrm>
            <a:off x="3200401" y="3048344"/>
            <a:ext cx="1828800" cy="461665"/>
          </a:xfrm>
          <a:prstGeom prst="rect">
            <a:avLst/>
          </a:prstGeom>
          <a:noFill/>
        </p:spPr>
        <p:txBody>
          <a:bodyPr wrap="square" rtlCol="0">
            <a:spAutoFit/>
          </a:bodyPr>
          <a:lstStyle/>
          <a:p>
            <a:pPr algn="ctr"/>
            <a:r>
              <a:rPr lang="en-US" sz="2400" noProof="0" dirty="0">
                <a:latin typeface="David" panose="020E0502060401010101" pitchFamily="34" charset="-79"/>
                <a:cs typeface="David" panose="020E0502060401010101" pitchFamily="34" charset="-79"/>
              </a:rPr>
              <a:t>Color </a:t>
            </a:r>
          </a:p>
        </p:txBody>
      </p:sp>
      <p:sp>
        <p:nvSpPr>
          <p:cNvPr id="15" name="TextBox 14">
            <a:extLst>
              <a:ext uri="{FF2B5EF4-FFF2-40B4-BE49-F238E27FC236}">
                <a16:creationId xmlns:a16="http://schemas.microsoft.com/office/drawing/2014/main" id="{FE1BA521-975E-5B9A-737C-78CEEAD5E7C0}"/>
              </a:ext>
            </a:extLst>
          </p:cNvPr>
          <p:cNvSpPr txBox="1"/>
          <p:nvPr/>
        </p:nvSpPr>
        <p:spPr>
          <a:xfrm>
            <a:off x="3225058" y="1128454"/>
            <a:ext cx="2573382" cy="830997"/>
          </a:xfrm>
          <a:prstGeom prst="rect">
            <a:avLst/>
          </a:prstGeom>
          <a:noFill/>
        </p:spPr>
        <p:txBody>
          <a:bodyPr wrap="square" rtlCol="0">
            <a:spAutoFit/>
          </a:bodyPr>
          <a:lstStyle/>
          <a:p>
            <a:pPr algn="ctr"/>
            <a:r>
              <a:rPr lang="en-GB" sz="2400" dirty="0">
                <a:latin typeface="David" panose="020E0502060401010101" pitchFamily="34" charset="-79"/>
                <a:cs typeface="David" panose="020E0502060401010101" pitchFamily="34" charset="-79"/>
              </a:rPr>
              <a:t>Morning/afternoon/evening </a:t>
            </a:r>
            <a:endParaRPr lang="LID4096" sz="2400" dirty="0">
              <a:latin typeface="David" panose="020E0502060401010101" pitchFamily="34" charset="-79"/>
              <a:cs typeface="David" panose="020E0502060401010101" pitchFamily="34" charset="-79"/>
            </a:endParaRPr>
          </a:p>
        </p:txBody>
      </p:sp>
      <p:sp>
        <p:nvSpPr>
          <p:cNvPr id="16" name="TextBox 15">
            <a:extLst>
              <a:ext uri="{FF2B5EF4-FFF2-40B4-BE49-F238E27FC236}">
                <a16:creationId xmlns:a16="http://schemas.microsoft.com/office/drawing/2014/main" id="{91D34B21-AC42-1342-C8AD-5821CC96294B}"/>
              </a:ext>
            </a:extLst>
          </p:cNvPr>
          <p:cNvSpPr txBox="1"/>
          <p:nvPr/>
        </p:nvSpPr>
        <p:spPr>
          <a:xfrm>
            <a:off x="6666615" y="3403339"/>
            <a:ext cx="3016102" cy="461665"/>
          </a:xfrm>
          <a:prstGeom prst="rect">
            <a:avLst/>
          </a:prstGeom>
          <a:noFill/>
        </p:spPr>
        <p:txBody>
          <a:bodyPr wrap="square" rtlCol="0">
            <a:spAutoFit/>
          </a:bodyPr>
          <a:lstStyle/>
          <a:p>
            <a:pPr algn="ctr"/>
            <a:r>
              <a:rPr lang="en-GB" sz="2400" dirty="0">
                <a:latin typeface="David" panose="020E0502060401010101" pitchFamily="34" charset="-79"/>
                <a:cs typeface="David" panose="020E0502060401010101" pitchFamily="34" charset="-79"/>
              </a:rPr>
              <a:t>Baby/child/teenager</a:t>
            </a:r>
            <a:endParaRPr lang="LID4096" sz="2400" dirty="0">
              <a:latin typeface="David" panose="020E0502060401010101" pitchFamily="34" charset="-79"/>
              <a:cs typeface="David" panose="020E0502060401010101" pitchFamily="34" charset="-79"/>
            </a:endParaRPr>
          </a:p>
        </p:txBody>
      </p:sp>
      <p:cxnSp>
        <p:nvCxnSpPr>
          <p:cNvPr id="18" name="Straight Arrow Connector 17">
            <a:extLst>
              <a:ext uri="{FF2B5EF4-FFF2-40B4-BE49-F238E27FC236}">
                <a16:creationId xmlns:a16="http://schemas.microsoft.com/office/drawing/2014/main" id="{CC43240F-96C1-6F81-6282-52C32ED6A2CE}"/>
              </a:ext>
            </a:extLst>
          </p:cNvPr>
          <p:cNvCxnSpPr>
            <a:stCxn id="10" idx="2"/>
            <a:endCxn id="6" idx="0"/>
          </p:cNvCxnSpPr>
          <p:nvPr/>
        </p:nvCxnSpPr>
        <p:spPr>
          <a:xfrm>
            <a:off x="2142461" y="2269890"/>
            <a:ext cx="0" cy="2812473"/>
          </a:xfrm>
          <a:prstGeom prst="straightConnector1">
            <a:avLst/>
          </a:prstGeom>
          <a:ln>
            <a:solidFill>
              <a:schemeClr val="accent5">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7E5407CA-039F-B260-A703-D641C0301C78}"/>
              </a:ext>
            </a:extLst>
          </p:cNvPr>
          <p:cNvCxnSpPr>
            <a:stCxn id="12" idx="2"/>
            <a:endCxn id="6" idx="0"/>
          </p:cNvCxnSpPr>
          <p:nvPr/>
        </p:nvCxnSpPr>
        <p:spPr>
          <a:xfrm flipH="1">
            <a:off x="2142461" y="3140148"/>
            <a:ext cx="4105940" cy="1942215"/>
          </a:xfrm>
          <a:prstGeom prst="straightConnector1">
            <a:avLst/>
          </a:prstGeom>
          <a:ln>
            <a:solidFill>
              <a:schemeClr val="accent5">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30B35F5-7A5F-FFE0-6AEB-C4E87EA26E5C}"/>
              </a:ext>
            </a:extLst>
          </p:cNvPr>
          <p:cNvCxnSpPr>
            <a:stCxn id="11" idx="2"/>
            <a:endCxn id="6" idx="0"/>
          </p:cNvCxnSpPr>
          <p:nvPr/>
        </p:nvCxnSpPr>
        <p:spPr>
          <a:xfrm flipH="1">
            <a:off x="2142461" y="1837240"/>
            <a:ext cx="4738576" cy="3245123"/>
          </a:xfrm>
          <a:prstGeom prst="straightConnector1">
            <a:avLst/>
          </a:prstGeom>
          <a:ln>
            <a:solidFill>
              <a:schemeClr val="accent5">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2763C64F-B880-3732-75AD-670423B6B1EA}"/>
              </a:ext>
            </a:extLst>
          </p:cNvPr>
          <p:cNvCxnSpPr>
            <a:stCxn id="14" idx="2"/>
            <a:endCxn id="8" idx="0"/>
          </p:cNvCxnSpPr>
          <p:nvPr/>
        </p:nvCxnSpPr>
        <p:spPr>
          <a:xfrm>
            <a:off x="4114801" y="3510009"/>
            <a:ext cx="5934739" cy="1572353"/>
          </a:xfrm>
          <a:prstGeom prst="straightConnector1">
            <a:avLst/>
          </a:prstGeom>
          <a:ln>
            <a:solidFill>
              <a:schemeClr val="accent6">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CE208607-5249-DABB-0ABF-F7609AB431A1}"/>
              </a:ext>
            </a:extLst>
          </p:cNvPr>
          <p:cNvCxnSpPr>
            <a:stCxn id="13" idx="2"/>
            <a:endCxn id="8" idx="0"/>
          </p:cNvCxnSpPr>
          <p:nvPr/>
        </p:nvCxnSpPr>
        <p:spPr>
          <a:xfrm>
            <a:off x="9682717" y="2983627"/>
            <a:ext cx="366823" cy="2098735"/>
          </a:xfrm>
          <a:prstGeom prst="straightConnector1">
            <a:avLst/>
          </a:prstGeom>
          <a:ln>
            <a:solidFill>
              <a:schemeClr val="accent6">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2077AB95-7DAA-32D6-7E6E-826BC0A3A55F}"/>
              </a:ext>
            </a:extLst>
          </p:cNvPr>
          <p:cNvCxnSpPr>
            <a:cxnSpLocks/>
            <a:stCxn id="15" idx="2"/>
            <a:endCxn id="7" idx="0"/>
          </p:cNvCxnSpPr>
          <p:nvPr/>
        </p:nvCxnSpPr>
        <p:spPr>
          <a:xfrm>
            <a:off x="4511749" y="1959451"/>
            <a:ext cx="1584252" cy="3122912"/>
          </a:xfrm>
          <a:prstGeom prst="straightConnector1">
            <a:avLst/>
          </a:prstGeom>
          <a:ln>
            <a:solidFill>
              <a:schemeClr val="accent4">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DEE5883-ED64-5AE7-2DE0-7C4D8A0DE9FF}"/>
              </a:ext>
            </a:extLst>
          </p:cNvPr>
          <p:cNvCxnSpPr>
            <a:stCxn id="16" idx="2"/>
            <a:endCxn id="7" idx="0"/>
          </p:cNvCxnSpPr>
          <p:nvPr/>
        </p:nvCxnSpPr>
        <p:spPr>
          <a:xfrm flipH="1">
            <a:off x="6096001" y="3865004"/>
            <a:ext cx="2078665" cy="1217359"/>
          </a:xfrm>
          <a:prstGeom prst="straightConnector1">
            <a:avLst/>
          </a:prstGeom>
          <a:ln>
            <a:solidFill>
              <a:schemeClr val="accent4">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2131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25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25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25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5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25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25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25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25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25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5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59A4D-F33F-F559-DE0F-D851A3A9F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61288E-08C6-5D72-DED7-9B2E87A06754}"/>
              </a:ext>
            </a:extLst>
          </p:cNvPr>
          <p:cNvSpPr>
            <a:spLocks noGrp="1"/>
          </p:cNvSpPr>
          <p:nvPr>
            <p:ph type="title"/>
          </p:nvPr>
        </p:nvSpPr>
        <p:spPr>
          <a:xfrm>
            <a:off x="838200" y="20997"/>
            <a:ext cx="10515600" cy="1325563"/>
          </a:xfrm>
        </p:spPr>
        <p:txBody>
          <a:bodyPr/>
          <a:lstStyle/>
          <a:p>
            <a:r>
              <a:rPr lang="en-US" dirty="0"/>
              <a:t>What Are We Measuring?</a:t>
            </a:r>
            <a:endParaRPr lang="LID4096" dirty="0"/>
          </a:p>
        </p:txBody>
      </p:sp>
      <p:sp>
        <p:nvSpPr>
          <p:cNvPr id="3" name="Content Placeholder 2">
            <a:extLst>
              <a:ext uri="{FF2B5EF4-FFF2-40B4-BE49-F238E27FC236}">
                <a16:creationId xmlns:a16="http://schemas.microsoft.com/office/drawing/2014/main" id="{F2C03DFB-4CB4-91CA-B3C6-F904AC6BF5D8}"/>
              </a:ext>
            </a:extLst>
          </p:cNvPr>
          <p:cNvSpPr>
            <a:spLocks noGrp="1"/>
          </p:cNvSpPr>
          <p:nvPr>
            <p:ph idx="1"/>
          </p:nvPr>
        </p:nvSpPr>
        <p:spPr>
          <a:xfrm>
            <a:off x="838200" y="1346560"/>
            <a:ext cx="10515600" cy="5378705"/>
          </a:xfrm>
        </p:spPr>
        <p:txBody>
          <a:bodyPr>
            <a:normAutofit/>
          </a:bodyPr>
          <a:lstStyle/>
          <a:p>
            <a:pPr>
              <a:lnSpc>
                <a:spcPct val="110000"/>
              </a:lnSpc>
            </a:pPr>
            <a:r>
              <a:rPr lang="en-GB" dirty="0">
                <a:latin typeface="David" panose="020E0502060401010101" pitchFamily="34" charset="-79"/>
                <a:cs typeface="David" panose="020E0502060401010101" pitchFamily="34" charset="-79"/>
              </a:rPr>
              <a:t>We need to understand what we are measuring</a:t>
            </a:r>
          </a:p>
          <a:p>
            <a:pPr lvl="1">
              <a:lnSpc>
                <a:spcPct val="110000"/>
              </a:lnSpc>
            </a:pPr>
            <a:r>
              <a:rPr lang="en-GB" dirty="0">
                <a:latin typeface="David" panose="020E0502060401010101" pitchFamily="34" charset="-79"/>
                <a:cs typeface="David" panose="020E0502060401010101" pitchFamily="34" charset="-79"/>
              </a:rPr>
              <a:t>What is the </a:t>
            </a:r>
            <a:r>
              <a:rPr lang="en-GB" b="1" dirty="0">
                <a:latin typeface="David" panose="020E0502060401010101" pitchFamily="34" charset="-79"/>
                <a:cs typeface="David" panose="020E0502060401010101" pitchFamily="34" charset="-79"/>
              </a:rPr>
              <a:t>precision</a:t>
            </a:r>
            <a:r>
              <a:rPr lang="en-GB" dirty="0">
                <a:latin typeface="David" panose="020E0502060401010101" pitchFamily="34" charset="-79"/>
                <a:cs typeface="David" panose="020E0502060401010101" pitchFamily="34" charset="-79"/>
              </a:rPr>
              <a:t>?</a:t>
            </a:r>
          </a:p>
          <a:p>
            <a:pPr lvl="1">
              <a:lnSpc>
                <a:spcPct val="110000"/>
              </a:lnSpc>
            </a:pPr>
            <a:r>
              <a:rPr lang="en-GB" dirty="0">
                <a:latin typeface="David" panose="020E0502060401010101" pitchFamily="34" charset="-79"/>
                <a:cs typeface="David" panose="020E0502060401010101" pitchFamily="34" charset="-79"/>
              </a:rPr>
              <a:t>Is the data </a:t>
            </a:r>
            <a:r>
              <a:rPr lang="en-GB" b="1" dirty="0">
                <a:latin typeface="David" panose="020E0502060401010101" pitchFamily="34" charset="-79"/>
                <a:cs typeface="David" panose="020E0502060401010101" pitchFamily="34" charset="-79"/>
              </a:rPr>
              <a:t>valid</a:t>
            </a:r>
            <a:r>
              <a:rPr lang="en-GB" dirty="0">
                <a:latin typeface="David" panose="020E0502060401010101" pitchFamily="34" charset="-79"/>
                <a:cs typeface="David" panose="020E0502060401010101" pitchFamily="34" charset="-79"/>
              </a:rPr>
              <a:t>?</a:t>
            </a:r>
          </a:p>
          <a:p>
            <a:pPr lvl="1">
              <a:lnSpc>
                <a:spcPct val="110000"/>
              </a:lnSpc>
            </a:pPr>
            <a:r>
              <a:rPr lang="en-GB" dirty="0">
                <a:latin typeface="David" panose="020E0502060401010101" pitchFamily="34" charset="-79"/>
                <a:cs typeface="David" panose="020E0502060401010101" pitchFamily="34" charset="-79"/>
              </a:rPr>
              <a:t>Is the data </a:t>
            </a:r>
            <a:r>
              <a:rPr lang="en-GB" b="1" dirty="0">
                <a:latin typeface="David" panose="020E0502060401010101" pitchFamily="34" charset="-79"/>
                <a:cs typeface="David" panose="020E0502060401010101" pitchFamily="34" charset="-79"/>
              </a:rPr>
              <a:t>reliable</a:t>
            </a:r>
            <a:r>
              <a:rPr lang="en-GB" dirty="0">
                <a:latin typeface="David" panose="020E0502060401010101" pitchFamily="34" charset="-79"/>
                <a:cs typeface="David" panose="020E0502060401010101" pitchFamily="34" charset="-79"/>
              </a:rPr>
              <a:t>?</a:t>
            </a:r>
          </a:p>
        </p:txBody>
      </p:sp>
    </p:spTree>
    <p:extLst>
      <p:ext uri="{BB962C8B-B14F-4D97-AF65-F5344CB8AC3E}">
        <p14:creationId xmlns:p14="http://schemas.microsoft.com/office/powerpoint/2010/main" val="3588309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5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B931D-ACD7-8474-E701-2C23391B5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FF882-7205-AD91-25C1-61EB0EC6FFF2}"/>
              </a:ext>
            </a:extLst>
          </p:cNvPr>
          <p:cNvSpPr>
            <a:spLocks noGrp="1"/>
          </p:cNvSpPr>
          <p:nvPr>
            <p:ph type="title"/>
          </p:nvPr>
        </p:nvSpPr>
        <p:spPr>
          <a:xfrm>
            <a:off x="838200" y="20997"/>
            <a:ext cx="10515600" cy="1325563"/>
          </a:xfrm>
        </p:spPr>
        <p:txBody>
          <a:bodyPr/>
          <a:lstStyle/>
          <a:p>
            <a:r>
              <a:rPr lang="en-US" dirty="0"/>
              <a:t>What Are We Measuring?</a:t>
            </a:r>
            <a:endParaRPr lang="LID4096" dirty="0"/>
          </a:p>
        </p:txBody>
      </p:sp>
      <p:sp>
        <p:nvSpPr>
          <p:cNvPr id="3" name="Content Placeholder 2">
            <a:extLst>
              <a:ext uri="{FF2B5EF4-FFF2-40B4-BE49-F238E27FC236}">
                <a16:creationId xmlns:a16="http://schemas.microsoft.com/office/drawing/2014/main" id="{79E1A59F-FBF7-A1F4-5B6F-6B462998C54E}"/>
              </a:ext>
            </a:extLst>
          </p:cNvPr>
          <p:cNvSpPr>
            <a:spLocks noGrp="1"/>
          </p:cNvSpPr>
          <p:nvPr>
            <p:ph idx="1"/>
          </p:nvPr>
        </p:nvSpPr>
        <p:spPr>
          <a:xfrm>
            <a:off x="929639" y="1295394"/>
            <a:ext cx="10336237" cy="5378705"/>
          </a:xfrm>
        </p:spPr>
        <p:txBody>
          <a:bodyPr>
            <a:normAutofit/>
          </a:bodyPr>
          <a:lstStyle/>
          <a:p>
            <a:pPr marL="0" indent="0">
              <a:lnSpc>
                <a:spcPct val="110000"/>
              </a:lnSpc>
              <a:buNone/>
            </a:pPr>
            <a:r>
              <a:rPr lang="en-US" b="1" dirty="0">
                <a:latin typeface="David" panose="020E0502060401010101" pitchFamily="34" charset="-79"/>
                <a:cs typeface="David" panose="020E0502060401010101" pitchFamily="34" charset="-79"/>
              </a:rPr>
              <a:t>Precision</a:t>
            </a:r>
          </a:p>
          <a:p>
            <a:pPr>
              <a:lnSpc>
                <a:spcPct val="110000"/>
              </a:lnSpc>
            </a:pPr>
            <a:r>
              <a:rPr lang="en-US" dirty="0">
                <a:cs typeface="David" panose="020E0502060401010101" pitchFamily="34" charset="-79"/>
              </a:rPr>
              <a:t>How precise is the measurement? </a:t>
            </a:r>
          </a:p>
          <a:p>
            <a:pPr lvl="1">
              <a:lnSpc>
                <a:spcPct val="110000"/>
              </a:lnSpc>
            </a:pPr>
            <a:r>
              <a:rPr lang="en-US" dirty="0"/>
              <a:t>Consistency of repeated measurements</a:t>
            </a:r>
            <a:endParaRPr lang="en-US" dirty="0">
              <a:cs typeface="David" panose="020E0502060401010101" pitchFamily="34" charset="-79"/>
            </a:endParaRPr>
          </a:p>
          <a:p>
            <a:pPr marL="457200" lvl="1" indent="0">
              <a:lnSpc>
                <a:spcPct val="110000"/>
              </a:lnSpc>
              <a:buNone/>
            </a:pPr>
            <a:r>
              <a:rPr lang="en-US" dirty="0">
                <a:latin typeface="David" panose="020E0502060401010101" pitchFamily="34" charset="-79"/>
                <a:cs typeface="David" panose="020E0502060401010101" pitchFamily="34" charset="-79"/>
              </a:rPr>
              <a:t>`	</a:t>
            </a:r>
          </a:p>
          <a:p>
            <a:pPr>
              <a:lnSpc>
                <a:spcPct val="110000"/>
              </a:lnSpc>
            </a:pPr>
            <a:r>
              <a:rPr lang="en-US" dirty="0">
                <a:cs typeface="David" panose="020E0502060401010101" pitchFamily="34" charset="-79"/>
              </a:rPr>
              <a:t>Significant digits – The number of digits you report should match the precision of the measuring process, not create a false impression of accuracy.</a:t>
            </a:r>
          </a:p>
          <a:p>
            <a:pPr lvl="1">
              <a:lnSpc>
                <a:spcPct val="110000"/>
              </a:lnSpc>
            </a:pPr>
            <a:r>
              <a:rPr lang="en-US" dirty="0">
                <a:latin typeface="David" panose="020E0502060401010101" pitchFamily="34" charset="-79"/>
                <a:cs typeface="David" panose="020E0502060401010101" pitchFamily="34" charset="-79"/>
              </a:rPr>
              <a:t>`</a:t>
            </a:r>
          </a:p>
        </p:txBody>
      </p:sp>
    </p:spTree>
    <p:extLst>
      <p:ext uri="{BB962C8B-B14F-4D97-AF65-F5344CB8AC3E}">
        <p14:creationId xmlns:p14="http://schemas.microsoft.com/office/powerpoint/2010/main" val="1182145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B279A-605B-4FBF-7D7F-44D4F1EB0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8E92E-37CA-E4A5-4094-176BCF8965A8}"/>
              </a:ext>
            </a:extLst>
          </p:cNvPr>
          <p:cNvSpPr>
            <a:spLocks noGrp="1"/>
          </p:cNvSpPr>
          <p:nvPr>
            <p:ph type="title"/>
          </p:nvPr>
        </p:nvSpPr>
        <p:spPr>
          <a:xfrm>
            <a:off x="838200" y="20997"/>
            <a:ext cx="10515600" cy="1325563"/>
          </a:xfrm>
        </p:spPr>
        <p:txBody>
          <a:bodyPr/>
          <a:lstStyle/>
          <a:p>
            <a:r>
              <a:rPr lang="en-US" dirty="0"/>
              <a:t>What Are We Measuring?</a:t>
            </a:r>
            <a:endParaRPr lang="LID4096" dirty="0"/>
          </a:p>
        </p:txBody>
      </p:sp>
      <p:sp>
        <p:nvSpPr>
          <p:cNvPr id="3" name="Content Placeholder 2">
            <a:extLst>
              <a:ext uri="{FF2B5EF4-FFF2-40B4-BE49-F238E27FC236}">
                <a16:creationId xmlns:a16="http://schemas.microsoft.com/office/drawing/2014/main" id="{76BFC7CA-57A6-0866-BD7F-B1DA4F70A082}"/>
              </a:ext>
            </a:extLst>
          </p:cNvPr>
          <p:cNvSpPr>
            <a:spLocks noGrp="1"/>
          </p:cNvSpPr>
          <p:nvPr>
            <p:ph idx="1"/>
          </p:nvPr>
        </p:nvSpPr>
        <p:spPr>
          <a:xfrm>
            <a:off x="838199" y="1346560"/>
            <a:ext cx="7829811" cy="5378705"/>
          </a:xfrm>
        </p:spPr>
        <p:txBody>
          <a:bodyPr>
            <a:normAutofit/>
          </a:bodyPr>
          <a:lstStyle/>
          <a:p>
            <a:pPr marL="0" indent="0">
              <a:lnSpc>
                <a:spcPct val="110000"/>
              </a:lnSpc>
              <a:buNone/>
            </a:pPr>
            <a:r>
              <a:rPr lang="en-US" b="1" dirty="0">
                <a:latin typeface="David" panose="020E0502060401010101" pitchFamily="34" charset="-79"/>
                <a:cs typeface="David" panose="020E0502060401010101" pitchFamily="34" charset="-79"/>
              </a:rPr>
              <a:t>Validity</a:t>
            </a:r>
          </a:p>
          <a:p>
            <a:r>
              <a:rPr lang="en-US" dirty="0"/>
              <a:t>Does the measurement measure </a:t>
            </a:r>
            <a:r>
              <a:rPr lang="en-US" b="1" dirty="0"/>
              <a:t>what we want</a:t>
            </a:r>
            <a:r>
              <a:rPr lang="en-US" dirty="0"/>
              <a:t>?</a:t>
            </a:r>
          </a:p>
          <a:p>
            <a:pPr lvl="1">
              <a:lnSpc>
                <a:spcPct val="110000"/>
              </a:lnSpc>
              <a:buFont typeface="Wingdings" panose="05000000000000000000" pitchFamily="2" charset="2"/>
              <a:buChar char="§"/>
            </a:pPr>
            <a:r>
              <a:rPr lang="en-GB" dirty="0">
                <a:cs typeface="David" panose="020E0502060401010101" pitchFamily="34" charset="-79"/>
              </a:rPr>
              <a:t>Is a psychometric grade indicative of who would be a good doctor?</a:t>
            </a:r>
            <a:endParaRPr lang="he-IL" dirty="0">
              <a:cs typeface="David" panose="020E0502060401010101" pitchFamily="34" charset="-79"/>
            </a:endParaRPr>
          </a:p>
        </p:txBody>
      </p:sp>
      <p:pic>
        <p:nvPicPr>
          <p:cNvPr id="7" name="Picture 6" descr="A graph with red dots&#10;&#10;Description automatically generated">
            <a:extLst>
              <a:ext uri="{FF2B5EF4-FFF2-40B4-BE49-F238E27FC236}">
                <a16:creationId xmlns:a16="http://schemas.microsoft.com/office/drawing/2014/main" id="{A8BA22E8-8660-DC2B-DBAB-0D3A27F05C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7414" y="2868396"/>
            <a:ext cx="4713586" cy="3638558"/>
          </a:xfrm>
          <a:prstGeom prst="rect">
            <a:avLst/>
          </a:prstGeom>
        </p:spPr>
      </p:pic>
    </p:spTree>
    <p:extLst>
      <p:ext uri="{BB962C8B-B14F-4D97-AF65-F5344CB8AC3E}">
        <p14:creationId xmlns:p14="http://schemas.microsoft.com/office/powerpoint/2010/main" val="3616218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B9116-F1B8-C993-BA0A-E62599BFDF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931CF-7931-F6F0-09A7-40AB8FF6E15B}"/>
              </a:ext>
            </a:extLst>
          </p:cNvPr>
          <p:cNvSpPr>
            <a:spLocks noGrp="1"/>
          </p:cNvSpPr>
          <p:nvPr>
            <p:ph type="title"/>
          </p:nvPr>
        </p:nvSpPr>
        <p:spPr>
          <a:xfrm>
            <a:off x="838200" y="20997"/>
            <a:ext cx="10515600" cy="1325563"/>
          </a:xfrm>
        </p:spPr>
        <p:txBody>
          <a:bodyPr/>
          <a:lstStyle/>
          <a:p>
            <a:r>
              <a:rPr lang="en-US" dirty="0"/>
              <a:t>What Are We Measuring?</a:t>
            </a:r>
            <a:endParaRPr lang="LID4096" dirty="0"/>
          </a:p>
        </p:txBody>
      </p:sp>
      <p:sp>
        <p:nvSpPr>
          <p:cNvPr id="3" name="Content Placeholder 2">
            <a:extLst>
              <a:ext uri="{FF2B5EF4-FFF2-40B4-BE49-F238E27FC236}">
                <a16:creationId xmlns:a16="http://schemas.microsoft.com/office/drawing/2014/main" id="{F15C5964-12FE-9DF3-C860-DDF4EFF3004A}"/>
              </a:ext>
            </a:extLst>
          </p:cNvPr>
          <p:cNvSpPr>
            <a:spLocks noGrp="1"/>
          </p:cNvSpPr>
          <p:nvPr>
            <p:ph idx="1"/>
          </p:nvPr>
        </p:nvSpPr>
        <p:spPr>
          <a:xfrm>
            <a:off x="838200" y="1346560"/>
            <a:ext cx="5150218" cy="5378705"/>
          </a:xfrm>
        </p:spPr>
        <p:txBody>
          <a:bodyPr>
            <a:normAutofit/>
          </a:bodyPr>
          <a:lstStyle/>
          <a:p>
            <a:pPr marL="0" indent="0">
              <a:lnSpc>
                <a:spcPct val="110000"/>
              </a:lnSpc>
              <a:buNone/>
            </a:pPr>
            <a:r>
              <a:rPr lang="en-US" b="1" dirty="0">
                <a:latin typeface="David" panose="020E0502060401010101" pitchFamily="34" charset="-79"/>
                <a:cs typeface="David" panose="020E0502060401010101" pitchFamily="34" charset="-79"/>
              </a:rPr>
              <a:t>Validity</a:t>
            </a:r>
          </a:p>
          <a:p>
            <a:r>
              <a:rPr lang="en-US" dirty="0"/>
              <a:t>Does the measurement measure </a:t>
            </a:r>
            <a:r>
              <a:rPr lang="en-US" b="1" dirty="0"/>
              <a:t>what we want</a:t>
            </a:r>
            <a:r>
              <a:rPr lang="en-US" dirty="0"/>
              <a:t>?</a:t>
            </a:r>
          </a:p>
          <a:p>
            <a:pPr lvl="1">
              <a:lnSpc>
                <a:spcPct val="110000"/>
              </a:lnSpc>
              <a:buFont typeface="Wingdings" panose="05000000000000000000" pitchFamily="2" charset="2"/>
              <a:buChar char="§"/>
            </a:pPr>
            <a:r>
              <a:rPr lang="en-GB" dirty="0">
                <a:cs typeface="David" panose="020E0502060401010101" pitchFamily="34" charset="-79"/>
              </a:rPr>
              <a:t>Is a psychometric grade indicative of who would be a good doctor?</a:t>
            </a:r>
          </a:p>
        </p:txBody>
      </p:sp>
      <p:pic>
        <p:nvPicPr>
          <p:cNvPr id="4" name="Picture 3" descr="A red dotted line and a red line&#10;&#10;Description automatically generated">
            <a:extLst>
              <a:ext uri="{FF2B5EF4-FFF2-40B4-BE49-F238E27FC236}">
                <a16:creationId xmlns:a16="http://schemas.microsoft.com/office/drawing/2014/main" id="{C8C87B9A-FD82-1909-74D9-28BFD3E586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3658" y="1483723"/>
            <a:ext cx="5548400" cy="4282976"/>
          </a:xfrm>
          <a:prstGeom prst="rect">
            <a:avLst/>
          </a:prstGeom>
        </p:spPr>
      </p:pic>
    </p:spTree>
    <p:extLst>
      <p:ext uri="{BB962C8B-B14F-4D97-AF65-F5344CB8AC3E}">
        <p14:creationId xmlns:p14="http://schemas.microsoft.com/office/powerpoint/2010/main" val="2366551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D4044-C63C-9029-783B-521B45D60C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2736A0-D4D1-7B22-C0D6-64C354B9E7C9}"/>
              </a:ext>
            </a:extLst>
          </p:cNvPr>
          <p:cNvSpPr>
            <a:spLocks noGrp="1"/>
          </p:cNvSpPr>
          <p:nvPr>
            <p:ph type="title"/>
          </p:nvPr>
        </p:nvSpPr>
        <p:spPr>
          <a:xfrm>
            <a:off x="838200" y="20997"/>
            <a:ext cx="10515600" cy="1325563"/>
          </a:xfrm>
        </p:spPr>
        <p:txBody>
          <a:bodyPr/>
          <a:lstStyle/>
          <a:p>
            <a:r>
              <a:rPr lang="en-US" dirty="0"/>
              <a:t>What Are We Measuring?</a:t>
            </a:r>
            <a:endParaRPr lang="LID4096" dirty="0"/>
          </a:p>
        </p:txBody>
      </p:sp>
      <p:sp>
        <p:nvSpPr>
          <p:cNvPr id="3" name="Content Placeholder 2">
            <a:extLst>
              <a:ext uri="{FF2B5EF4-FFF2-40B4-BE49-F238E27FC236}">
                <a16:creationId xmlns:a16="http://schemas.microsoft.com/office/drawing/2014/main" id="{BAFE8C76-00BC-6FA2-E12C-14F8749E3499}"/>
              </a:ext>
            </a:extLst>
          </p:cNvPr>
          <p:cNvSpPr>
            <a:spLocks noGrp="1"/>
          </p:cNvSpPr>
          <p:nvPr>
            <p:ph idx="1"/>
          </p:nvPr>
        </p:nvSpPr>
        <p:spPr>
          <a:xfrm>
            <a:off x="838199" y="1346560"/>
            <a:ext cx="9507583" cy="3460571"/>
          </a:xfrm>
        </p:spPr>
        <p:txBody>
          <a:bodyPr>
            <a:normAutofit/>
          </a:bodyPr>
          <a:lstStyle/>
          <a:p>
            <a:pPr marL="0" indent="0">
              <a:lnSpc>
                <a:spcPct val="110000"/>
              </a:lnSpc>
              <a:buNone/>
            </a:pPr>
            <a:r>
              <a:rPr lang="en-US" b="1" dirty="0">
                <a:latin typeface="David" panose="020E0502060401010101" pitchFamily="34" charset="-79"/>
                <a:cs typeface="David" panose="020E0502060401010101" pitchFamily="34" charset="-79"/>
              </a:rPr>
              <a:t>R</a:t>
            </a:r>
            <a:r>
              <a:rPr lang="en-US" b="1" dirty="0">
                <a:cs typeface="David" panose="020E0502060401010101" pitchFamily="34" charset="-79"/>
              </a:rPr>
              <a:t>eliability</a:t>
            </a:r>
            <a:endParaRPr lang="en-US" b="1" dirty="0">
              <a:latin typeface="David" panose="020E0502060401010101" pitchFamily="34" charset="-79"/>
              <a:cs typeface="David" panose="020E0502060401010101" pitchFamily="34" charset="-79"/>
            </a:endParaRPr>
          </a:p>
          <a:p>
            <a:pPr>
              <a:lnSpc>
                <a:spcPct val="110000"/>
              </a:lnSpc>
            </a:pPr>
            <a:r>
              <a:rPr lang="en-GB" dirty="0">
                <a:cs typeface="David" panose="020E0502060401010101" pitchFamily="34" charset="-79"/>
              </a:rPr>
              <a:t>A measure that is stable – the value will stay the same:</a:t>
            </a:r>
          </a:p>
          <a:p>
            <a:pPr lvl="1">
              <a:lnSpc>
                <a:spcPct val="110000"/>
              </a:lnSpc>
            </a:pPr>
            <a:r>
              <a:rPr lang="en-GB" dirty="0">
                <a:cs typeface="David" panose="020E0502060401010101" pitchFamily="34" charset="-79"/>
              </a:rPr>
              <a:t>If we measure again</a:t>
            </a:r>
          </a:p>
          <a:p>
            <a:pPr lvl="1">
              <a:lnSpc>
                <a:spcPct val="110000"/>
              </a:lnSpc>
            </a:pPr>
            <a:r>
              <a:rPr lang="en-GB" dirty="0">
                <a:cs typeface="David" panose="020E0502060401010101" pitchFamily="34" charset="-79"/>
              </a:rPr>
              <a:t>If someone else measures</a:t>
            </a:r>
          </a:p>
          <a:p>
            <a:pPr lvl="1">
              <a:lnSpc>
                <a:spcPct val="110000"/>
              </a:lnSpc>
            </a:pPr>
            <a:r>
              <a:rPr lang="en-GB" dirty="0">
                <a:cs typeface="David" panose="020E0502060401010101" pitchFamily="34" charset="-79"/>
              </a:rPr>
              <a:t>If we measure at different times (if the measurement is not meant to change over time)</a:t>
            </a:r>
            <a:endParaRPr lang="he-IL" dirty="0">
              <a:cs typeface="David" panose="020E0502060401010101" pitchFamily="34" charset="-79"/>
            </a:endParaRPr>
          </a:p>
        </p:txBody>
      </p:sp>
    </p:spTree>
    <p:extLst>
      <p:ext uri="{BB962C8B-B14F-4D97-AF65-F5344CB8AC3E}">
        <p14:creationId xmlns:p14="http://schemas.microsoft.com/office/powerpoint/2010/main" val="4286732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04980-E3AB-C811-B98C-1ADE86946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118E0-86EB-455F-727E-949F8B68464F}"/>
              </a:ext>
            </a:extLst>
          </p:cNvPr>
          <p:cNvSpPr>
            <a:spLocks noGrp="1"/>
          </p:cNvSpPr>
          <p:nvPr>
            <p:ph type="title"/>
          </p:nvPr>
        </p:nvSpPr>
        <p:spPr>
          <a:xfrm>
            <a:off x="838200" y="20997"/>
            <a:ext cx="10515600" cy="1325563"/>
          </a:xfrm>
        </p:spPr>
        <p:txBody>
          <a:bodyPr/>
          <a:lstStyle/>
          <a:p>
            <a:r>
              <a:rPr lang="en-US" dirty="0"/>
              <a:t>What Are We Measuring?</a:t>
            </a:r>
            <a:endParaRPr lang="LID4096" dirty="0"/>
          </a:p>
        </p:txBody>
      </p:sp>
      <p:sp>
        <p:nvSpPr>
          <p:cNvPr id="3" name="Content Placeholder 2">
            <a:extLst>
              <a:ext uri="{FF2B5EF4-FFF2-40B4-BE49-F238E27FC236}">
                <a16:creationId xmlns:a16="http://schemas.microsoft.com/office/drawing/2014/main" id="{3793511F-62AA-01D1-3308-7DD3F9961AF6}"/>
              </a:ext>
            </a:extLst>
          </p:cNvPr>
          <p:cNvSpPr>
            <a:spLocks noGrp="1"/>
          </p:cNvSpPr>
          <p:nvPr>
            <p:ph idx="1"/>
          </p:nvPr>
        </p:nvSpPr>
        <p:spPr>
          <a:xfrm>
            <a:off x="838200" y="1346560"/>
            <a:ext cx="10515600" cy="5378705"/>
          </a:xfrm>
        </p:spPr>
        <p:txBody>
          <a:bodyPr>
            <a:normAutofit/>
          </a:bodyPr>
          <a:lstStyle/>
          <a:p>
            <a:pPr>
              <a:lnSpc>
                <a:spcPct val="110000"/>
              </a:lnSpc>
            </a:pPr>
            <a:r>
              <a:rPr lang="en-GB" b="1" dirty="0">
                <a:latin typeface="David" panose="020E0502060401010101" pitchFamily="34" charset="-79"/>
                <a:cs typeface="David" panose="020E0502060401010101" pitchFamily="34" charset="-79"/>
              </a:rPr>
              <a:t>Precision</a:t>
            </a:r>
            <a:r>
              <a:rPr lang="he-IL" dirty="0">
                <a:cs typeface="David" panose="020E0502060401010101" pitchFamily="34" charset="-79"/>
              </a:rPr>
              <a:t> - </a:t>
            </a:r>
            <a:r>
              <a:rPr lang="en-US" dirty="0"/>
              <a:t>Consistency of repeated measurements</a:t>
            </a:r>
            <a:endParaRPr lang="en-US" dirty="0">
              <a:cs typeface="David" panose="020E0502060401010101" pitchFamily="34" charset="-79"/>
            </a:endParaRPr>
          </a:p>
          <a:p>
            <a:pPr>
              <a:lnSpc>
                <a:spcPct val="110000"/>
              </a:lnSpc>
            </a:pPr>
            <a:r>
              <a:rPr lang="en-GB" b="1" dirty="0">
                <a:latin typeface="David" panose="020E0502060401010101" pitchFamily="34" charset="-79"/>
                <a:cs typeface="David" panose="020E0502060401010101" pitchFamily="34" charset="-79"/>
              </a:rPr>
              <a:t>Valid</a:t>
            </a:r>
            <a:r>
              <a:rPr lang="he-IL" dirty="0">
                <a:cs typeface="David" panose="020E0502060401010101" pitchFamily="34" charset="-79"/>
              </a:rPr>
              <a:t>  </a:t>
            </a:r>
            <a:r>
              <a:rPr lang="en-US" dirty="0">
                <a:cs typeface="David" panose="020E0502060401010101" pitchFamily="34" charset="-79"/>
              </a:rPr>
              <a:t> - </a:t>
            </a:r>
            <a:r>
              <a:rPr lang="en-US" dirty="0"/>
              <a:t>the measurement measure what we want</a:t>
            </a:r>
            <a:endParaRPr lang="en-GB" dirty="0">
              <a:cs typeface="David" panose="020E0502060401010101" pitchFamily="34" charset="-79"/>
            </a:endParaRPr>
          </a:p>
          <a:p>
            <a:pPr>
              <a:lnSpc>
                <a:spcPct val="110000"/>
              </a:lnSpc>
            </a:pPr>
            <a:r>
              <a:rPr lang="en-GB" b="1" dirty="0">
                <a:latin typeface="David" panose="020E0502060401010101" pitchFamily="34" charset="-79"/>
                <a:cs typeface="David" panose="020E0502060401010101" pitchFamily="34" charset="-79"/>
              </a:rPr>
              <a:t>Reliable</a:t>
            </a:r>
            <a:r>
              <a:rPr lang="en-GB" dirty="0">
                <a:cs typeface="David" panose="020E0502060401010101" pitchFamily="34" charset="-79"/>
              </a:rPr>
              <a:t> - A measure that is stable</a:t>
            </a:r>
            <a:endParaRPr lang="en-GB"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1320452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578D1-CD69-E465-371A-EC57BCD4A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E2D1E-2487-9166-73CC-40B8D6D58259}"/>
              </a:ext>
            </a:extLst>
          </p:cNvPr>
          <p:cNvSpPr>
            <a:spLocks noGrp="1"/>
          </p:cNvSpPr>
          <p:nvPr>
            <p:ph type="title"/>
          </p:nvPr>
        </p:nvSpPr>
        <p:spPr>
          <a:xfrm>
            <a:off x="838200" y="20997"/>
            <a:ext cx="10515600" cy="1325563"/>
          </a:xfrm>
        </p:spPr>
        <p:txBody>
          <a:bodyPr/>
          <a:lstStyle/>
          <a:p>
            <a:r>
              <a:rPr lang="en-US" dirty="0"/>
              <a:t>Experiments</a:t>
            </a:r>
            <a:endParaRPr lang="LID4096" dirty="0"/>
          </a:p>
        </p:txBody>
      </p:sp>
      <p:sp>
        <p:nvSpPr>
          <p:cNvPr id="3" name="Content Placeholder 2">
            <a:extLst>
              <a:ext uri="{FF2B5EF4-FFF2-40B4-BE49-F238E27FC236}">
                <a16:creationId xmlns:a16="http://schemas.microsoft.com/office/drawing/2014/main" id="{073F87EC-8146-927A-E255-FF36FF3B2246}"/>
              </a:ext>
            </a:extLst>
          </p:cNvPr>
          <p:cNvSpPr>
            <a:spLocks noGrp="1"/>
          </p:cNvSpPr>
          <p:nvPr>
            <p:ph idx="1"/>
          </p:nvPr>
        </p:nvSpPr>
        <p:spPr>
          <a:xfrm>
            <a:off x="838200" y="1346560"/>
            <a:ext cx="10515600" cy="5378705"/>
          </a:xfrm>
        </p:spPr>
        <p:txBody>
          <a:bodyPr>
            <a:normAutofit/>
          </a:bodyPr>
          <a:lstStyle/>
          <a:p>
            <a:pPr>
              <a:lnSpc>
                <a:spcPct val="150000"/>
              </a:lnSpc>
              <a:buFont typeface="Wingdings" panose="05000000000000000000" pitchFamily="2" charset="2"/>
              <a:buChar char="§"/>
            </a:pPr>
            <a:r>
              <a:rPr lang="en-US" sz="2400" dirty="0">
                <a:latin typeface="David" panose="020E0502060401010101" pitchFamily="34" charset="-79"/>
                <a:cs typeface="David" panose="020E0502060401010101" pitchFamily="34" charset="-79"/>
              </a:rPr>
              <a:t>Experiments produce data from reality</a:t>
            </a:r>
          </a:p>
          <a:p>
            <a:pPr>
              <a:lnSpc>
                <a:spcPct val="150000"/>
              </a:lnSpc>
              <a:buFont typeface="Wingdings" panose="05000000000000000000" pitchFamily="2" charset="2"/>
              <a:buChar char="§"/>
            </a:pPr>
            <a:r>
              <a:rPr lang="en-US" sz="2400" dirty="0">
                <a:latin typeface="David" panose="020E0502060401010101" pitchFamily="34" charset="-79"/>
                <a:cs typeface="David" panose="020E0502060401010101" pitchFamily="34" charset="-79"/>
              </a:rPr>
              <a:t>Data updates models of reality</a:t>
            </a:r>
          </a:p>
          <a:p>
            <a:pPr>
              <a:lnSpc>
                <a:spcPct val="150000"/>
              </a:lnSpc>
              <a:buFont typeface="Wingdings" panose="05000000000000000000" pitchFamily="2" charset="2"/>
              <a:buChar char="§"/>
            </a:pPr>
            <a:r>
              <a:rPr lang="en-US" sz="2400" dirty="0">
                <a:latin typeface="David" panose="020E0502060401010101" pitchFamily="34" charset="-79"/>
                <a:cs typeface="David" panose="020E0502060401010101" pitchFamily="34" charset="-79"/>
              </a:rPr>
              <a:t>Models lead to further experiments</a:t>
            </a:r>
          </a:p>
          <a:p>
            <a:pPr>
              <a:lnSpc>
                <a:spcPct val="150000"/>
              </a:lnSpc>
              <a:buFont typeface="Wingdings" panose="05000000000000000000" pitchFamily="2" charset="2"/>
              <a:buChar char="§"/>
            </a:pPr>
            <a:endParaRPr lang="en-US" sz="2400" dirty="0">
              <a:latin typeface="David" panose="020E0502060401010101" pitchFamily="34" charset="-79"/>
              <a:cs typeface="David" panose="020E0502060401010101" pitchFamily="34" charset="-79"/>
            </a:endParaRPr>
          </a:p>
          <a:p>
            <a:pPr>
              <a:lnSpc>
                <a:spcPct val="150000"/>
              </a:lnSpc>
              <a:buFont typeface="Wingdings" panose="05000000000000000000" pitchFamily="2" charset="2"/>
              <a:buChar char="§"/>
            </a:pPr>
            <a:endParaRPr lang="en-IL" sz="2400" dirty="0">
              <a:latin typeface="David" panose="020E0502060401010101" pitchFamily="34" charset="-79"/>
              <a:cs typeface="David" panose="020E0502060401010101" pitchFamily="34" charset="-79"/>
            </a:endParaRPr>
          </a:p>
          <a:p>
            <a:pPr>
              <a:lnSpc>
                <a:spcPct val="150000"/>
              </a:lnSpc>
              <a:buFont typeface="Wingdings" panose="05000000000000000000" pitchFamily="2" charset="2"/>
              <a:buChar char="§"/>
            </a:pPr>
            <a:endParaRPr lang="en-US" sz="2400" dirty="0">
              <a:latin typeface="David" panose="020E0502060401010101" pitchFamily="34" charset="-79"/>
              <a:cs typeface="David" panose="020E0502060401010101" pitchFamily="34" charset="-79"/>
            </a:endParaRPr>
          </a:p>
        </p:txBody>
      </p:sp>
      <p:pic>
        <p:nvPicPr>
          <p:cNvPr id="21" name="Picture 20">
            <a:extLst>
              <a:ext uri="{FF2B5EF4-FFF2-40B4-BE49-F238E27FC236}">
                <a16:creationId xmlns:a16="http://schemas.microsoft.com/office/drawing/2014/main" id="{CD2F50CD-3C6D-3D8C-31B7-BBF2CB1462EF}"/>
              </a:ext>
            </a:extLst>
          </p:cNvPr>
          <p:cNvPicPr>
            <a:picLocks noChangeAspect="1"/>
          </p:cNvPicPr>
          <p:nvPr/>
        </p:nvPicPr>
        <p:blipFill>
          <a:blip r:embed="rId3"/>
          <a:srcRect l="25235" r="25904" b="9101"/>
          <a:stretch/>
        </p:blipFill>
        <p:spPr>
          <a:xfrm>
            <a:off x="6821213" y="1702872"/>
            <a:ext cx="5370787" cy="4666080"/>
          </a:xfrm>
          <a:prstGeom prst="rect">
            <a:avLst/>
          </a:prstGeom>
        </p:spPr>
      </p:pic>
    </p:spTree>
    <p:extLst>
      <p:ext uri="{BB962C8B-B14F-4D97-AF65-F5344CB8AC3E}">
        <p14:creationId xmlns:p14="http://schemas.microsoft.com/office/powerpoint/2010/main" val="1054575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ED16E-1F1F-3DEC-D0A0-B06C5B77E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F41CF-38AF-A5D3-47F6-315993740D4F}"/>
              </a:ext>
            </a:extLst>
          </p:cNvPr>
          <p:cNvSpPr>
            <a:spLocks noGrp="1"/>
          </p:cNvSpPr>
          <p:nvPr>
            <p:ph type="title"/>
          </p:nvPr>
        </p:nvSpPr>
        <p:spPr>
          <a:xfrm>
            <a:off x="838200" y="20997"/>
            <a:ext cx="10515600" cy="1325563"/>
          </a:xfrm>
        </p:spPr>
        <p:txBody>
          <a:bodyPr/>
          <a:lstStyle/>
          <a:p>
            <a:r>
              <a:rPr lang="en-US" dirty="0"/>
              <a:t>Experiments</a:t>
            </a:r>
            <a:endParaRPr lang="LID4096" dirty="0"/>
          </a:p>
        </p:txBody>
      </p:sp>
      <p:sp>
        <p:nvSpPr>
          <p:cNvPr id="3" name="Content Placeholder 2">
            <a:extLst>
              <a:ext uri="{FF2B5EF4-FFF2-40B4-BE49-F238E27FC236}">
                <a16:creationId xmlns:a16="http://schemas.microsoft.com/office/drawing/2014/main" id="{D332A200-D69C-0800-EFD0-61458499FDCF}"/>
              </a:ext>
            </a:extLst>
          </p:cNvPr>
          <p:cNvSpPr>
            <a:spLocks noGrp="1"/>
          </p:cNvSpPr>
          <p:nvPr>
            <p:ph idx="1"/>
          </p:nvPr>
        </p:nvSpPr>
        <p:spPr>
          <a:xfrm>
            <a:off x="838200" y="1346560"/>
            <a:ext cx="10515600" cy="5378705"/>
          </a:xfrm>
        </p:spPr>
        <p:txBody>
          <a:bodyPr>
            <a:normAutofit/>
          </a:bodyPr>
          <a:lstStyle/>
          <a:p>
            <a:pPr>
              <a:lnSpc>
                <a:spcPct val="150000"/>
              </a:lnSpc>
              <a:buFont typeface="Wingdings" panose="05000000000000000000" pitchFamily="2" charset="2"/>
              <a:buChar char="§"/>
            </a:pPr>
            <a:r>
              <a:rPr lang="en-US" sz="2400" dirty="0">
                <a:latin typeface="David" panose="020E0502060401010101" pitchFamily="34" charset="-79"/>
                <a:cs typeface="David" panose="020E0502060401010101" pitchFamily="34" charset="-79"/>
              </a:rPr>
              <a:t>Experiments produce data from reality</a:t>
            </a:r>
          </a:p>
          <a:p>
            <a:pPr>
              <a:lnSpc>
                <a:spcPct val="150000"/>
              </a:lnSpc>
              <a:buFont typeface="Wingdings" panose="05000000000000000000" pitchFamily="2" charset="2"/>
              <a:buChar char="§"/>
            </a:pPr>
            <a:r>
              <a:rPr lang="en-US" sz="2400" dirty="0">
                <a:latin typeface="David" panose="020E0502060401010101" pitchFamily="34" charset="-79"/>
                <a:cs typeface="David" panose="020E0502060401010101" pitchFamily="34" charset="-79"/>
              </a:rPr>
              <a:t> Data updates models of reality</a:t>
            </a:r>
          </a:p>
          <a:p>
            <a:pPr>
              <a:lnSpc>
                <a:spcPct val="150000"/>
              </a:lnSpc>
              <a:buFont typeface="Wingdings" panose="05000000000000000000" pitchFamily="2" charset="2"/>
              <a:buChar char="§"/>
            </a:pPr>
            <a:r>
              <a:rPr lang="en-US" sz="2400" dirty="0">
                <a:latin typeface="David" panose="020E0502060401010101" pitchFamily="34" charset="-79"/>
                <a:cs typeface="David" panose="020E0502060401010101" pitchFamily="34" charset="-79"/>
              </a:rPr>
              <a:t>Models lead to further experiments</a:t>
            </a:r>
          </a:p>
          <a:p>
            <a:pPr>
              <a:lnSpc>
                <a:spcPct val="150000"/>
              </a:lnSpc>
              <a:buFont typeface="Wingdings" panose="05000000000000000000" pitchFamily="2" charset="2"/>
              <a:buChar char="§"/>
            </a:pPr>
            <a:endParaRPr lang="en-US" sz="2400" dirty="0">
              <a:latin typeface="David" panose="020E0502060401010101" pitchFamily="34" charset="-79"/>
              <a:cs typeface="David" panose="020E0502060401010101" pitchFamily="34" charset="-79"/>
            </a:endParaRPr>
          </a:p>
          <a:p>
            <a:pPr>
              <a:lnSpc>
                <a:spcPct val="150000"/>
              </a:lnSpc>
              <a:buFont typeface="Wingdings" panose="05000000000000000000" pitchFamily="2" charset="2"/>
              <a:buChar char="§"/>
            </a:pPr>
            <a:r>
              <a:rPr lang="en-GB" sz="2400" b="0" i="0" dirty="0">
                <a:effectLst/>
                <a:latin typeface="David" panose="020E0502060401010101" pitchFamily="34" charset="-79"/>
                <a:cs typeface="David" panose="020E0502060401010101" pitchFamily="34" charset="-79"/>
              </a:rPr>
              <a:t>Data is a concept associated with understanding that measurements are not infinitely precise. </a:t>
            </a:r>
          </a:p>
          <a:p>
            <a:pPr>
              <a:lnSpc>
                <a:spcPct val="150000"/>
              </a:lnSpc>
              <a:buFont typeface="Wingdings" panose="05000000000000000000" pitchFamily="2" charset="2"/>
              <a:buChar char="§"/>
            </a:pPr>
            <a:r>
              <a:rPr lang="en-GB" sz="2400" dirty="0">
                <a:effectLst/>
                <a:latin typeface="David" panose="020E0502060401010101" pitchFamily="34" charset="-79"/>
                <a:cs typeface="David" panose="020E0502060401010101" pitchFamily="34" charset="-79"/>
              </a:rPr>
              <a:t>Data usually reflects multiple measurements and potentially multiple dimensions - each measurement is a poor measurement of reality.</a:t>
            </a:r>
          </a:p>
        </p:txBody>
      </p:sp>
      <p:pic>
        <p:nvPicPr>
          <p:cNvPr id="21" name="Picture 20">
            <a:extLst>
              <a:ext uri="{FF2B5EF4-FFF2-40B4-BE49-F238E27FC236}">
                <a16:creationId xmlns:a16="http://schemas.microsoft.com/office/drawing/2014/main" id="{1EA75C67-0158-6340-CF9F-C69797974EAE}"/>
              </a:ext>
            </a:extLst>
          </p:cNvPr>
          <p:cNvPicPr>
            <a:picLocks noChangeAspect="1"/>
          </p:cNvPicPr>
          <p:nvPr/>
        </p:nvPicPr>
        <p:blipFill>
          <a:blip r:embed="rId3"/>
          <a:srcRect l="25235" r="25904" b="9101"/>
          <a:stretch/>
        </p:blipFill>
        <p:spPr>
          <a:xfrm>
            <a:off x="8086665" y="132735"/>
            <a:ext cx="4105335" cy="3566669"/>
          </a:xfrm>
          <a:prstGeom prst="rect">
            <a:avLst/>
          </a:prstGeom>
        </p:spPr>
      </p:pic>
    </p:spTree>
    <p:extLst>
      <p:ext uri="{BB962C8B-B14F-4D97-AF65-F5344CB8AC3E}">
        <p14:creationId xmlns:p14="http://schemas.microsoft.com/office/powerpoint/2010/main" val="4190892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B75DD-1592-CF2A-E7B4-8A86362A3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37977-C985-4680-1207-6AD0CEA85C88}"/>
              </a:ext>
            </a:extLst>
          </p:cNvPr>
          <p:cNvSpPr>
            <a:spLocks noGrp="1"/>
          </p:cNvSpPr>
          <p:nvPr>
            <p:ph type="title"/>
          </p:nvPr>
        </p:nvSpPr>
        <p:spPr>
          <a:xfrm>
            <a:off x="838200" y="20997"/>
            <a:ext cx="10515600" cy="1325563"/>
          </a:xfrm>
        </p:spPr>
        <p:txBody>
          <a:bodyPr/>
          <a:lstStyle/>
          <a:p>
            <a:r>
              <a:rPr lang="en-US" dirty="0"/>
              <a:t>Experiment</a:t>
            </a:r>
            <a:endParaRPr lang="LID4096" dirty="0"/>
          </a:p>
        </p:txBody>
      </p:sp>
      <p:sp>
        <p:nvSpPr>
          <p:cNvPr id="3" name="Content Placeholder 2">
            <a:extLst>
              <a:ext uri="{FF2B5EF4-FFF2-40B4-BE49-F238E27FC236}">
                <a16:creationId xmlns:a16="http://schemas.microsoft.com/office/drawing/2014/main" id="{61E11BAF-2110-53CF-C502-81DCE8C0099B}"/>
              </a:ext>
            </a:extLst>
          </p:cNvPr>
          <p:cNvSpPr>
            <a:spLocks noGrp="1"/>
          </p:cNvSpPr>
          <p:nvPr>
            <p:ph idx="1"/>
          </p:nvPr>
        </p:nvSpPr>
        <p:spPr>
          <a:xfrm>
            <a:off x="838200" y="1346560"/>
            <a:ext cx="10515600" cy="5378705"/>
          </a:xfrm>
        </p:spPr>
        <p:txBody>
          <a:bodyPr>
            <a:normAutofit/>
          </a:bodyPr>
          <a:lstStyle/>
          <a:p>
            <a:pPr marL="0" indent="0">
              <a:lnSpc>
                <a:spcPct val="150000"/>
              </a:lnSpc>
              <a:buNone/>
            </a:pPr>
            <a:r>
              <a:rPr lang="en-US" sz="2400" dirty="0">
                <a:latin typeface="David" panose="020E0502060401010101" pitchFamily="34" charset="-79"/>
                <a:cs typeface="David" panose="020E0502060401010101" pitchFamily="34" charset="-79"/>
              </a:rPr>
              <a:t>Our experiment will be asking questions:</a:t>
            </a:r>
          </a:p>
          <a:p>
            <a:pPr marL="457200" indent="-457200">
              <a:lnSpc>
                <a:spcPct val="150000"/>
              </a:lnSpc>
              <a:buFont typeface="+mj-lt"/>
              <a:buAutoNum type="arabicPeriod"/>
            </a:pPr>
            <a:r>
              <a:rPr lang="en-US" sz="2400" dirty="0">
                <a:latin typeface="David" panose="020E0502060401010101" pitchFamily="34" charset="-79"/>
                <a:cs typeface="David" panose="020E0502060401010101" pitchFamily="34" charset="-79"/>
              </a:rPr>
              <a:t>How many siblings do you have? (discrete)</a:t>
            </a:r>
          </a:p>
          <a:p>
            <a:pPr marL="457200" indent="-457200">
              <a:lnSpc>
                <a:spcPct val="150000"/>
              </a:lnSpc>
              <a:buFont typeface="+mj-lt"/>
              <a:buAutoNum type="arabicPeriod"/>
            </a:pPr>
            <a:r>
              <a:rPr lang="en-US" sz="2400" dirty="0">
                <a:latin typeface="David" panose="020E0502060401010101" pitchFamily="34" charset="-79"/>
                <a:cs typeface="David" panose="020E0502060401010101" pitchFamily="34" charset="-79"/>
              </a:rPr>
              <a:t>What is your height? (continuous)</a:t>
            </a:r>
          </a:p>
          <a:p>
            <a:pPr marL="0" indent="0">
              <a:lnSpc>
                <a:spcPct val="150000"/>
              </a:lnSpc>
              <a:buNone/>
            </a:pPr>
            <a:endParaRPr lang="en-US" sz="2400" dirty="0">
              <a:latin typeface="David" panose="020E0502060401010101" pitchFamily="34" charset="-79"/>
              <a:cs typeface="David" panose="020E0502060401010101" pitchFamily="34" charset="-79"/>
            </a:endParaRPr>
          </a:p>
          <a:p>
            <a:pPr marL="0" indent="0">
              <a:lnSpc>
                <a:spcPct val="150000"/>
              </a:lnSpc>
              <a:buNone/>
            </a:pPr>
            <a:r>
              <a:rPr lang="en-US" sz="2400" dirty="0">
                <a:cs typeface="David" panose="020E0502060401010101" pitchFamily="34" charset="-79"/>
              </a:rPr>
              <a:t>Form link - </a:t>
            </a:r>
            <a:endParaRPr lang="en-US" sz="2000" dirty="0">
              <a:latin typeface="David" panose="020E0502060401010101" pitchFamily="34" charset="-79"/>
              <a:cs typeface="David" panose="020E0502060401010101" pitchFamily="34" charset="-79"/>
            </a:endParaRPr>
          </a:p>
          <a:p>
            <a:pPr marL="0" indent="0">
              <a:lnSpc>
                <a:spcPct val="150000"/>
              </a:lnSpc>
              <a:buNone/>
            </a:pPr>
            <a:r>
              <a:rPr lang="en-US" sz="2400" dirty="0">
                <a:cs typeface="David" panose="020E0502060401010101" pitchFamily="34" charset="-79"/>
                <a:hlinkClick r:id="rId3"/>
              </a:rPr>
              <a:t>https://forms.gle/cfzsUx12annGpoh36</a:t>
            </a:r>
            <a:endParaRPr lang="en-US" sz="2400" dirty="0">
              <a:cs typeface="David" panose="020E0502060401010101" pitchFamily="34" charset="-79"/>
            </a:endParaRPr>
          </a:p>
          <a:p>
            <a:pPr marL="0" indent="0">
              <a:lnSpc>
                <a:spcPct val="150000"/>
              </a:lnSpc>
              <a:buNone/>
            </a:pPr>
            <a:endParaRPr lang="en-US" sz="2400" dirty="0">
              <a:latin typeface="David" panose="020E0502060401010101" pitchFamily="34" charset="-79"/>
              <a:cs typeface="David" panose="020E0502060401010101" pitchFamily="34" charset="-79"/>
            </a:endParaRPr>
          </a:p>
        </p:txBody>
      </p:sp>
      <p:pic>
        <p:nvPicPr>
          <p:cNvPr id="21" name="Picture 20">
            <a:extLst>
              <a:ext uri="{FF2B5EF4-FFF2-40B4-BE49-F238E27FC236}">
                <a16:creationId xmlns:a16="http://schemas.microsoft.com/office/drawing/2014/main" id="{36986627-DA98-B47E-EE40-B010B8CF4F78}"/>
              </a:ext>
            </a:extLst>
          </p:cNvPr>
          <p:cNvPicPr>
            <a:picLocks noChangeAspect="1"/>
          </p:cNvPicPr>
          <p:nvPr/>
        </p:nvPicPr>
        <p:blipFill>
          <a:blip r:embed="rId4"/>
          <a:srcRect l="25235" r="25904" b="9101"/>
          <a:stretch/>
        </p:blipFill>
        <p:spPr>
          <a:xfrm>
            <a:off x="10058400" y="20997"/>
            <a:ext cx="2133600" cy="1853648"/>
          </a:xfrm>
          <a:prstGeom prst="rect">
            <a:avLst/>
          </a:prstGeom>
        </p:spPr>
      </p:pic>
    </p:spTree>
    <p:extLst>
      <p:ext uri="{BB962C8B-B14F-4D97-AF65-F5344CB8AC3E}">
        <p14:creationId xmlns:p14="http://schemas.microsoft.com/office/powerpoint/2010/main" val="3855974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CBADC-AFF1-C9F1-5322-F54444877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66069-AD02-041E-C8B0-58F8737EE371}"/>
              </a:ext>
            </a:extLst>
          </p:cNvPr>
          <p:cNvSpPr>
            <a:spLocks noGrp="1"/>
          </p:cNvSpPr>
          <p:nvPr>
            <p:ph type="title"/>
          </p:nvPr>
        </p:nvSpPr>
        <p:spPr>
          <a:xfrm>
            <a:off x="838200" y="20997"/>
            <a:ext cx="10515600" cy="1325563"/>
          </a:xfrm>
        </p:spPr>
        <p:txBody>
          <a:bodyPr/>
          <a:lstStyle/>
          <a:p>
            <a:r>
              <a:rPr lang="en-US" dirty="0"/>
              <a:t>Experiment Conclusions</a:t>
            </a:r>
            <a:endParaRPr lang="LID4096" dirty="0"/>
          </a:p>
        </p:txBody>
      </p:sp>
      <p:sp>
        <p:nvSpPr>
          <p:cNvPr id="3" name="Content Placeholder 2">
            <a:extLst>
              <a:ext uri="{FF2B5EF4-FFF2-40B4-BE49-F238E27FC236}">
                <a16:creationId xmlns:a16="http://schemas.microsoft.com/office/drawing/2014/main" id="{AB3B6208-ACA5-81D9-3CD0-607B49CB9AA2}"/>
              </a:ext>
            </a:extLst>
          </p:cNvPr>
          <p:cNvSpPr>
            <a:spLocks noGrp="1"/>
          </p:cNvSpPr>
          <p:nvPr>
            <p:ph idx="1"/>
          </p:nvPr>
        </p:nvSpPr>
        <p:spPr>
          <a:xfrm>
            <a:off x="838200" y="1346560"/>
            <a:ext cx="10515600" cy="5378705"/>
          </a:xfrm>
        </p:spPr>
        <p:txBody>
          <a:bodyPr>
            <a:normAutofit/>
          </a:bodyPr>
          <a:lstStyle/>
          <a:p>
            <a:pPr>
              <a:lnSpc>
                <a:spcPct val="150000"/>
              </a:lnSpc>
              <a:buFont typeface="Wingdings" panose="05000000000000000000" pitchFamily="2" charset="2"/>
              <a:buChar char="§"/>
            </a:pPr>
            <a:r>
              <a:rPr lang="en-US" sz="2400" dirty="0">
                <a:latin typeface="David" panose="020E0502060401010101" pitchFamily="34" charset="-79"/>
                <a:cs typeface="David" panose="020E0502060401010101" pitchFamily="34" charset="-79"/>
              </a:rPr>
              <a:t>We can use (simple or complex) experiments to collect data.</a:t>
            </a:r>
          </a:p>
          <a:p>
            <a:pPr>
              <a:lnSpc>
                <a:spcPct val="150000"/>
              </a:lnSpc>
              <a:buFont typeface="Wingdings" panose="05000000000000000000" pitchFamily="2" charset="2"/>
              <a:buChar char="§"/>
            </a:pPr>
            <a:r>
              <a:rPr lang="en-US" sz="2400" dirty="0">
                <a:latin typeface="David" panose="020E0502060401010101" pitchFamily="34" charset="-79"/>
                <a:cs typeface="David" panose="020E0502060401010101" pitchFamily="34" charset="-79"/>
              </a:rPr>
              <a:t>If we run the experiment again on different participants, we will get different measurements. </a:t>
            </a:r>
          </a:p>
          <a:p>
            <a:pPr>
              <a:lnSpc>
                <a:spcPct val="150000"/>
              </a:lnSpc>
              <a:buFont typeface="Wingdings" panose="05000000000000000000" pitchFamily="2" charset="2"/>
              <a:buChar char="§"/>
            </a:pPr>
            <a:r>
              <a:rPr lang="en-US" sz="2400" dirty="0">
                <a:latin typeface="David" panose="020E0502060401010101" pitchFamily="34" charset="-79"/>
                <a:cs typeface="David" panose="020E0502060401010101" pitchFamily="34" charset="-79"/>
              </a:rPr>
              <a:t>Each measurement is a poor measurement of reality. </a:t>
            </a:r>
          </a:p>
        </p:txBody>
      </p:sp>
    </p:spTree>
    <p:extLst>
      <p:ext uri="{BB962C8B-B14F-4D97-AF65-F5344CB8AC3E}">
        <p14:creationId xmlns:p14="http://schemas.microsoft.com/office/powerpoint/2010/main" val="82824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5C607-3E87-D5D6-22C0-9DEC8800E2B6}"/>
            </a:ext>
          </a:extLst>
        </p:cNvPr>
        <p:cNvGrpSpPr/>
        <p:nvPr/>
      </p:nvGrpSpPr>
      <p:grpSpPr>
        <a:xfrm>
          <a:off x="0" y="0"/>
          <a:ext cx="0" cy="0"/>
          <a:chOff x="0" y="0"/>
          <a:chExt cx="0" cy="0"/>
        </a:xfrm>
      </p:grpSpPr>
      <p:pic>
        <p:nvPicPr>
          <p:cNvPr id="17" name="Picture 16" descr="A graph of height and height&#10;&#10;AI-generated content may be incorrect.">
            <a:extLst>
              <a:ext uri="{FF2B5EF4-FFF2-40B4-BE49-F238E27FC236}">
                <a16:creationId xmlns:a16="http://schemas.microsoft.com/office/drawing/2014/main" id="{B9C623DA-B5F4-2172-CA46-FD91F0002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2566" y="2004765"/>
            <a:ext cx="5221234" cy="4251968"/>
          </a:xfrm>
          <a:prstGeom prst="rect">
            <a:avLst/>
          </a:prstGeom>
        </p:spPr>
      </p:pic>
      <p:pic>
        <p:nvPicPr>
          <p:cNvPr id="13" name="Picture 12" descr="A graph of a number of siblings&#10;&#10;AI-generated content may be incorrect.">
            <a:extLst>
              <a:ext uri="{FF2B5EF4-FFF2-40B4-BE49-F238E27FC236}">
                <a16:creationId xmlns:a16="http://schemas.microsoft.com/office/drawing/2014/main" id="{01059F7B-351E-EC05-0C13-3E40265729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601" y="2004765"/>
            <a:ext cx="5120650" cy="4251968"/>
          </a:xfrm>
          <a:prstGeom prst="rect">
            <a:avLst/>
          </a:prstGeom>
        </p:spPr>
      </p:pic>
      <p:sp>
        <p:nvSpPr>
          <p:cNvPr id="2" name="Title 1">
            <a:extLst>
              <a:ext uri="{FF2B5EF4-FFF2-40B4-BE49-F238E27FC236}">
                <a16:creationId xmlns:a16="http://schemas.microsoft.com/office/drawing/2014/main" id="{A2DE27C2-6BD2-1012-6373-F8DFB145B707}"/>
              </a:ext>
            </a:extLst>
          </p:cNvPr>
          <p:cNvSpPr>
            <a:spLocks noGrp="1"/>
          </p:cNvSpPr>
          <p:nvPr>
            <p:ph type="title"/>
          </p:nvPr>
        </p:nvSpPr>
        <p:spPr>
          <a:xfrm>
            <a:off x="838200" y="20997"/>
            <a:ext cx="10515600" cy="1325563"/>
          </a:xfrm>
        </p:spPr>
        <p:txBody>
          <a:bodyPr/>
          <a:lstStyle/>
          <a:p>
            <a:r>
              <a:rPr lang="en-US" dirty="0"/>
              <a:t>Plotting Results</a:t>
            </a:r>
            <a:endParaRPr lang="LID4096" dirty="0"/>
          </a:p>
        </p:txBody>
      </p:sp>
      <p:sp>
        <p:nvSpPr>
          <p:cNvPr id="3" name="Content Placeholder 2">
            <a:extLst>
              <a:ext uri="{FF2B5EF4-FFF2-40B4-BE49-F238E27FC236}">
                <a16:creationId xmlns:a16="http://schemas.microsoft.com/office/drawing/2014/main" id="{2896C0C8-A562-7350-63AD-2EF76CED191C}"/>
              </a:ext>
            </a:extLst>
          </p:cNvPr>
          <p:cNvSpPr>
            <a:spLocks noGrp="1"/>
          </p:cNvSpPr>
          <p:nvPr>
            <p:ph idx="1"/>
          </p:nvPr>
        </p:nvSpPr>
        <p:spPr>
          <a:xfrm>
            <a:off x="838200" y="1346560"/>
            <a:ext cx="10515600" cy="5378705"/>
          </a:xfrm>
        </p:spPr>
        <p:txBody>
          <a:bodyPr>
            <a:normAutofit/>
          </a:bodyPr>
          <a:lstStyle/>
          <a:p>
            <a:pPr marL="0" indent="0">
              <a:lnSpc>
                <a:spcPct val="150000"/>
              </a:lnSpc>
              <a:buNone/>
            </a:pPr>
            <a:r>
              <a:rPr lang="en-US" sz="2400" dirty="0"/>
              <a:t>With random data:</a:t>
            </a:r>
          </a:p>
          <a:p>
            <a:pPr marL="0" indent="0">
              <a:lnSpc>
                <a:spcPct val="150000"/>
              </a:lnSpc>
              <a:buNone/>
            </a:pPr>
            <a:endParaRPr lang="en-US" sz="2400" dirty="0"/>
          </a:p>
          <a:p>
            <a:pPr>
              <a:lnSpc>
                <a:spcPct val="150000"/>
              </a:lnSpc>
              <a:buFont typeface="Wingdings" panose="05000000000000000000" pitchFamily="2" charset="2"/>
              <a:buChar char="§"/>
            </a:pPr>
            <a:endParaRPr lang="en-IL" sz="2400" dirty="0"/>
          </a:p>
          <a:p>
            <a:pPr>
              <a:lnSpc>
                <a:spcPct val="150000"/>
              </a:lnSpc>
              <a:buFont typeface="Wingdings" panose="05000000000000000000" pitchFamily="2" charset="2"/>
              <a:buChar char="§"/>
            </a:pPr>
            <a:endParaRPr lang="en-US" sz="2400" dirty="0"/>
          </a:p>
        </p:txBody>
      </p:sp>
      <p:pic>
        <p:nvPicPr>
          <p:cNvPr id="1026" name="Picture 2">
            <a:extLst>
              <a:ext uri="{FF2B5EF4-FFF2-40B4-BE49-F238E27FC236}">
                <a16:creationId xmlns:a16="http://schemas.microsoft.com/office/drawing/2014/main" id="{D672FE77-F2F4-E6BA-8722-A1A1B69AD2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601" y="2004765"/>
            <a:ext cx="5334000" cy="4429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914568D-078A-6852-62CA-02BEC85DC3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7700" y="1827608"/>
            <a:ext cx="5334000" cy="442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7229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9F29D16-704E-BB95-05D3-3A90ECEF42A1}"/>
              </a:ext>
            </a:extLst>
          </p:cNvPr>
          <p:cNvSpPr>
            <a:spLocks noGrp="1"/>
          </p:cNvSpPr>
          <p:nvPr>
            <p:ph type="title"/>
          </p:nvPr>
        </p:nvSpPr>
        <p:spPr/>
        <p:txBody>
          <a:bodyPr/>
          <a:lstStyle/>
          <a:p>
            <a:r>
              <a:rPr lang="en-US" dirty="0"/>
              <a:t>Imperfect Data</a:t>
            </a:r>
            <a:endParaRPr lang="he-IL" dirty="0"/>
          </a:p>
        </p:txBody>
      </p:sp>
      <p:sp>
        <p:nvSpPr>
          <p:cNvPr id="3" name="מציין מיקום תוכן 2">
            <a:extLst>
              <a:ext uri="{FF2B5EF4-FFF2-40B4-BE49-F238E27FC236}">
                <a16:creationId xmlns:a16="http://schemas.microsoft.com/office/drawing/2014/main" id="{2080EF27-F5AE-4ECE-2819-10940F1A9935}"/>
              </a:ext>
            </a:extLst>
          </p:cNvPr>
          <p:cNvSpPr>
            <a:spLocks noGrp="1"/>
          </p:cNvSpPr>
          <p:nvPr>
            <p:ph idx="1"/>
          </p:nvPr>
        </p:nvSpPr>
        <p:spPr/>
        <p:txBody>
          <a:bodyPr/>
          <a:lstStyle/>
          <a:p>
            <a:r>
              <a:rPr lang="en-US" dirty="0"/>
              <a:t>Real data is never perfect</a:t>
            </a:r>
          </a:p>
          <a:p>
            <a:r>
              <a:rPr lang="en-US" dirty="0"/>
              <a:t>Common problems: </a:t>
            </a:r>
          </a:p>
          <a:p>
            <a:pPr lvl="1"/>
            <a:r>
              <a:rPr lang="en-US" dirty="0"/>
              <a:t>Sampling bias  </a:t>
            </a:r>
          </a:p>
          <a:p>
            <a:pPr lvl="1"/>
            <a:r>
              <a:rPr lang="en-US" dirty="0"/>
              <a:t>Measurement error </a:t>
            </a:r>
          </a:p>
          <a:p>
            <a:pPr lvl="1"/>
            <a:r>
              <a:rPr lang="en-US" dirty="0"/>
              <a:t>Missing data </a:t>
            </a:r>
          </a:p>
          <a:p>
            <a:pPr lvl="1"/>
            <a:r>
              <a:rPr lang="en-US" dirty="0"/>
              <a:t>Proxy measurements</a:t>
            </a:r>
            <a:endParaRPr lang="he-IL" dirty="0"/>
          </a:p>
        </p:txBody>
      </p:sp>
    </p:spTree>
    <p:extLst>
      <p:ext uri="{BB962C8B-B14F-4D97-AF65-F5344CB8AC3E}">
        <p14:creationId xmlns:p14="http://schemas.microsoft.com/office/powerpoint/2010/main" val="782775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4647D-1D29-4CE0-6D98-95683694EC3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9042B517-23F4-255A-AE27-D433C625556E}"/>
              </a:ext>
            </a:extLst>
          </p:cNvPr>
          <p:cNvSpPr>
            <a:spLocks noGrp="1"/>
          </p:cNvSpPr>
          <p:nvPr>
            <p:ph type="title"/>
          </p:nvPr>
        </p:nvSpPr>
        <p:spPr/>
        <p:txBody>
          <a:bodyPr/>
          <a:lstStyle/>
          <a:p>
            <a:r>
              <a:rPr lang="en-US" dirty="0"/>
              <a:t>Imperfect Data</a:t>
            </a:r>
            <a:endParaRPr lang="he-IL" dirty="0"/>
          </a:p>
        </p:txBody>
      </p:sp>
      <p:sp>
        <p:nvSpPr>
          <p:cNvPr id="3" name="מציין מיקום תוכן 2">
            <a:extLst>
              <a:ext uri="{FF2B5EF4-FFF2-40B4-BE49-F238E27FC236}">
                <a16:creationId xmlns:a16="http://schemas.microsoft.com/office/drawing/2014/main" id="{E89C875C-05D5-4D0B-9572-4F00D7F389B7}"/>
              </a:ext>
            </a:extLst>
          </p:cNvPr>
          <p:cNvSpPr>
            <a:spLocks noGrp="1"/>
          </p:cNvSpPr>
          <p:nvPr>
            <p:ph idx="1"/>
          </p:nvPr>
        </p:nvSpPr>
        <p:spPr/>
        <p:txBody>
          <a:bodyPr/>
          <a:lstStyle/>
          <a:p>
            <a:r>
              <a:rPr lang="en-US" dirty="0"/>
              <a:t>Real data is never perfect</a:t>
            </a:r>
          </a:p>
          <a:p>
            <a:r>
              <a:rPr lang="en-US" dirty="0"/>
              <a:t>Common problems: </a:t>
            </a:r>
          </a:p>
          <a:p>
            <a:pPr lvl="1"/>
            <a:r>
              <a:rPr lang="en-US" dirty="0"/>
              <a:t>Sampling bias – height of a basketball team</a:t>
            </a:r>
          </a:p>
          <a:p>
            <a:pPr lvl="1"/>
            <a:r>
              <a:rPr lang="en-US" dirty="0"/>
              <a:t>Measurement error – A scale that is not calibrated</a:t>
            </a:r>
            <a:endParaRPr lang="it-IT" dirty="0"/>
          </a:p>
          <a:p>
            <a:pPr lvl="1"/>
            <a:r>
              <a:rPr lang="en-US" dirty="0"/>
              <a:t>Missing data - Some observations are not recorded or unavailable.</a:t>
            </a:r>
          </a:p>
          <a:p>
            <a:pPr lvl="1"/>
            <a:r>
              <a:rPr lang="en-US" dirty="0"/>
              <a:t>Proxy measurements – BOLD signal in fMRI as a proxy for neural activity.</a:t>
            </a:r>
            <a:endParaRPr lang="he-IL" dirty="0"/>
          </a:p>
        </p:txBody>
      </p:sp>
    </p:spTree>
    <p:extLst>
      <p:ext uri="{BB962C8B-B14F-4D97-AF65-F5344CB8AC3E}">
        <p14:creationId xmlns:p14="http://schemas.microsoft.com/office/powerpoint/2010/main" val="271557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A2DEC-93E8-4C79-4D22-4C70FD251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0C0F2-0CCB-A15C-E5CE-79DF2623922C}"/>
              </a:ext>
            </a:extLst>
          </p:cNvPr>
          <p:cNvSpPr>
            <a:spLocks noGrp="1"/>
          </p:cNvSpPr>
          <p:nvPr>
            <p:ph type="title"/>
          </p:nvPr>
        </p:nvSpPr>
        <p:spPr>
          <a:xfrm>
            <a:off x="838200" y="20997"/>
            <a:ext cx="10515600" cy="1325563"/>
          </a:xfrm>
        </p:spPr>
        <p:txBody>
          <a:bodyPr/>
          <a:lstStyle/>
          <a:p>
            <a:r>
              <a:rPr lang="en-US" dirty="0"/>
              <a:t>Summary Statistics</a:t>
            </a:r>
            <a:endParaRPr lang="LID4096" dirty="0"/>
          </a:p>
        </p:txBody>
      </p:sp>
      <p:sp>
        <p:nvSpPr>
          <p:cNvPr id="3" name="Content Placeholder 2">
            <a:extLst>
              <a:ext uri="{FF2B5EF4-FFF2-40B4-BE49-F238E27FC236}">
                <a16:creationId xmlns:a16="http://schemas.microsoft.com/office/drawing/2014/main" id="{460F14FD-8308-A0DF-27E4-25F470ABBEE5}"/>
              </a:ext>
            </a:extLst>
          </p:cNvPr>
          <p:cNvSpPr>
            <a:spLocks noGrp="1"/>
          </p:cNvSpPr>
          <p:nvPr>
            <p:ph idx="1"/>
          </p:nvPr>
        </p:nvSpPr>
        <p:spPr>
          <a:xfrm>
            <a:off x="838200" y="1346560"/>
            <a:ext cx="10515600" cy="5378705"/>
          </a:xfrm>
        </p:spPr>
        <p:txBody>
          <a:bodyPr>
            <a:normAutofit/>
          </a:bodyPr>
          <a:lstStyle/>
          <a:p>
            <a:pPr>
              <a:lnSpc>
                <a:spcPct val="150000"/>
              </a:lnSpc>
            </a:pPr>
            <a:r>
              <a:rPr lang="en-US" dirty="0"/>
              <a:t>Simple numbers that describe the distribution</a:t>
            </a:r>
            <a:endParaRPr lang="en-GB" dirty="0"/>
          </a:p>
          <a:p>
            <a:pPr>
              <a:lnSpc>
                <a:spcPct val="150000"/>
              </a:lnSpc>
            </a:pPr>
            <a:r>
              <a:rPr lang="en-US" dirty="0"/>
              <a:t>We </a:t>
            </a:r>
            <a:r>
              <a:rPr lang="en-GB" dirty="0"/>
              <a:t>can use metrics to summarize different aspects of </a:t>
            </a:r>
            <a:r>
              <a:rPr lang="en-US" dirty="0"/>
              <a:t>the distribution that generated our</a:t>
            </a:r>
            <a:r>
              <a:rPr lang="en-GB" dirty="0"/>
              <a:t> collected data. </a:t>
            </a:r>
          </a:p>
          <a:p>
            <a:pPr lvl="1">
              <a:lnSpc>
                <a:spcPct val="150000"/>
              </a:lnSpc>
            </a:pPr>
            <a:r>
              <a:rPr lang="en-GB" dirty="0"/>
              <a:t>Central tendency</a:t>
            </a:r>
          </a:p>
          <a:p>
            <a:pPr lvl="1">
              <a:lnSpc>
                <a:spcPct val="150000"/>
              </a:lnSpc>
            </a:pPr>
            <a:r>
              <a:rPr lang="en-GB" dirty="0"/>
              <a:t>Spread</a:t>
            </a:r>
          </a:p>
          <a:p>
            <a:pPr lvl="1">
              <a:lnSpc>
                <a:spcPct val="150000"/>
              </a:lnSpc>
            </a:pPr>
            <a:r>
              <a:rPr lang="en-GB" dirty="0"/>
              <a:t>Skewness</a:t>
            </a:r>
          </a:p>
          <a:p>
            <a:pPr lvl="1">
              <a:lnSpc>
                <a:spcPct val="150000"/>
              </a:lnSpc>
            </a:pPr>
            <a:r>
              <a:rPr lang="en-GB" dirty="0"/>
              <a:t>Kurtosis </a:t>
            </a:r>
            <a:endParaRPr lang="en-IL" dirty="0"/>
          </a:p>
          <a:p>
            <a:pPr>
              <a:lnSpc>
                <a:spcPct val="150000"/>
              </a:lnSpc>
            </a:pPr>
            <a:endParaRPr lang="en-US" dirty="0"/>
          </a:p>
        </p:txBody>
      </p:sp>
    </p:spTree>
    <p:extLst>
      <p:ext uri="{BB962C8B-B14F-4D97-AF65-F5344CB8AC3E}">
        <p14:creationId xmlns:p14="http://schemas.microsoft.com/office/powerpoint/2010/main" val="51624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Central Tendency</a:t>
            </a:r>
            <a:endParaRPr lang="LID4096" dirty="0"/>
          </a:p>
        </p:txBody>
      </p:sp>
      <p:sp>
        <p:nvSpPr>
          <p:cNvPr id="5" name="Content Placeholder 2">
            <a:extLst>
              <a:ext uri="{FF2B5EF4-FFF2-40B4-BE49-F238E27FC236}">
                <a16:creationId xmlns:a16="http://schemas.microsoft.com/office/drawing/2014/main" id="{3CFC9EC1-625C-3BDF-37D9-580A4F3E93B8}"/>
              </a:ext>
            </a:extLst>
          </p:cNvPr>
          <p:cNvSpPr>
            <a:spLocks noGrp="1"/>
          </p:cNvSpPr>
          <p:nvPr>
            <p:ph idx="1"/>
          </p:nvPr>
        </p:nvSpPr>
        <p:spPr>
          <a:xfrm>
            <a:off x="838200" y="1346560"/>
            <a:ext cx="10515600" cy="5378705"/>
          </a:xfrm>
        </p:spPr>
        <p:txBody>
          <a:bodyPr>
            <a:normAutofit/>
          </a:bodyPr>
          <a:lstStyle/>
          <a:p>
            <a:pPr>
              <a:lnSpc>
                <a:spcPct val="150000"/>
              </a:lnSpc>
              <a:buFont typeface="Wingdings" panose="05000000000000000000" pitchFamily="2" charset="2"/>
              <a:buChar char="§"/>
            </a:pPr>
            <a:r>
              <a:rPr lang="en-GB" dirty="0"/>
              <a:t>Measure for middle of the data</a:t>
            </a:r>
          </a:p>
          <a:p>
            <a:pPr lvl="1">
              <a:lnSpc>
                <a:spcPct val="150000"/>
              </a:lnSpc>
              <a:buFont typeface="Wingdings" panose="05000000000000000000" pitchFamily="2" charset="2"/>
              <a:buChar char="§"/>
            </a:pPr>
            <a:r>
              <a:rPr lang="en-GB" dirty="0"/>
              <a:t>Mean – the sum of all values divided by the total number of values.</a:t>
            </a:r>
          </a:p>
          <a:p>
            <a:pPr lvl="1">
              <a:lnSpc>
                <a:spcPct val="150000"/>
              </a:lnSpc>
              <a:buFont typeface="Wingdings" panose="05000000000000000000" pitchFamily="2" charset="2"/>
              <a:buChar char="§"/>
            </a:pPr>
            <a:r>
              <a:rPr lang="en-GB" dirty="0"/>
              <a:t>Median – the middle number in an ordered dataset.</a:t>
            </a:r>
          </a:p>
          <a:p>
            <a:pPr lvl="1">
              <a:lnSpc>
                <a:spcPct val="150000"/>
              </a:lnSpc>
              <a:buFont typeface="Wingdings" panose="05000000000000000000" pitchFamily="2" charset="2"/>
              <a:buChar char="§"/>
            </a:pPr>
            <a:r>
              <a:rPr lang="en-GB" dirty="0"/>
              <a:t>Mode – the most frequent value (</a:t>
            </a:r>
            <a:r>
              <a:rPr lang="en-US" dirty="0"/>
              <a:t>discrete)</a:t>
            </a:r>
            <a:r>
              <a:rPr lang="en-GB" dirty="0"/>
              <a:t> \ </a:t>
            </a:r>
            <a:r>
              <a:rPr lang="en-US" dirty="0"/>
              <a:t>the point with the largest probability (continuous)</a:t>
            </a:r>
            <a:r>
              <a:rPr lang="en-GB" dirty="0"/>
              <a:t>.</a:t>
            </a:r>
          </a:p>
          <a:p>
            <a:pPr marL="0" indent="0">
              <a:lnSpc>
                <a:spcPct val="110000"/>
              </a:lnSpc>
              <a:buNone/>
            </a:pPr>
            <a:endParaRPr lang="en-GB" dirty="0"/>
          </a:p>
          <a:p>
            <a:pPr marL="0" indent="0">
              <a:lnSpc>
                <a:spcPct val="110000"/>
              </a:lnSpc>
              <a:buNone/>
            </a:pPr>
            <a:endParaRPr lang="en-GB" dirty="0"/>
          </a:p>
          <a:p>
            <a:pPr marL="457200" lvl="1" indent="0">
              <a:lnSpc>
                <a:spcPct val="110000"/>
              </a:lnSpc>
              <a:buNone/>
            </a:pPr>
            <a:endParaRPr lang="en-GB" dirty="0"/>
          </a:p>
          <a:p>
            <a:pPr marL="457200" lvl="1" indent="0">
              <a:lnSpc>
                <a:spcPct val="110000"/>
              </a:lnSpc>
              <a:buNone/>
            </a:pPr>
            <a:endParaRPr lang="en-GB" dirty="0"/>
          </a:p>
          <a:p>
            <a:pPr>
              <a:lnSpc>
                <a:spcPct val="110000"/>
              </a:lnSpc>
              <a:buFont typeface="Wingdings" panose="05000000000000000000" pitchFamily="2" charset="2"/>
              <a:buChar char="§"/>
            </a:pPr>
            <a:endParaRPr lang="en-GB" b="1" dirty="0"/>
          </a:p>
        </p:txBody>
      </p:sp>
    </p:spTree>
    <p:extLst>
      <p:ext uri="{BB962C8B-B14F-4D97-AF65-F5344CB8AC3E}">
        <p14:creationId xmlns:p14="http://schemas.microsoft.com/office/powerpoint/2010/main" val="1783530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Central Tendency</a:t>
            </a:r>
            <a:endParaRPr lang="LID4096" dirty="0"/>
          </a:p>
        </p:txBody>
      </p:sp>
      <p:sp>
        <p:nvSpPr>
          <p:cNvPr id="5" name="Content Placeholder 2">
            <a:extLst>
              <a:ext uri="{FF2B5EF4-FFF2-40B4-BE49-F238E27FC236}">
                <a16:creationId xmlns:a16="http://schemas.microsoft.com/office/drawing/2014/main" id="{3CFC9EC1-625C-3BDF-37D9-580A4F3E93B8}"/>
              </a:ext>
            </a:extLst>
          </p:cNvPr>
          <p:cNvSpPr>
            <a:spLocks noGrp="1"/>
          </p:cNvSpPr>
          <p:nvPr>
            <p:ph idx="1"/>
          </p:nvPr>
        </p:nvSpPr>
        <p:spPr>
          <a:xfrm>
            <a:off x="838200" y="1197704"/>
            <a:ext cx="10515600" cy="5378705"/>
          </a:xfrm>
        </p:spPr>
        <p:txBody>
          <a:bodyPr>
            <a:normAutofit/>
          </a:bodyPr>
          <a:lstStyle/>
          <a:p>
            <a:pPr>
              <a:lnSpc>
                <a:spcPct val="150000"/>
              </a:lnSpc>
              <a:buFont typeface="Wingdings" panose="05000000000000000000" pitchFamily="2" charset="2"/>
              <a:buChar char="§"/>
            </a:pPr>
            <a:r>
              <a:rPr lang="en-GB" dirty="0"/>
              <a:t>Measure for middle of the data</a:t>
            </a:r>
          </a:p>
          <a:p>
            <a:pPr lvl="1">
              <a:lnSpc>
                <a:spcPct val="150000"/>
              </a:lnSpc>
              <a:buFont typeface="Wingdings" panose="05000000000000000000" pitchFamily="2" charset="2"/>
              <a:buChar char="§"/>
            </a:pPr>
            <a:r>
              <a:rPr lang="en-GB" dirty="0"/>
              <a:t>Mean:</a:t>
            </a:r>
          </a:p>
          <a:p>
            <a:pPr lvl="1">
              <a:lnSpc>
                <a:spcPct val="150000"/>
              </a:lnSpc>
              <a:buFont typeface="Wingdings" panose="05000000000000000000" pitchFamily="2" charset="2"/>
              <a:buChar char="§"/>
            </a:pPr>
            <a:endParaRPr lang="en-GB" dirty="0"/>
          </a:p>
          <a:p>
            <a:pPr lvl="1">
              <a:lnSpc>
                <a:spcPct val="150000"/>
              </a:lnSpc>
              <a:buFont typeface="Wingdings" panose="05000000000000000000" pitchFamily="2" charset="2"/>
              <a:buChar char="§"/>
            </a:pPr>
            <a:r>
              <a:rPr lang="en-GB" dirty="0"/>
              <a:t>Median :</a:t>
            </a:r>
          </a:p>
          <a:p>
            <a:pPr marL="457200" lvl="1" indent="0">
              <a:lnSpc>
                <a:spcPct val="150000"/>
              </a:lnSpc>
              <a:buNone/>
            </a:pPr>
            <a:endParaRPr lang="en-GB" dirty="0"/>
          </a:p>
          <a:p>
            <a:pPr lvl="1">
              <a:lnSpc>
                <a:spcPct val="150000"/>
              </a:lnSpc>
              <a:buFont typeface="Wingdings" panose="05000000000000000000" pitchFamily="2" charset="2"/>
              <a:buChar char="§"/>
            </a:pPr>
            <a:r>
              <a:rPr lang="en-GB" dirty="0"/>
              <a:t>Mode – </a:t>
            </a:r>
            <a:r>
              <a:rPr lang="en-US" dirty="0"/>
              <a:t>the point with the largest probability</a:t>
            </a:r>
            <a:r>
              <a:rPr lang="en-GB" dirty="0"/>
              <a:t>.</a:t>
            </a:r>
          </a:p>
          <a:p>
            <a:pPr marL="0" indent="0">
              <a:lnSpc>
                <a:spcPct val="110000"/>
              </a:lnSpc>
              <a:buNone/>
            </a:pPr>
            <a:endParaRPr lang="en-GB" dirty="0"/>
          </a:p>
          <a:p>
            <a:pPr marL="0" indent="0">
              <a:lnSpc>
                <a:spcPct val="110000"/>
              </a:lnSpc>
              <a:buNone/>
            </a:pPr>
            <a:endParaRPr lang="en-GB" dirty="0"/>
          </a:p>
          <a:p>
            <a:pPr marL="457200" lvl="1" indent="0">
              <a:lnSpc>
                <a:spcPct val="110000"/>
              </a:lnSpc>
              <a:buNone/>
            </a:pPr>
            <a:endParaRPr lang="en-GB" dirty="0"/>
          </a:p>
          <a:p>
            <a:pPr marL="457200" lvl="1" indent="0">
              <a:lnSpc>
                <a:spcPct val="110000"/>
              </a:lnSpc>
              <a:buNone/>
            </a:pPr>
            <a:endParaRPr lang="en-GB" dirty="0"/>
          </a:p>
          <a:p>
            <a:pPr>
              <a:lnSpc>
                <a:spcPct val="110000"/>
              </a:lnSpc>
              <a:buFont typeface="Wingdings" panose="05000000000000000000" pitchFamily="2" charset="2"/>
              <a:buChar char="§"/>
            </a:pPr>
            <a:endParaRPr lang="en-GB" b="1" dirty="0"/>
          </a:p>
        </p:txBody>
      </p:sp>
      <mc:AlternateContent xmlns:mc="http://schemas.openxmlformats.org/markup-compatibility/2006" xmlns:a14="http://schemas.microsoft.com/office/drawing/2010/main">
        <mc:Choice Requires="a14">
          <p:sp>
            <p:nvSpPr>
              <p:cNvPr id="3" name="Object 7">
                <a:extLst>
                  <a:ext uri="{FF2B5EF4-FFF2-40B4-BE49-F238E27FC236}">
                    <a16:creationId xmlns:a16="http://schemas.microsoft.com/office/drawing/2014/main" id="{789A85C2-7A6E-DA5D-67AF-F7028C822711}"/>
                  </a:ext>
                </a:extLst>
              </p:cNvPr>
              <p:cNvSpPr txBox="1"/>
              <p:nvPr/>
            </p:nvSpPr>
            <p:spPr bwMode="auto">
              <a:xfrm>
                <a:off x="3186404" y="1876468"/>
                <a:ext cx="3652837" cy="11826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LID4096" i="1">
                          <a:solidFill>
                            <a:srgbClr val="000000"/>
                          </a:solidFill>
                          <a:latin typeface="Cambria Math" panose="02040503050406030204" pitchFamily="18" charset="0"/>
                        </a:rPr>
                        <m:t>𝜇</m:t>
                      </m:r>
                      <m:r>
                        <a:rPr lang="LID4096" i="1">
                          <a:solidFill>
                            <a:srgbClr val="000000"/>
                          </a:solidFill>
                          <a:latin typeface="Cambria Math" panose="02040503050406030204" pitchFamily="18" charset="0"/>
                        </a:rPr>
                        <m:t>=</m:t>
                      </m:r>
                      <m:nary>
                        <m:naryPr>
                          <m:limLoc m:val="undOvr"/>
                          <m:ctrlPr>
                            <a:rPr lang="LID4096" i="1">
                              <a:solidFill>
                                <a:srgbClr val="000000"/>
                              </a:solidFill>
                              <a:latin typeface="Cambria Math" panose="02040503050406030204" pitchFamily="18" charset="0"/>
                            </a:rPr>
                          </m:ctrlPr>
                        </m:naryPr>
                        <m:sub>
                          <m:r>
                            <a:rPr lang="LID4096" i="1">
                              <a:solidFill>
                                <a:srgbClr val="000000"/>
                              </a:solidFill>
                              <a:latin typeface="Cambria Math" panose="02040503050406030204" pitchFamily="18" charset="0"/>
                            </a:rPr>
                            <m:t>−</m:t>
                          </m:r>
                          <m:r>
                            <a:rPr lang="LID4096" i="1">
                              <a:solidFill>
                                <a:srgbClr val="000000"/>
                              </a:solidFill>
                              <a:latin typeface="Cambria Math" panose="02040503050406030204" pitchFamily="18" charset="0"/>
                            </a:rPr>
                            <m:t>∞</m:t>
                          </m:r>
                        </m:sub>
                        <m:sup>
                          <m:r>
                            <a:rPr lang="LID4096" i="1">
                              <a:solidFill>
                                <a:srgbClr val="000000"/>
                              </a:solidFill>
                              <a:latin typeface="Cambria Math" panose="02040503050406030204" pitchFamily="18" charset="0"/>
                            </a:rPr>
                            <m:t>−</m:t>
                          </m:r>
                          <m:r>
                            <a:rPr lang="LID4096" i="1">
                              <a:solidFill>
                                <a:srgbClr val="000000"/>
                              </a:solidFill>
                              <a:latin typeface="Cambria Math" panose="02040503050406030204" pitchFamily="18" charset="0"/>
                            </a:rPr>
                            <m:t>∞</m:t>
                          </m:r>
                        </m:sup>
                        <m:e>
                          <m:r>
                            <a:rPr lang="LID4096" i="1">
                              <a:solidFill>
                                <a:srgbClr val="000000"/>
                              </a:solidFill>
                              <a:latin typeface="Cambria Math" panose="02040503050406030204" pitchFamily="18" charset="0"/>
                            </a:rPr>
                            <m:t>𝑥𝑝</m:t>
                          </m:r>
                          <m:d>
                            <m:dPr>
                              <m:ctrlPr>
                                <a:rPr lang="LID4096" i="1">
                                  <a:solidFill>
                                    <a:srgbClr val="000000"/>
                                  </a:solidFill>
                                  <a:latin typeface="Cambria Math" panose="02040503050406030204" pitchFamily="18" charset="0"/>
                                </a:rPr>
                              </m:ctrlPr>
                            </m:dPr>
                            <m:e>
                              <m:r>
                                <a:rPr lang="LID4096" i="1">
                                  <a:solidFill>
                                    <a:srgbClr val="000000"/>
                                  </a:solidFill>
                                  <a:latin typeface="Cambria Math" panose="02040503050406030204" pitchFamily="18" charset="0"/>
                                </a:rPr>
                                <m:t>𝑥</m:t>
                              </m:r>
                            </m:e>
                          </m:d>
                          <m:r>
                            <a:rPr lang="LID4096" i="1">
                              <a:solidFill>
                                <a:srgbClr val="000000"/>
                              </a:solidFill>
                              <a:latin typeface="Cambria Math" panose="02040503050406030204" pitchFamily="18" charset="0"/>
                            </a:rPr>
                            <m:t>𝑑𝑥</m:t>
                          </m:r>
                        </m:e>
                      </m:nary>
                      <m:r>
                        <a:rPr lang="LID4096" i="1">
                          <a:solidFill>
                            <a:srgbClr val="000000"/>
                          </a:solidFill>
                          <a:latin typeface="Cambria Math" panose="02040503050406030204" pitchFamily="18" charset="0"/>
                        </a:rPr>
                        <m:t>=</m:t>
                      </m:r>
                      <m:r>
                        <a:rPr lang="LID4096" i="1">
                          <a:solidFill>
                            <a:srgbClr val="000000"/>
                          </a:solidFill>
                          <a:latin typeface="Cambria Math" panose="02040503050406030204" pitchFamily="18" charset="0"/>
                        </a:rPr>
                        <m:t>𝐸</m:t>
                      </m:r>
                      <m:d>
                        <m:dPr>
                          <m:ctrlPr>
                            <a:rPr lang="LID4096" i="1">
                              <a:solidFill>
                                <a:srgbClr val="000000"/>
                              </a:solidFill>
                              <a:latin typeface="Cambria Math" panose="02040503050406030204" pitchFamily="18" charset="0"/>
                            </a:rPr>
                          </m:ctrlPr>
                        </m:dPr>
                        <m:e>
                          <m:r>
                            <a:rPr lang="LID4096" i="1">
                              <a:solidFill>
                                <a:srgbClr val="000000"/>
                              </a:solidFill>
                              <a:latin typeface="Cambria Math" panose="02040503050406030204" pitchFamily="18" charset="0"/>
                            </a:rPr>
                            <m:t>𝑥</m:t>
                          </m:r>
                        </m:e>
                      </m:d>
                    </m:oMath>
                  </m:oMathPara>
                </a14:m>
                <a:endParaRPr lang="LID4096" dirty="0">
                  <a:latin typeface="David" panose="020E0502060401010101" pitchFamily="34" charset="-79"/>
                </a:endParaRPr>
              </a:p>
            </p:txBody>
          </p:sp>
        </mc:Choice>
        <mc:Fallback xmlns="">
          <p:sp>
            <p:nvSpPr>
              <p:cNvPr id="3" name="Object 7">
                <a:extLst>
                  <a:ext uri="{FF2B5EF4-FFF2-40B4-BE49-F238E27FC236}">
                    <a16:creationId xmlns:a16="http://schemas.microsoft.com/office/drawing/2014/main" id="{789A85C2-7A6E-DA5D-67AF-F7028C822711}"/>
                  </a:ext>
                </a:extLst>
              </p:cNvPr>
              <p:cNvSpPr txBox="1">
                <a:spLocks noRot="1" noChangeAspect="1" noMove="1" noResize="1" noEditPoints="1" noAdjustHandles="1" noChangeArrowheads="1" noChangeShapeType="1" noTextEdit="1"/>
              </p:cNvSpPr>
              <p:nvPr/>
            </p:nvSpPr>
            <p:spPr bwMode="auto">
              <a:xfrm>
                <a:off x="3186404" y="1876468"/>
                <a:ext cx="3652837" cy="1182688"/>
              </a:xfrm>
              <a:prstGeom prst="rect">
                <a:avLst/>
              </a:prstGeom>
              <a:blipFill>
                <a:blip r:embed="rId3"/>
                <a:stretch>
                  <a:fillRect/>
                </a:stretch>
              </a:blipFill>
              <a:ln>
                <a:noFill/>
              </a:ln>
              <a:effectLst/>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0898E3AF-8255-5EEE-F345-2CC4F71C6F92}"/>
                  </a:ext>
                </a:extLst>
              </p:cNvPr>
              <p:cNvSpPr txBox="1"/>
              <p:nvPr/>
            </p:nvSpPr>
            <p:spPr bwMode="auto">
              <a:xfrm>
                <a:off x="3541776" y="3118178"/>
                <a:ext cx="2659063" cy="11826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nary>
                        <m:naryPr>
                          <m:limLoc m:val="undOvr"/>
                          <m:ctrlPr>
                            <a:rPr lang="LID4096" i="1">
                              <a:solidFill>
                                <a:srgbClr val="000000"/>
                              </a:solidFill>
                              <a:latin typeface="Cambria Math" panose="02040503050406030204" pitchFamily="18" charset="0"/>
                            </a:rPr>
                          </m:ctrlPr>
                        </m:naryPr>
                        <m:sub>
                          <m:r>
                            <a:rPr lang="LID4096" i="1">
                              <a:solidFill>
                                <a:srgbClr val="000000"/>
                              </a:solidFill>
                              <a:latin typeface="Cambria Math" panose="02040503050406030204" pitchFamily="18" charset="0"/>
                            </a:rPr>
                            <m:t>−</m:t>
                          </m:r>
                          <m:r>
                            <a:rPr lang="LID4096" i="1">
                              <a:solidFill>
                                <a:srgbClr val="000000"/>
                              </a:solidFill>
                              <a:latin typeface="Cambria Math" panose="02040503050406030204" pitchFamily="18" charset="0"/>
                            </a:rPr>
                            <m:t>∞</m:t>
                          </m:r>
                        </m:sub>
                        <m:sup>
                          <m:sSub>
                            <m:sSubPr>
                              <m:ctrlPr>
                                <a:rPr lang="LID4096" i="1">
                                  <a:solidFill>
                                    <a:srgbClr val="000000"/>
                                  </a:solidFill>
                                  <a:latin typeface="Cambria Math" panose="02040503050406030204" pitchFamily="18" charset="0"/>
                                </a:rPr>
                              </m:ctrlPr>
                            </m:sSubPr>
                            <m:e>
                              <m:r>
                                <a:rPr lang="LID4096" i="1">
                                  <a:solidFill>
                                    <a:srgbClr val="000000"/>
                                  </a:solidFill>
                                  <a:latin typeface="Cambria Math" panose="02040503050406030204" pitchFamily="18" charset="0"/>
                                </a:rPr>
                                <m:t>𝑥</m:t>
                              </m:r>
                            </m:e>
                            <m:sub>
                              <m:r>
                                <a:rPr lang="LID4096" i="1">
                                  <a:solidFill>
                                    <a:srgbClr val="000000"/>
                                  </a:solidFill>
                                  <a:latin typeface="Cambria Math" panose="02040503050406030204" pitchFamily="18" charset="0"/>
                                </a:rPr>
                                <m:t>𝑚𝑒𝑑</m:t>
                              </m:r>
                            </m:sub>
                          </m:sSub>
                        </m:sup>
                        <m:e>
                          <m:r>
                            <a:rPr lang="LID4096" i="1">
                              <a:solidFill>
                                <a:srgbClr val="000000"/>
                              </a:solidFill>
                              <a:latin typeface="Cambria Math" panose="02040503050406030204" pitchFamily="18" charset="0"/>
                            </a:rPr>
                            <m:t>𝑝</m:t>
                          </m:r>
                          <m:d>
                            <m:dPr>
                              <m:ctrlPr>
                                <a:rPr lang="LID4096" i="1">
                                  <a:solidFill>
                                    <a:srgbClr val="000000"/>
                                  </a:solidFill>
                                  <a:latin typeface="Cambria Math" panose="02040503050406030204" pitchFamily="18" charset="0"/>
                                </a:rPr>
                              </m:ctrlPr>
                            </m:dPr>
                            <m:e>
                              <m:r>
                                <a:rPr lang="LID4096" i="1">
                                  <a:solidFill>
                                    <a:srgbClr val="000000"/>
                                  </a:solidFill>
                                  <a:latin typeface="Cambria Math" panose="02040503050406030204" pitchFamily="18" charset="0"/>
                                </a:rPr>
                                <m:t>𝑥</m:t>
                              </m:r>
                            </m:e>
                          </m:d>
                          <m:r>
                            <a:rPr lang="LID4096" i="1">
                              <a:solidFill>
                                <a:srgbClr val="000000"/>
                              </a:solidFill>
                              <a:latin typeface="Cambria Math" panose="02040503050406030204" pitchFamily="18" charset="0"/>
                            </a:rPr>
                            <m:t>𝑑𝑥</m:t>
                          </m:r>
                        </m:e>
                      </m:nary>
                      <m:r>
                        <a:rPr lang="LID4096" i="1">
                          <a:solidFill>
                            <a:srgbClr val="000000"/>
                          </a:solidFill>
                          <a:latin typeface="Cambria Math" panose="02040503050406030204" pitchFamily="18" charset="0"/>
                        </a:rPr>
                        <m:t>=</m:t>
                      </m:r>
                      <m:r>
                        <a:rPr lang="LID4096" i="1">
                          <a:solidFill>
                            <a:srgbClr val="000000"/>
                          </a:solidFill>
                          <a:latin typeface="Cambria Math" panose="02040503050406030204" pitchFamily="18" charset="0"/>
                        </a:rPr>
                        <m:t>0</m:t>
                      </m:r>
                      <m:r>
                        <a:rPr lang="LID4096" i="1">
                          <a:solidFill>
                            <a:srgbClr val="000000"/>
                          </a:solidFill>
                          <a:latin typeface="Cambria Math" panose="02040503050406030204" pitchFamily="18" charset="0"/>
                        </a:rPr>
                        <m:t>.</m:t>
                      </m:r>
                      <m:r>
                        <a:rPr lang="LID4096" i="1">
                          <a:solidFill>
                            <a:srgbClr val="000000"/>
                          </a:solidFill>
                          <a:latin typeface="Cambria Math" panose="02040503050406030204" pitchFamily="18" charset="0"/>
                        </a:rPr>
                        <m:t>5</m:t>
                      </m:r>
                    </m:oMath>
                  </m:oMathPara>
                </a14:m>
                <a:endParaRPr lang="LID4096" dirty="0">
                  <a:latin typeface="David" panose="020E0502060401010101" pitchFamily="34" charset="-79"/>
                </a:endParaRPr>
              </a:p>
            </p:txBody>
          </p:sp>
        </mc:Choice>
        <mc:Fallback xmlns="">
          <p:sp>
            <p:nvSpPr>
              <p:cNvPr id="4" name="Object 4">
                <a:extLst>
                  <a:ext uri="{FF2B5EF4-FFF2-40B4-BE49-F238E27FC236}">
                    <a16:creationId xmlns:a16="http://schemas.microsoft.com/office/drawing/2014/main" id="{0898E3AF-8255-5EEE-F345-2CC4F71C6F92}"/>
                  </a:ext>
                </a:extLst>
              </p:cNvPr>
              <p:cNvSpPr txBox="1">
                <a:spLocks noRot="1" noChangeAspect="1" noMove="1" noResize="1" noEditPoints="1" noAdjustHandles="1" noChangeArrowheads="1" noChangeShapeType="1" noTextEdit="1"/>
              </p:cNvSpPr>
              <p:nvPr/>
            </p:nvSpPr>
            <p:spPr bwMode="auto">
              <a:xfrm>
                <a:off x="3541776" y="3118178"/>
                <a:ext cx="2659063" cy="1182688"/>
              </a:xfrm>
              <a:prstGeom prst="rect">
                <a:avLst/>
              </a:prstGeom>
              <a:blipFill>
                <a:blip r:embed="rId4"/>
                <a:stretch>
                  <a:fillRect/>
                </a:stretch>
              </a:blipFill>
              <a:ln>
                <a:noFill/>
              </a:ln>
              <a:effectLst/>
            </p:spPr>
            <p:txBody>
              <a:bodyPr/>
              <a:lstStyle/>
              <a:p>
                <a:r>
                  <a:rPr lang="he-IL">
                    <a:noFill/>
                  </a:rPr>
                  <a:t> </a:t>
                </a:r>
              </a:p>
            </p:txBody>
          </p:sp>
        </mc:Fallback>
      </mc:AlternateContent>
    </p:spTree>
    <p:extLst>
      <p:ext uri="{BB962C8B-B14F-4D97-AF65-F5344CB8AC3E}">
        <p14:creationId xmlns:p14="http://schemas.microsoft.com/office/powerpoint/2010/main" val="1814684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250"/>
                                        <p:tgtEl>
                                          <p:spTgt spid="5">
                                            <p:txEl>
                                              <p:pRg st="3" end="3"/>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5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animEffect transition="in" filter="fade">
                                      <p:cBhvr>
                                        <p:cTn id="15" dur="25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Central Tendency</a:t>
            </a:r>
            <a:endParaRPr lang="LID4096" dirty="0"/>
          </a:p>
        </p:txBody>
      </p:sp>
      <p:pic>
        <p:nvPicPr>
          <p:cNvPr id="11" name="Picture 10" descr="A diagram of a normal distribution&#10;&#10;Description automatically generated">
            <a:extLst>
              <a:ext uri="{FF2B5EF4-FFF2-40B4-BE49-F238E27FC236}">
                <a16:creationId xmlns:a16="http://schemas.microsoft.com/office/drawing/2014/main" id="{9C2AB02B-12FF-7CE7-30DA-D75A1B9E5E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9122" y="2176016"/>
            <a:ext cx="5973756" cy="4614648"/>
          </a:xfrm>
          <a:prstGeom prst="rect">
            <a:avLst/>
          </a:prstGeom>
        </p:spPr>
      </p:pic>
      <p:sp>
        <p:nvSpPr>
          <p:cNvPr id="12" name="Content Placeholder 2">
            <a:extLst>
              <a:ext uri="{FF2B5EF4-FFF2-40B4-BE49-F238E27FC236}">
                <a16:creationId xmlns:a16="http://schemas.microsoft.com/office/drawing/2014/main" id="{E87E4AB4-3A23-5628-48C3-5D78E8CB69EF}"/>
              </a:ext>
            </a:extLst>
          </p:cNvPr>
          <p:cNvSpPr>
            <a:spLocks noGrp="1"/>
          </p:cNvSpPr>
          <p:nvPr>
            <p:ph idx="1"/>
          </p:nvPr>
        </p:nvSpPr>
        <p:spPr>
          <a:xfrm>
            <a:off x="838200" y="1346561"/>
            <a:ext cx="10515600" cy="710840"/>
          </a:xfrm>
        </p:spPr>
        <p:txBody>
          <a:bodyPr>
            <a:normAutofit lnSpcReduction="10000"/>
          </a:bodyPr>
          <a:lstStyle/>
          <a:p>
            <a:pPr>
              <a:lnSpc>
                <a:spcPct val="150000"/>
              </a:lnSpc>
              <a:buFont typeface="Wingdings" panose="05000000000000000000" pitchFamily="2" charset="2"/>
              <a:buChar char="§"/>
            </a:pPr>
            <a:r>
              <a:rPr lang="en-GB" dirty="0"/>
              <a:t>Where is the middle?</a:t>
            </a:r>
          </a:p>
          <a:p>
            <a:pPr marL="0" indent="0">
              <a:lnSpc>
                <a:spcPct val="110000"/>
              </a:lnSpc>
              <a:buNone/>
            </a:pPr>
            <a:endParaRPr lang="en-GB" dirty="0"/>
          </a:p>
          <a:p>
            <a:pPr marL="0" indent="0">
              <a:lnSpc>
                <a:spcPct val="110000"/>
              </a:lnSpc>
              <a:buNone/>
            </a:pPr>
            <a:endParaRPr lang="en-GB" dirty="0"/>
          </a:p>
          <a:p>
            <a:pPr marL="457200" lvl="1" indent="0">
              <a:lnSpc>
                <a:spcPct val="110000"/>
              </a:lnSpc>
              <a:buNone/>
            </a:pPr>
            <a:endParaRPr lang="en-GB" dirty="0"/>
          </a:p>
          <a:p>
            <a:pPr marL="457200" lvl="1" indent="0">
              <a:lnSpc>
                <a:spcPct val="110000"/>
              </a:lnSpc>
              <a:buNone/>
            </a:pPr>
            <a:endParaRPr lang="en-GB" dirty="0"/>
          </a:p>
          <a:p>
            <a:pPr>
              <a:lnSpc>
                <a:spcPct val="110000"/>
              </a:lnSpc>
              <a:buFont typeface="Wingdings" panose="05000000000000000000" pitchFamily="2" charset="2"/>
              <a:buChar char="§"/>
            </a:pPr>
            <a:endParaRPr lang="en-GB" b="1" dirty="0"/>
          </a:p>
        </p:txBody>
      </p:sp>
    </p:spTree>
    <p:extLst>
      <p:ext uri="{BB962C8B-B14F-4D97-AF65-F5344CB8AC3E}">
        <p14:creationId xmlns:p14="http://schemas.microsoft.com/office/powerpoint/2010/main" val="2567820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Central Tendency</a:t>
            </a:r>
            <a:endParaRPr lang="LID4096" dirty="0"/>
          </a:p>
        </p:txBody>
      </p:sp>
      <p:sp>
        <p:nvSpPr>
          <p:cNvPr id="5" name="Content Placeholder 2">
            <a:extLst>
              <a:ext uri="{FF2B5EF4-FFF2-40B4-BE49-F238E27FC236}">
                <a16:creationId xmlns:a16="http://schemas.microsoft.com/office/drawing/2014/main" id="{3CFC9EC1-625C-3BDF-37D9-580A4F3E93B8}"/>
              </a:ext>
            </a:extLst>
          </p:cNvPr>
          <p:cNvSpPr>
            <a:spLocks noGrp="1"/>
          </p:cNvSpPr>
          <p:nvPr>
            <p:ph idx="1"/>
          </p:nvPr>
        </p:nvSpPr>
        <p:spPr>
          <a:xfrm>
            <a:off x="838199" y="1346560"/>
            <a:ext cx="11146971" cy="5378705"/>
          </a:xfrm>
        </p:spPr>
        <p:txBody>
          <a:bodyPr>
            <a:normAutofit fontScale="92500" lnSpcReduction="20000"/>
          </a:bodyPr>
          <a:lstStyle/>
          <a:p>
            <a:pPr>
              <a:lnSpc>
                <a:spcPct val="150000"/>
              </a:lnSpc>
              <a:buFont typeface="Wingdings" panose="05000000000000000000" pitchFamily="2" charset="2"/>
              <a:buChar char="§"/>
            </a:pPr>
            <a:r>
              <a:rPr lang="en-GB" dirty="0"/>
              <a:t>Measure for middle of the data</a:t>
            </a:r>
          </a:p>
          <a:p>
            <a:pPr lvl="1">
              <a:lnSpc>
                <a:spcPct val="150000"/>
              </a:lnSpc>
              <a:buFont typeface="Wingdings" panose="05000000000000000000" pitchFamily="2" charset="2"/>
              <a:buChar char="§"/>
            </a:pPr>
            <a:r>
              <a:rPr lang="en-GB" dirty="0"/>
              <a:t>Mean </a:t>
            </a:r>
          </a:p>
          <a:p>
            <a:pPr lvl="2">
              <a:lnSpc>
                <a:spcPct val="150000"/>
              </a:lnSpc>
              <a:buFont typeface="Wingdings" panose="05000000000000000000" pitchFamily="2" charset="2"/>
              <a:buChar char="§"/>
            </a:pPr>
            <a:r>
              <a:rPr lang="en-GB" dirty="0"/>
              <a:t>Convenient to work with mathematically</a:t>
            </a:r>
          </a:p>
          <a:p>
            <a:pPr lvl="2">
              <a:lnSpc>
                <a:spcPct val="150000"/>
              </a:lnSpc>
              <a:buFont typeface="Wingdings" panose="05000000000000000000" pitchFamily="2" charset="2"/>
              <a:buChar char="§"/>
            </a:pPr>
            <a:r>
              <a:rPr lang="en-GB" dirty="0"/>
              <a:t>Very effected by outliers</a:t>
            </a:r>
          </a:p>
          <a:p>
            <a:pPr lvl="2">
              <a:lnSpc>
                <a:spcPct val="150000"/>
              </a:lnSpc>
              <a:buFont typeface="Wingdings" panose="05000000000000000000" pitchFamily="2" charset="2"/>
              <a:buChar char="§"/>
            </a:pPr>
            <a:r>
              <a:rPr lang="en-GB" dirty="0"/>
              <a:t>Can be used for continuous or ordinal data (for ordinal, we need to assign numbers to the categories)</a:t>
            </a:r>
          </a:p>
          <a:p>
            <a:pPr lvl="1">
              <a:lnSpc>
                <a:spcPct val="150000"/>
              </a:lnSpc>
              <a:buFont typeface="Wingdings" panose="05000000000000000000" pitchFamily="2" charset="2"/>
              <a:buChar char="§"/>
            </a:pPr>
            <a:r>
              <a:rPr lang="en-GB" dirty="0"/>
              <a:t>Median</a:t>
            </a:r>
          </a:p>
          <a:p>
            <a:pPr lvl="2">
              <a:lnSpc>
                <a:spcPct val="150000"/>
              </a:lnSpc>
              <a:buFont typeface="Wingdings" panose="05000000000000000000" pitchFamily="2" charset="2"/>
              <a:buChar char="§"/>
            </a:pPr>
            <a:r>
              <a:rPr lang="en-GB" dirty="0"/>
              <a:t>Less effected by outliers</a:t>
            </a:r>
          </a:p>
          <a:p>
            <a:pPr lvl="2">
              <a:lnSpc>
                <a:spcPct val="150000"/>
              </a:lnSpc>
              <a:buFont typeface="Wingdings" panose="05000000000000000000" pitchFamily="2" charset="2"/>
              <a:buChar char="§"/>
            </a:pPr>
            <a:r>
              <a:rPr lang="en-GB" dirty="0"/>
              <a:t>Can be used for continuous or ordinal data </a:t>
            </a:r>
          </a:p>
          <a:p>
            <a:pPr lvl="1">
              <a:lnSpc>
                <a:spcPct val="150000"/>
              </a:lnSpc>
              <a:buFont typeface="Wingdings" panose="05000000000000000000" pitchFamily="2" charset="2"/>
              <a:buChar char="§"/>
            </a:pPr>
            <a:r>
              <a:rPr lang="en-GB" dirty="0"/>
              <a:t>Mode</a:t>
            </a:r>
          </a:p>
          <a:p>
            <a:pPr lvl="2">
              <a:lnSpc>
                <a:spcPct val="150000"/>
              </a:lnSpc>
              <a:buFont typeface="Wingdings" panose="05000000000000000000" pitchFamily="2" charset="2"/>
              <a:buChar char="§"/>
            </a:pPr>
            <a:r>
              <a:rPr lang="en-GB" dirty="0"/>
              <a:t>Less effected by outliers</a:t>
            </a:r>
          </a:p>
          <a:p>
            <a:pPr lvl="2">
              <a:lnSpc>
                <a:spcPct val="150000"/>
              </a:lnSpc>
              <a:buFont typeface="Wingdings" panose="05000000000000000000" pitchFamily="2" charset="2"/>
              <a:buChar char="§"/>
            </a:pPr>
            <a:r>
              <a:rPr lang="en-GB" dirty="0"/>
              <a:t>The only central tendency measurement for categorical data</a:t>
            </a:r>
          </a:p>
          <a:p>
            <a:pPr marL="0" indent="0">
              <a:lnSpc>
                <a:spcPct val="110000"/>
              </a:lnSpc>
              <a:buNone/>
            </a:pPr>
            <a:endParaRPr lang="en-GB" dirty="0"/>
          </a:p>
          <a:p>
            <a:pPr marL="457200" lvl="1" indent="0">
              <a:lnSpc>
                <a:spcPct val="110000"/>
              </a:lnSpc>
              <a:buNone/>
            </a:pPr>
            <a:endParaRPr lang="en-GB" dirty="0"/>
          </a:p>
          <a:p>
            <a:pPr marL="457200" lvl="1" indent="0">
              <a:lnSpc>
                <a:spcPct val="110000"/>
              </a:lnSpc>
              <a:buNone/>
            </a:pPr>
            <a:endParaRPr lang="en-GB" dirty="0"/>
          </a:p>
          <a:p>
            <a:pPr>
              <a:lnSpc>
                <a:spcPct val="110000"/>
              </a:lnSpc>
              <a:buFont typeface="Wingdings" panose="05000000000000000000" pitchFamily="2" charset="2"/>
              <a:buChar char="§"/>
            </a:pPr>
            <a:endParaRPr lang="en-GB" b="1" dirty="0"/>
          </a:p>
        </p:txBody>
      </p:sp>
      <p:pic>
        <p:nvPicPr>
          <p:cNvPr id="3" name="Picture 10" descr="A diagram of a normal distribution&#10;&#10;Description automatically generated">
            <a:extLst>
              <a:ext uri="{FF2B5EF4-FFF2-40B4-BE49-F238E27FC236}">
                <a16:creationId xmlns:a16="http://schemas.microsoft.com/office/drawing/2014/main" id="{CA9A47E8-63E5-24FD-70F4-8A12044E74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5364" y="381270"/>
            <a:ext cx="2965556" cy="2290853"/>
          </a:xfrm>
          <a:prstGeom prst="rect">
            <a:avLst/>
          </a:prstGeom>
        </p:spPr>
      </p:pic>
    </p:spTree>
    <p:extLst>
      <p:ext uri="{BB962C8B-B14F-4D97-AF65-F5344CB8AC3E}">
        <p14:creationId xmlns:p14="http://schemas.microsoft.com/office/powerpoint/2010/main" val="137444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animEffect transition="in" filter="fade">
                                      <p:cBhvr>
                                        <p:cTn id="7" dur="250"/>
                                        <p:tgtEl>
                                          <p:spTgt spid="5">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6" end="6"/>
                                            </p:txEl>
                                          </p:spTgt>
                                        </p:tgtEl>
                                        <p:attrNameLst>
                                          <p:attrName>style.visibility</p:attrName>
                                        </p:attrNameLst>
                                      </p:cBhvr>
                                      <p:to>
                                        <p:strVal val="visible"/>
                                      </p:to>
                                    </p:set>
                                    <p:animEffect transition="in" filter="fade">
                                      <p:cBhvr>
                                        <p:cTn id="10" dur="250"/>
                                        <p:tgtEl>
                                          <p:spTgt spid="5">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animEffect transition="in" filter="fade">
                                      <p:cBhvr>
                                        <p:cTn id="13" dur="250"/>
                                        <p:tgtEl>
                                          <p:spTgt spid="5">
                                            <p:txEl>
                                              <p:pRg st="7" end="7"/>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8" end="8"/>
                                            </p:txEl>
                                          </p:spTgt>
                                        </p:tgtEl>
                                        <p:attrNameLst>
                                          <p:attrName>style.visibility</p:attrName>
                                        </p:attrNameLst>
                                      </p:cBhvr>
                                      <p:to>
                                        <p:strVal val="visible"/>
                                      </p:to>
                                    </p:set>
                                    <p:animEffect transition="in" filter="fade">
                                      <p:cBhvr>
                                        <p:cTn id="18" dur="250"/>
                                        <p:tgtEl>
                                          <p:spTgt spid="5">
                                            <p:txEl>
                                              <p:pRg st="8" end="8"/>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9" end="9"/>
                                            </p:txEl>
                                          </p:spTgt>
                                        </p:tgtEl>
                                        <p:attrNameLst>
                                          <p:attrName>style.visibility</p:attrName>
                                        </p:attrNameLst>
                                      </p:cBhvr>
                                      <p:to>
                                        <p:strVal val="visible"/>
                                      </p:to>
                                    </p:set>
                                    <p:animEffect transition="in" filter="fade">
                                      <p:cBhvr>
                                        <p:cTn id="21" dur="250"/>
                                        <p:tgtEl>
                                          <p:spTgt spid="5">
                                            <p:txEl>
                                              <p:pRg st="9" end="9"/>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10" end="10"/>
                                            </p:txEl>
                                          </p:spTgt>
                                        </p:tgtEl>
                                        <p:attrNameLst>
                                          <p:attrName>style.visibility</p:attrName>
                                        </p:attrNameLst>
                                      </p:cBhvr>
                                      <p:to>
                                        <p:strVal val="visible"/>
                                      </p:to>
                                    </p:set>
                                    <p:animEffect transition="in" filter="fade">
                                      <p:cBhvr>
                                        <p:cTn id="24" dur="25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Spread</a:t>
            </a:r>
            <a:endParaRPr lang="LID4096" dirty="0"/>
          </a:p>
        </p:txBody>
      </p:sp>
      <p:pic>
        <p:nvPicPr>
          <p:cNvPr id="4" name="Picture 3" descr="A red and blue line graph&#10;&#10;Description automatically generated">
            <a:extLst>
              <a:ext uri="{FF2B5EF4-FFF2-40B4-BE49-F238E27FC236}">
                <a16:creationId xmlns:a16="http://schemas.microsoft.com/office/drawing/2014/main" id="{FB707A9B-CB83-856B-99D0-1500B0697E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3827" y="2194802"/>
            <a:ext cx="6200944" cy="4586999"/>
          </a:xfrm>
          <a:prstGeom prst="rect">
            <a:avLst/>
          </a:prstGeom>
        </p:spPr>
      </p:pic>
      <p:sp>
        <p:nvSpPr>
          <p:cNvPr id="5" name="Arrow: Left-Right 4">
            <a:extLst>
              <a:ext uri="{FF2B5EF4-FFF2-40B4-BE49-F238E27FC236}">
                <a16:creationId xmlns:a16="http://schemas.microsoft.com/office/drawing/2014/main" id="{555BF591-72A1-A270-84A7-09AA1020F876}"/>
              </a:ext>
            </a:extLst>
          </p:cNvPr>
          <p:cNvSpPr/>
          <p:nvPr/>
        </p:nvSpPr>
        <p:spPr>
          <a:xfrm>
            <a:off x="5617026" y="3712368"/>
            <a:ext cx="870860" cy="141514"/>
          </a:xfrm>
          <a:prstGeom prst="leftRight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latin typeface="David" panose="020E0502060401010101" pitchFamily="34" charset="-79"/>
            </a:endParaRPr>
          </a:p>
        </p:txBody>
      </p:sp>
      <p:sp>
        <p:nvSpPr>
          <p:cNvPr id="6" name="Arrow: Left-Right 5">
            <a:extLst>
              <a:ext uri="{FF2B5EF4-FFF2-40B4-BE49-F238E27FC236}">
                <a16:creationId xmlns:a16="http://schemas.microsoft.com/office/drawing/2014/main" id="{FE63C923-577C-83FA-394F-058DDBEB9B66}"/>
              </a:ext>
            </a:extLst>
          </p:cNvPr>
          <p:cNvSpPr/>
          <p:nvPr/>
        </p:nvSpPr>
        <p:spPr>
          <a:xfrm>
            <a:off x="5246910" y="4719296"/>
            <a:ext cx="1665518" cy="141514"/>
          </a:xfrm>
          <a:prstGeom prst="leftRight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latin typeface="David" panose="020E0502060401010101" pitchFamily="34" charset="-79"/>
            </a:endParaRPr>
          </a:p>
        </p:txBody>
      </p:sp>
      <p:sp>
        <p:nvSpPr>
          <p:cNvPr id="7" name="Content Placeholder 2">
            <a:extLst>
              <a:ext uri="{FF2B5EF4-FFF2-40B4-BE49-F238E27FC236}">
                <a16:creationId xmlns:a16="http://schemas.microsoft.com/office/drawing/2014/main" id="{85A39E7D-4833-D280-627B-5BE363647E83}"/>
              </a:ext>
            </a:extLst>
          </p:cNvPr>
          <p:cNvSpPr>
            <a:spLocks noGrp="1"/>
          </p:cNvSpPr>
          <p:nvPr>
            <p:ph idx="1"/>
          </p:nvPr>
        </p:nvSpPr>
        <p:spPr>
          <a:xfrm>
            <a:off x="838200" y="1346561"/>
            <a:ext cx="10515600" cy="710840"/>
          </a:xfrm>
        </p:spPr>
        <p:txBody>
          <a:bodyPr>
            <a:normAutofit lnSpcReduction="10000"/>
          </a:bodyPr>
          <a:lstStyle/>
          <a:p>
            <a:pPr>
              <a:lnSpc>
                <a:spcPct val="150000"/>
              </a:lnSpc>
              <a:buFont typeface="Wingdings" panose="05000000000000000000" pitchFamily="2" charset="2"/>
              <a:buChar char="§"/>
            </a:pPr>
            <a:r>
              <a:rPr lang="en-GB" dirty="0"/>
              <a:t>How far are we from the middle?</a:t>
            </a:r>
          </a:p>
          <a:p>
            <a:pPr marL="0" indent="0">
              <a:lnSpc>
                <a:spcPct val="110000"/>
              </a:lnSpc>
              <a:buNone/>
            </a:pPr>
            <a:endParaRPr lang="en-GB" dirty="0"/>
          </a:p>
          <a:p>
            <a:pPr marL="0" indent="0">
              <a:lnSpc>
                <a:spcPct val="110000"/>
              </a:lnSpc>
              <a:buNone/>
            </a:pPr>
            <a:endParaRPr lang="en-GB" dirty="0"/>
          </a:p>
          <a:p>
            <a:pPr marL="457200" lvl="1" indent="0">
              <a:lnSpc>
                <a:spcPct val="110000"/>
              </a:lnSpc>
              <a:buNone/>
            </a:pPr>
            <a:endParaRPr lang="en-GB" dirty="0"/>
          </a:p>
          <a:p>
            <a:pPr marL="457200" lvl="1" indent="0">
              <a:lnSpc>
                <a:spcPct val="110000"/>
              </a:lnSpc>
              <a:buNone/>
            </a:pPr>
            <a:endParaRPr lang="en-GB" dirty="0"/>
          </a:p>
          <a:p>
            <a:pPr>
              <a:lnSpc>
                <a:spcPct val="110000"/>
              </a:lnSpc>
              <a:buFont typeface="Wingdings" panose="05000000000000000000" pitchFamily="2" charset="2"/>
              <a:buChar char="§"/>
            </a:pPr>
            <a:endParaRPr lang="en-GB"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F471EBD-ADB4-1F47-C7AE-0F94A6B28297}"/>
                  </a:ext>
                </a:extLst>
              </p:cNvPr>
              <p:cNvSpPr txBox="1"/>
              <p:nvPr/>
            </p:nvSpPr>
            <p:spPr>
              <a:xfrm>
                <a:off x="8164286" y="901214"/>
                <a:ext cx="2945614" cy="1224887"/>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𝑉𝑎𝑟</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e>
                      </m:d>
                      <m:r>
                        <a:rPr lang="en-GB" sz="2400" b="0" i="1" smtClean="0">
                          <a:latin typeface="Cambria Math" panose="02040503050406030204" pitchFamily="18" charset="0"/>
                        </a:rPr>
                        <m:t>=</m:t>
                      </m:r>
                      <m:r>
                        <a:rPr lang="en-GB" sz="2400" b="0" i="1" smtClean="0">
                          <a:latin typeface="Cambria Math" panose="02040503050406030204" pitchFamily="18" charset="0"/>
                        </a:rPr>
                        <m:t>𝐸</m:t>
                      </m:r>
                      <m:d>
                        <m:dPr>
                          <m:begChr m:val="["/>
                          <m:endChr m:val="]"/>
                          <m:ctrlPr>
                            <a:rPr lang="en-GB" sz="2400" b="0" i="1" smtClean="0">
                              <a:latin typeface="Cambria Math" panose="02040503050406030204" pitchFamily="18" charset="0"/>
                            </a:rPr>
                          </m:ctrlPr>
                        </m:dPr>
                        <m:e>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𝜇</m:t>
                                  </m:r>
                                </m:e>
                              </m:d>
                            </m:e>
                            <m:sup>
                              <m:r>
                                <a:rPr lang="en-GB" sz="2400" b="0" i="1" smtClean="0">
                                  <a:latin typeface="Cambria Math" panose="02040503050406030204" pitchFamily="18" charset="0"/>
                                </a:rPr>
                                <m:t>2</m:t>
                              </m:r>
                            </m:sup>
                          </m:sSup>
                        </m:e>
                      </m:d>
                    </m:oMath>
                  </m:oMathPara>
                </a14:m>
                <a:endParaRPr lang="en-GB" sz="2400" b="0"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𝑠𝑡𝑑</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e>
                      </m:d>
                      <m:r>
                        <a:rPr lang="en-GB" sz="2400" b="0" i="1" smtClean="0">
                          <a:latin typeface="Cambria Math" panose="02040503050406030204" pitchFamily="18" charset="0"/>
                        </a:rPr>
                        <m:t>= </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𝑉𝑎𝑟</m:t>
                          </m:r>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m:t>
                          </m:r>
                        </m:e>
                      </m:rad>
                      <m:r>
                        <a:rPr lang="en-GB" sz="2400" b="0" i="1" smtClean="0">
                          <a:latin typeface="Cambria Math" panose="02040503050406030204" pitchFamily="18" charset="0"/>
                        </a:rPr>
                        <m:t> </m:t>
                      </m:r>
                    </m:oMath>
                  </m:oMathPara>
                </a14:m>
                <a:endParaRPr lang="LID4096" sz="2400" dirty="0">
                  <a:latin typeface="David" panose="020E0502060401010101" pitchFamily="34" charset="-79"/>
                </a:endParaRPr>
              </a:p>
            </p:txBody>
          </p:sp>
        </mc:Choice>
        <mc:Fallback xmlns="">
          <p:sp>
            <p:nvSpPr>
              <p:cNvPr id="9" name="TextBox 8">
                <a:extLst>
                  <a:ext uri="{FF2B5EF4-FFF2-40B4-BE49-F238E27FC236}">
                    <a16:creationId xmlns:a16="http://schemas.microsoft.com/office/drawing/2014/main" id="{DF471EBD-ADB4-1F47-C7AE-0F94A6B28297}"/>
                  </a:ext>
                </a:extLst>
              </p:cNvPr>
              <p:cNvSpPr txBox="1">
                <a:spLocks noRot="1" noChangeAspect="1" noMove="1" noResize="1" noEditPoints="1" noAdjustHandles="1" noChangeArrowheads="1" noChangeShapeType="1" noTextEdit="1"/>
              </p:cNvSpPr>
              <p:nvPr/>
            </p:nvSpPr>
            <p:spPr>
              <a:xfrm>
                <a:off x="8164286" y="901214"/>
                <a:ext cx="2945614" cy="1224887"/>
              </a:xfrm>
              <a:prstGeom prst="rect">
                <a:avLst/>
              </a:prstGeom>
              <a:blipFill>
                <a:blip r:embed="rId4"/>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151103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Skewness</a:t>
            </a:r>
            <a:endParaRPr lang="LID4096" dirty="0"/>
          </a:p>
        </p:txBody>
      </p:sp>
      <p:sp>
        <p:nvSpPr>
          <p:cNvPr id="7" name="Content Placeholder 2">
            <a:extLst>
              <a:ext uri="{FF2B5EF4-FFF2-40B4-BE49-F238E27FC236}">
                <a16:creationId xmlns:a16="http://schemas.microsoft.com/office/drawing/2014/main" id="{85A39E7D-4833-D280-627B-5BE363647E83}"/>
              </a:ext>
            </a:extLst>
          </p:cNvPr>
          <p:cNvSpPr>
            <a:spLocks noGrp="1"/>
          </p:cNvSpPr>
          <p:nvPr>
            <p:ph idx="1"/>
          </p:nvPr>
        </p:nvSpPr>
        <p:spPr>
          <a:xfrm>
            <a:off x="838200" y="1346561"/>
            <a:ext cx="10515600" cy="710840"/>
          </a:xfrm>
        </p:spPr>
        <p:txBody>
          <a:bodyPr>
            <a:normAutofit lnSpcReduction="10000"/>
          </a:bodyPr>
          <a:lstStyle/>
          <a:p>
            <a:pPr>
              <a:lnSpc>
                <a:spcPct val="150000"/>
              </a:lnSpc>
              <a:buFont typeface="Wingdings" panose="05000000000000000000" pitchFamily="2" charset="2"/>
              <a:buChar char="§"/>
            </a:pPr>
            <a:r>
              <a:rPr lang="en-GB"/>
              <a:t>How symmetric is the data?</a:t>
            </a:r>
          </a:p>
          <a:p>
            <a:pPr marL="0" indent="0">
              <a:lnSpc>
                <a:spcPct val="110000"/>
              </a:lnSpc>
              <a:buNone/>
            </a:pPr>
            <a:endParaRPr lang="en-GB"/>
          </a:p>
          <a:p>
            <a:pPr marL="0" indent="0">
              <a:lnSpc>
                <a:spcPct val="110000"/>
              </a:lnSpc>
              <a:buNone/>
            </a:pPr>
            <a:endParaRPr lang="en-GB"/>
          </a:p>
          <a:p>
            <a:pPr marL="457200" lvl="1" indent="0">
              <a:lnSpc>
                <a:spcPct val="110000"/>
              </a:lnSpc>
              <a:buNone/>
            </a:pPr>
            <a:endParaRPr lang="en-GB"/>
          </a:p>
          <a:p>
            <a:pPr marL="457200" lvl="1" indent="0">
              <a:lnSpc>
                <a:spcPct val="110000"/>
              </a:lnSpc>
              <a:buNone/>
            </a:pPr>
            <a:endParaRPr lang="en-GB"/>
          </a:p>
          <a:p>
            <a:pPr>
              <a:lnSpc>
                <a:spcPct val="110000"/>
              </a:lnSpc>
              <a:buFont typeface="Wingdings" panose="05000000000000000000" pitchFamily="2" charset="2"/>
              <a:buChar char="§"/>
            </a:pPr>
            <a:endParaRPr lang="en-GB" b="1" dirty="0"/>
          </a:p>
        </p:txBody>
      </p:sp>
      <p:grpSp>
        <p:nvGrpSpPr>
          <p:cNvPr id="6" name="Group 5">
            <a:extLst>
              <a:ext uri="{FF2B5EF4-FFF2-40B4-BE49-F238E27FC236}">
                <a16:creationId xmlns:a16="http://schemas.microsoft.com/office/drawing/2014/main" id="{F25D5471-FAA4-D554-A3FE-438FE1CADBAA}"/>
              </a:ext>
            </a:extLst>
          </p:cNvPr>
          <p:cNvGrpSpPr/>
          <p:nvPr/>
        </p:nvGrpSpPr>
        <p:grpSpPr>
          <a:xfrm>
            <a:off x="6346825" y="1244600"/>
            <a:ext cx="4100513" cy="914400"/>
            <a:chOff x="6346825" y="1244600"/>
            <a:chExt cx="4100513" cy="914400"/>
          </a:xfrm>
        </p:grpSpPr>
        <mc:AlternateContent xmlns:mc="http://schemas.openxmlformats.org/markup-compatibility/2006" xmlns:a14="http://schemas.microsoft.com/office/drawing/2010/main">
          <mc:Choice Requires="a14">
            <p:sp>
              <p:nvSpPr>
                <p:cNvPr id="11" name="Object 1">
                  <a:extLst>
                    <a:ext uri="{FF2B5EF4-FFF2-40B4-BE49-F238E27FC236}">
                      <a16:creationId xmlns:a16="http://schemas.microsoft.com/office/drawing/2014/main" id="{0BB2A62F-5960-E00B-DA9D-E92C866DC486}"/>
                    </a:ext>
                  </a:extLst>
                </p:cNvPr>
                <p:cNvSpPr txBox="1"/>
                <p:nvPr/>
              </p:nvSpPr>
              <p:spPr bwMode="auto">
                <a:xfrm>
                  <a:off x="6346825" y="1244600"/>
                  <a:ext cx="4100513" cy="914400"/>
                </a:xfrm>
                <a:prstGeom prst="rect">
                  <a:avLst/>
                </a:prstGeom>
                <a:solidFill>
                  <a:schemeClr val="bg1"/>
                </a:solid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LID4096" i="0">
                            <a:solidFill>
                              <a:srgbClr val="000000"/>
                            </a:solidFill>
                            <a:latin typeface="Cambria Math" panose="02040503050406030204" pitchFamily="18" charset="0"/>
                          </a:rPr>
                          <m:t>Skewness</m:t>
                        </m:r>
                        <m:r>
                          <a:rPr lang="LID4096" i="1">
                            <a:solidFill>
                              <a:srgbClr val="000000"/>
                            </a:solidFill>
                            <a:latin typeface="Cambria Math" panose="02040503050406030204" pitchFamily="18" charset="0"/>
                          </a:rPr>
                          <m:t>=</m:t>
                        </m:r>
                        <m:f>
                          <m:fPr>
                            <m:ctrlPr>
                              <a:rPr lang="LID4096" i="1">
                                <a:solidFill>
                                  <a:srgbClr val="000000"/>
                                </a:solidFill>
                                <a:latin typeface="Cambria Math" panose="02040503050406030204" pitchFamily="18" charset="0"/>
                              </a:rPr>
                            </m:ctrlPr>
                          </m:fPr>
                          <m:num>
                            <m:r>
                              <a:rPr lang="LID4096" i="1">
                                <a:solidFill>
                                  <a:srgbClr val="000000"/>
                                </a:solidFill>
                                <a:latin typeface="Cambria Math" panose="02040503050406030204" pitchFamily="18" charset="0"/>
                              </a:rPr>
                              <m:t>1</m:t>
                            </m:r>
                          </m:num>
                          <m:den>
                            <m:sSup>
                              <m:sSupPr>
                                <m:ctrlPr>
                                  <a:rPr lang="LID4096" i="1">
                                    <a:solidFill>
                                      <a:srgbClr val="000000"/>
                                    </a:solidFill>
                                    <a:latin typeface="Cambria Math" panose="02040503050406030204" pitchFamily="18" charset="0"/>
                                  </a:rPr>
                                </m:ctrlPr>
                              </m:sSupPr>
                              <m:e>
                                <m:r>
                                  <a:rPr lang="LID4096" i="1">
                                    <a:solidFill>
                                      <a:srgbClr val="000000"/>
                                    </a:solidFill>
                                    <a:latin typeface="Cambria Math" panose="02040503050406030204" pitchFamily="18" charset="0"/>
                                  </a:rPr>
                                  <m:t>𝜎</m:t>
                                </m:r>
                              </m:e>
                              <m:sup>
                                <m:r>
                                  <a:rPr lang="LID4096" i="1">
                                    <a:solidFill>
                                      <a:srgbClr val="000000"/>
                                    </a:solidFill>
                                    <a:latin typeface="Cambria Math" panose="02040503050406030204" pitchFamily="18" charset="0"/>
                                  </a:rPr>
                                  <m:t>3</m:t>
                                </m:r>
                              </m:sup>
                            </m:sSup>
                          </m:den>
                        </m:f>
                        <m:r>
                          <a:rPr lang="LID4096" i="1">
                            <a:solidFill>
                              <a:srgbClr val="000000"/>
                            </a:solidFill>
                            <a:latin typeface="Cambria Math" panose="02040503050406030204" pitchFamily="18" charset="0"/>
                          </a:rPr>
                          <m:t>𝐸</m:t>
                        </m:r>
                        <m:d>
                          <m:dPr>
                            <m:ctrlPr>
                              <a:rPr lang="LID4096" i="1">
                                <a:solidFill>
                                  <a:srgbClr val="000000"/>
                                </a:solidFill>
                                <a:latin typeface="Cambria Math" panose="02040503050406030204" pitchFamily="18" charset="0"/>
                              </a:rPr>
                            </m:ctrlPr>
                          </m:dPr>
                          <m:e>
                            <m:sSup>
                              <m:sSupPr>
                                <m:ctrlPr>
                                  <a:rPr lang="LID4096" i="1">
                                    <a:solidFill>
                                      <a:srgbClr val="000000"/>
                                    </a:solidFill>
                                    <a:latin typeface="Cambria Math" panose="02040503050406030204" pitchFamily="18" charset="0"/>
                                  </a:rPr>
                                </m:ctrlPr>
                              </m:sSupPr>
                              <m:e>
                                <m:d>
                                  <m:dPr>
                                    <m:ctrlPr>
                                      <a:rPr lang="LID4096" i="1">
                                        <a:solidFill>
                                          <a:srgbClr val="000000"/>
                                        </a:solidFill>
                                        <a:latin typeface="Cambria Math" panose="02040503050406030204" pitchFamily="18" charset="0"/>
                                      </a:rPr>
                                    </m:ctrlPr>
                                  </m:dPr>
                                  <m:e>
                                    <m:sSub>
                                      <m:sSubPr>
                                        <m:ctrlPr>
                                          <a:rPr lang="LID4096" i="1">
                                            <a:solidFill>
                                              <a:srgbClr val="000000"/>
                                            </a:solidFill>
                                            <a:latin typeface="Cambria Math" panose="02040503050406030204" pitchFamily="18" charset="0"/>
                                          </a:rPr>
                                        </m:ctrlPr>
                                      </m:sSubPr>
                                      <m:e>
                                        <m:r>
                                          <a:rPr lang="LID4096" i="1">
                                            <a:solidFill>
                                              <a:srgbClr val="000000"/>
                                            </a:solidFill>
                                            <a:latin typeface="Cambria Math" panose="02040503050406030204" pitchFamily="18" charset="0"/>
                                          </a:rPr>
                                          <m:t>𝑥</m:t>
                                        </m:r>
                                      </m:e>
                                      <m:sub>
                                        <m:r>
                                          <a:rPr lang="LID4096" i="1">
                                            <a:solidFill>
                                              <a:srgbClr val="000000"/>
                                            </a:solidFill>
                                            <a:latin typeface="Cambria Math" panose="02040503050406030204" pitchFamily="18" charset="0"/>
                                          </a:rPr>
                                          <m:t>𝑖</m:t>
                                        </m:r>
                                      </m:sub>
                                    </m:sSub>
                                    <m:r>
                                      <a:rPr lang="LID4096" i="1">
                                        <a:solidFill>
                                          <a:srgbClr val="000000"/>
                                        </a:solidFill>
                                        <a:latin typeface="Cambria Math" panose="02040503050406030204" pitchFamily="18" charset="0"/>
                                      </a:rPr>
                                      <m:t>−</m:t>
                                    </m:r>
                                    <m:acc>
                                      <m:accPr>
                                        <m:chr m:val="̄"/>
                                        <m:ctrlPr>
                                          <a:rPr lang="LID4096" i="1">
                                            <a:solidFill>
                                              <a:srgbClr val="000000"/>
                                            </a:solidFill>
                                            <a:latin typeface="Cambria Math" panose="02040503050406030204" pitchFamily="18" charset="0"/>
                                          </a:rPr>
                                        </m:ctrlPr>
                                      </m:accPr>
                                      <m:e>
                                        <m:r>
                                          <a:rPr lang="LID4096" i="1">
                                            <a:solidFill>
                                              <a:srgbClr val="000000"/>
                                            </a:solidFill>
                                            <a:latin typeface="Cambria Math" panose="02040503050406030204" pitchFamily="18" charset="0"/>
                                          </a:rPr>
                                          <m:t>𝑥</m:t>
                                        </m:r>
                                      </m:e>
                                    </m:acc>
                                  </m:e>
                                </m:d>
                              </m:e>
                              <m:sup>
                                <m:r>
                                  <a:rPr lang="LID4096" i="1">
                                    <a:solidFill>
                                      <a:srgbClr val="000000"/>
                                    </a:solidFill>
                                    <a:latin typeface="Cambria Math" panose="02040503050406030204" pitchFamily="18" charset="0"/>
                                  </a:rPr>
                                  <m:t>3</m:t>
                                </m:r>
                              </m:sup>
                            </m:sSup>
                          </m:e>
                        </m:d>
                      </m:oMath>
                    </m:oMathPara>
                  </a14:m>
                  <a:endParaRPr lang="LID4096" dirty="0">
                    <a:latin typeface="David" panose="020E0502060401010101" pitchFamily="34" charset="-79"/>
                  </a:endParaRPr>
                </a:p>
              </p:txBody>
            </p:sp>
          </mc:Choice>
          <mc:Fallback xmlns="">
            <p:sp>
              <p:nvSpPr>
                <p:cNvPr id="11" name="Object 1">
                  <a:extLst>
                    <a:ext uri="{FF2B5EF4-FFF2-40B4-BE49-F238E27FC236}">
                      <a16:creationId xmlns:a16="http://schemas.microsoft.com/office/drawing/2014/main" id="{0BB2A62F-5960-E00B-DA9D-E92C866DC486}"/>
                    </a:ext>
                  </a:extLst>
                </p:cNvPr>
                <p:cNvSpPr txBox="1">
                  <a:spLocks noRot="1" noChangeAspect="1" noMove="1" noResize="1" noEditPoints="1" noAdjustHandles="1" noChangeArrowheads="1" noChangeShapeType="1" noTextEdit="1"/>
                </p:cNvSpPr>
                <p:nvPr/>
              </p:nvSpPr>
              <p:spPr bwMode="auto">
                <a:xfrm>
                  <a:off x="6346825" y="1244600"/>
                  <a:ext cx="4100513" cy="914400"/>
                </a:xfrm>
                <a:prstGeom prst="rect">
                  <a:avLst/>
                </a:prstGeom>
                <a:blipFill>
                  <a:blip r:embed="rId3"/>
                  <a:stretch>
                    <a:fillRect/>
                  </a:stretch>
                </a:blipFill>
                <a:ln>
                  <a:noFill/>
                </a:ln>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31C8611-798F-AF7E-A7B4-785D16C3643C}"/>
                    </a:ext>
                  </a:extLst>
                </p:cNvPr>
                <p:cNvSpPr txBox="1"/>
                <p:nvPr/>
              </p:nvSpPr>
              <p:spPr>
                <a:xfrm>
                  <a:off x="8657253" y="1352860"/>
                  <a:ext cx="293914" cy="400110"/>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𝜇</m:t>
                        </m:r>
                      </m:oMath>
                    </m:oMathPara>
                  </a14:m>
                  <a:endParaRPr lang="LID4096" sz="2000" dirty="0">
                    <a:latin typeface="David" panose="020E0502060401010101" pitchFamily="34" charset="-79"/>
                  </a:endParaRPr>
                </a:p>
              </p:txBody>
            </p:sp>
          </mc:Choice>
          <mc:Fallback xmlns="">
            <p:sp>
              <p:nvSpPr>
                <p:cNvPr id="5" name="TextBox 4">
                  <a:extLst>
                    <a:ext uri="{FF2B5EF4-FFF2-40B4-BE49-F238E27FC236}">
                      <a16:creationId xmlns:a16="http://schemas.microsoft.com/office/drawing/2014/main" id="{331C8611-798F-AF7E-A7B4-785D16C3643C}"/>
                    </a:ext>
                  </a:extLst>
                </p:cNvPr>
                <p:cNvSpPr txBox="1">
                  <a:spLocks noRot="1" noChangeAspect="1" noMove="1" noResize="1" noEditPoints="1" noAdjustHandles="1" noChangeArrowheads="1" noChangeShapeType="1" noTextEdit="1"/>
                </p:cNvSpPr>
                <p:nvPr/>
              </p:nvSpPr>
              <p:spPr>
                <a:xfrm>
                  <a:off x="8657253" y="1352860"/>
                  <a:ext cx="293914" cy="400110"/>
                </a:xfrm>
                <a:prstGeom prst="rect">
                  <a:avLst/>
                </a:prstGeom>
                <a:blipFill>
                  <a:blip r:embed="rId4"/>
                  <a:stretch>
                    <a:fillRect r="-10417" b="-3030"/>
                  </a:stretch>
                </a:blipFill>
              </p:spPr>
              <p:txBody>
                <a:bodyPr/>
                <a:lstStyle/>
                <a:p>
                  <a:r>
                    <a:rPr lang="he-IL">
                      <a:noFill/>
                    </a:rPr>
                    <a:t> </a:t>
                  </a:r>
                </a:p>
              </p:txBody>
            </p:sp>
          </mc:Fallback>
        </mc:AlternateContent>
      </p:grpSp>
      <p:pic>
        <p:nvPicPr>
          <p:cNvPr id="4" name="Picture 3" descr="A diagram of a normal distribution&#10;&#10;Description automatically generated">
            <a:extLst>
              <a:ext uri="{FF2B5EF4-FFF2-40B4-BE49-F238E27FC236}">
                <a16:creationId xmlns:a16="http://schemas.microsoft.com/office/drawing/2014/main" id="{00DB1699-7528-F484-1CF2-736D51D847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520" y="2457018"/>
            <a:ext cx="12060960" cy="4379985"/>
          </a:xfrm>
          <a:prstGeom prst="rect">
            <a:avLst/>
          </a:prstGeom>
        </p:spPr>
      </p:pic>
    </p:spTree>
    <p:extLst>
      <p:ext uri="{BB962C8B-B14F-4D97-AF65-F5344CB8AC3E}">
        <p14:creationId xmlns:p14="http://schemas.microsoft.com/office/powerpoint/2010/main" val="2576418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Kurtosis</a:t>
            </a:r>
            <a:endParaRPr lang="LID4096" dirty="0"/>
          </a:p>
        </p:txBody>
      </p:sp>
      <p:sp>
        <p:nvSpPr>
          <p:cNvPr id="7" name="Content Placeholder 2">
            <a:extLst>
              <a:ext uri="{FF2B5EF4-FFF2-40B4-BE49-F238E27FC236}">
                <a16:creationId xmlns:a16="http://schemas.microsoft.com/office/drawing/2014/main" id="{85A39E7D-4833-D280-627B-5BE363647E83}"/>
              </a:ext>
            </a:extLst>
          </p:cNvPr>
          <p:cNvSpPr>
            <a:spLocks noGrp="1"/>
          </p:cNvSpPr>
          <p:nvPr>
            <p:ph idx="1"/>
          </p:nvPr>
        </p:nvSpPr>
        <p:spPr>
          <a:xfrm>
            <a:off x="838200" y="1346561"/>
            <a:ext cx="10515600" cy="1325562"/>
          </a:xfrm>
        </p:spPr>
        <p:txBody>
          <a:bodyPr>
            <a:normAutofit fontScale="92500" lnSpcReduction="20000"/>
          </a:bodyPr>
          <a:lstStyle/>
          <a:p>
            <a:pPr>
              <a:lnSpc>
                <a:spcPct val="150000"/>
              </a:lnSpc>
              <a:buFont typeface="Wingdings" panose="05000000000000000000" pitchFamily="2" charset="2"/>
              <a:buChar char="§"/>
            </a:pPr>
            <a:r>
              <a:rPr lang="en-GB" dirty="0"/>
              <a:t>Size of tails</a:t>
            </a:r>
          </a:p>
          <a:p>
            <a:pPr>
              <a:lnSpc>
                <a:spcPct val="150000"/>
              </a:lnSpc>
              <a:buFont typeface="Wingdings" panose="05000000000000000000" pitchFamily="2" charset="2"/>
              <a:buChar char="§"/>
            </a:pPr>
            <a:r>
              <a:rPr lang="en-GB" dirty="0"/>
              <a:t>Pointiness of peak</a:t>
            </a:r>
          </a:p>
          <a:p>
            <a:pPr>
              <a:lnSpc>
                <a:spcPct val="150000"/>
              </a:lnSpc>
              <a:buFont typeface="Wingdings" panose="05000000000000000000" pitchFamily="2" charset="2"/>
              <a:buChar char="§"/>
            </a:pPr>
            <a:endParaRPr lang="en-GB" dirty="0"/>
          </a:p>
          <a:p>
            <a:pPr>
              <a:lnSpc>
                <a:spcPct val="150000"/>
              </a:lnSpc>
              <a:buFont typeface="Wingdings" panose="05000000000000000000" pitchFamily="2" charset="2"/>
              <a:buChar char="§"/>
            </a:pPr>
            <a:endParaRPr lang="en-GB" dirty="0"/>
          </a:p>
          <a:p>
            <a:pPr marL="0" indent="0">
              <a:lnSpc>
                <a:spcPct val="110000"/>
              </a:lnSpc>
              <a:buNone/>
            </a:pPr>
            <a:endParaRPr lang="en-GB" dirty="0"/>
          </a:p>
          <a:p>
            <a:pPr marL="0" indent="0">
              <a:lnSpc>
                <a:spcPct val="110000"/>
              </a:lnSpc>
              <a:buNone/>
            </a:pPr>
            <a:endParaRPr lang="en-GB" dirty="0"/>
          </a:p>
          <a:p>
            <a:pPr marL="457200" lvl="1" indent="0">
              <a:lnSpc>
                <a:spcPct val="110000"/>
              </a:lnSpc>
              <a:buNone/>
            </a:pPr>
            <a:endParaRPr lang="en-GB" dirty="0"/>
          </a:p>
          <a:p>
            <a:pPr marL="457200" lvl="1" indent="0">
              <a:lnSpc>
                <a:spcPct val="110000"/>
              </a:lnSpc>
              <a:buNone/>
            </a:pPr>
            <a:endParaRPr lang="en-GB" dirty="0"/>
          </a:p>
          <a:p>
            <a:pPr>
              <a:lnSpc>
                <a:spcPct val="110000"/>
              </a:lnSpc>
              <a:buFont typeface="Wingdings" panose="05000000000000000000" pitchFamily="2" charset="2"/>
              <a:buChar char="§"/>
            </a:pPr>
            <a:endParaRPr lang="en-GB" b="1" dirty="0"/>
          </a:p>
        </p:txBody>
      </p:sp>
      <mc:AlternateContent xmlns:mc="http://schemas.openxmlformats.org/markup-compatibility/2006" xmlns:a14="http://schemas.microsoft.com/office/drawing/2010/main">
        <mc:Choice Requires="a14">
          <p:sp>
            <p:nvSpPr>
              <p:cNvPr id="3" name="Object 7">
                <a:extLst>
                  <a:ext uri="{FF2B5EF4-FFF2-40B4-BE49-F238E27FC236}">
                    <a16:creationId xmlns:a16="http://schemas.microsoft.com/office/drawing/2014/main" id="{7514AA2F-F42D-8D75-204F-58E115665CFE}"/>
                  </a:ext>
                </a:extLst>
              </p:cNvPr>
              <p:cNvSpPr txBox="1"/>
              <p:nvPr/>
            </p:nvSpPr>
            <p:spPr bwMode="auto">
              <a:xfrm>
                <a:off x="6324600" y="1346560"/>
                <a:ext cx="4057650" cy="863600"/>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xmlns:m="http://schemas.openxmlformats.org/officeDocument/2006/math">
                      <m:r>
                        <m:rPr>
                          <m:nor/>
                        </m:rPr>
                        <a:rPr lang="LID4096" i="0">
                          <a:solidFill>
                            <a:srgbClr val="000000"/>
                          </a:solidFill>
                          <a:latin typeface="Cambria Math" panose="02040503050406030204" pitchFamily="18" charset="0"/>
                        </a:rPr>
                        <m:t>Kurtosis</m:t>
                      </m:r>
                      <m:r>
                        <a:rPr lang="LID4096" i="1">
                          <a:solidFill>
                            <a:srgbClr val="000000"/>
                          </a:solidFill>
                          <a:latin typeface="Cambria Math" panose="02040503050406030204" pitchFamily="18" charset="0"/>
                        </a:rPr>
                        <m:t>=</m:t>
                      </m:r>
                      <m:f>
                        <m:fPr>
                          <m:ctrlPr>
                            <a:rPr lang="LID4096" i="1">
                              <a:solidFill>
                                <a:srgbClr val="000000"/>
                              </a:solidFill>
                              <a:latin typeface="Cambria Math" panose="02040503050406030204" pitchFamily="18" charset="0"/>
                            </a:rPr>
                          </m:ctrlPr>
                        </m:fPr>
                        <m:num>
                          <m:r>
                            <a:rPr lang="LID4096" i="1">
                              <a:solidFill>
                                <a:srgbClr val="000000"/>
                              </a:solidFill>
                              <a:latin typeface="Cambria Math" panose="02040503050406030204" pitchFamily="18" charset="0"/>
                            </a:rPr>
                            <m:t>1</m:t>
                          </m:r>
                        </m:num>
                        <m:den>
                          <m:sSup>
                            <m:sSupPr>
                              <m:ctrlPr>
                                <a:rPr lang="LID4096" i="1">
                                  <a:solidFill>
                                    <a:srgbClr val="000000"/>
                                  </a:solidFill>
                                  <a:latin typeface="Cambria Math" panose="02040503050406030204" pitchFamily="18" charset="0"/>
                                </a:rPr>
                              </m:ctrlPr>
                            </m:sSupPr>
                            <m:e>
                              <m:r>
                                <a:rPr lang="LID4096" i="1">
                                  <a:solidFill>
                                    <a:srgbClr val="000000"/>
                                  </a:solidFill>
                                  <a:latin typeface="Cambria Math" panose="02040503050406030204" pitchFamily="18" charset="0"/>
                                </a:rPr>
                                <m:t>𝜎</m:t>
                              </m:r>
                            </m:e>
                            <m:sup>
                              <m:r>
                                <a:rPr lang="LID4096" i="1">
                                  <a:solidFill>
                                    <a:srgbClr val="000000"/>
                                  </a:solidFill>
                                  <a:latin typeface="Cambria Math" panose="02040503050406030204" pitchFamily="18" charset="0"/>
                                </a:rPr>
                                <m:t>4</m:t>
                              </m:r>
                            </m:sup>
                          </m:sSup>
                        </m:den>
                      </m:f>
                      <m:r>
                        <a:rPr lang="LID4096" i="1">
                          <a:solidFill>
                            <a:srgbClr val="000000"/>
                          </a:solidFill>
                          <a:latin typeface="Cambria Math" panose="02040503050406030204" pitchFamily="18" charset="0"/>
                        </a:rPr>
                        <m:t>𝐸</m:t>
                      </m:r>
                      <m:d>
                        <m:dPr>
                          <m:ctrlPr>
                            <a:rPr lang="LID4096" i="1">
                              <a:solidFill>
                                <a:srgbClr val="000000"/>
                              </a:solidFill>
                              <a:latin typeface="Cambria Math" panose="02040503050406030204" pitchFamily="18" charset="0"/>
                            </a:rPr>
                          </m:ctrlPr>
                        </m:dPr>
                        <m:e>
                          <m:sSup>
                            <m:sSupPr>
                              <m:ctrlPr>
                                <a:rPr lang="LID4096" i="1">
                                  <a:solidFill>
                                    <a:srgbClr val="000000"/>
                                  </a:solidFill>
                                  <a:latin typeface="Cambria Math" panose="02040503050406030204" pitchFamily="18" charset="0"/>
                                </a:rPr>
                              </m:ctrlPr>
                            </m:sSupPr>
                            <m:e>
                              <m:d>
                                <m:dPr>
                                  <m:ctrlPr>
                                    <a:rPr lang="LID4096" i="1">
                                      <a:solidFill>
                                        <a:srgbClr val="000000"/>
                                      </a:solidFill>
                                      <a:latin typeface="Cambria Math" panose="02040503050406030204" pitchFamily="18" charset="0"/>
                                    </a:rPr>
                                  </m:ctrlPr>
                                </m:dPr>
                                <m:e>
                                  <m:r>
                                    <a:rPr lang="LID4096" i="1">
                                      <a:solidFill>
                                        <a:srgbClr val="000000"/>
                                      </a:solidFill>
                                      <a:latin typeface="Cambria Math" panose="02040503050406030204" pitchFamily="18" charset="0"/>
                                    </a:rPr>
                                    <m:t>𝑥</m:t>
                                  </m:r>
                                  <m:r>
                                    <a:rPr lang="LID4096" i="1">
                                      <a:solidFill>
                                        <a:srgbClr val="000000"/>
                                      </a:solidFill>
                                      <a:latin typeface="Cambria Math" panose="02040503050406030204" pitchFamily="18" charset="0"/>
                                    </a:rPr>
                                    <m:t>−</m:t>
                                  </m:r>
                                  <m:acc>
                                    <m:accPr>
                                      <m:chr m:val="̄"/>
                                      <m:ctrlPr>
                                        <a:rPr lang="LID4096" i="1">
                                          <a:solidFill>
                                            <a:srgbClr val="000000"/>
                                          </a:solidFill>
                                          <a:latin typeface="Cambria Math" panose="02040503050406030204" pitchFamily="18" charset="0"/>
                                        </a:rPr>
                                      </m:ctrlPr>
                                    </m:accPr>
                                    <m:e>
                                      <m:r>
                                        <a:rPr lang="LID4096" i="1">
                                          <a:solidFill>
                                            <a:srgbClr val="000000"/>
                                          </a:solidFill>
                                          <a:latin typeface="Cambria Math" panose="02040503050406030204" pitchFamily="18" charset="0"/>
                                        </a:rPr>
                                        <m:t>𝑥</m:t>
                                      </m:r>
                                    </m:e>
                                  </m:acc>
                                </m:e>
                              </m:d>
                            </m:e>
                            <m:sup>
                              <m:r>
                                <a:rPr lang="LID4096" i="1">
                                  <a:solidFill>
                                    <a:srgbClr val="000000"/>
                                  </a:solidFill>
                                  <a:latin typeface="Cambria Math" panose="02040503050406030204" pitchFamily="18" charset="0"/>
                                </a:rPr>
                                <m:t>4</m:t>
                              </m:r>
                            </m:sup>
                          </m:sSup>
                        </m:e>
                      </m:d>
                      <m:r>
                        <a:rPr lang="LID4096" i="1">
                          <a:solidFill>
                            <a:srgbClr val="000000"/>
                          </a:solidFill>
                          <a:latin typeface="Cambria Math" panose="02040503050406030204" pitchFamily="18" charset="0"/>
                        </a:rPr>
                        <m:t>−</m:t>
                      </m:r>
                      <m:r>
                        <a:rPr lang="LID4096" i="1">
                          <a:solidFill>
                            <a:srgbClr val="000000"/>
                          </a:solidFill>
                          <a:latin typeface="Cambria Math" panose="02040503050406030204" pitchFamily="18" charset="0"/>
                        </a:rPr>
                        <m:t>3</m:t>
                      </m:r>
                    </m:oMath>
                  </m:oMathPara>
                </a14:m>
                <a:endParaRPr lang="LID4096" dirty="0">
                  <a:latin typeface="David" panose="020E0502060401010101" pitchFamily="34" charset="-79"/>
                </a:endParaRPr>
              </a:p>
            </p:txBody>
          </p:sp>
        </mc:Choice>
        <mc:Fallback xmlns="">
          <p:sp>
            <p:nvSpPr>
              <p:cNvPr id="3" name="Object 7">
                <a:extLst>
                  <a:ext uri="{FF2B5EF4-FFF2-40B4-BE49-F238E27FC236}">
                    <a16:creationId xmlns:a16="http://schemas.microsoft.com/office/drawing/2014/main" id="{7514AA2F-F42D-8D75-204F-58E115665CFE}"/>
                  </a:ext>
                </a:extLst>
              </p:cNvPr>
              <p:cNvSpPr txBox="1">
                <a:spLocks noRot="1" noChangeAspect="1" noMove="1" noResize="1" noEditPoints="1" noAdjustHandles="1" noChangeArrowheads="1" noChangeShapeType="1" noTextEdit="1"/>
              </p:cNvSpPr>
              <p:nvPr/>
            </p:nvSpPr>
            <p:spPr bwMode="auto">
              <a:xfrm>
                <a:off x="6324600" y="1346560"/>
                <a:ext cx="4057650" cy="863600"/>
              </a:xfrm>
              <a:prstGeom prst="rect">
                <a:avLst/>
              </a:prstGeom>
              <a:blipFill>
                <a:blip r:embed="rId3"/>
                <a:stretch>
                  <a:fillRect/>
                </a:stretch>
              </a:blipFill>
              <a:ln>
                <a:noFill/>
              </a:ln>
              <a:effectLst/>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29000A6-4100-662E-6AAD-B438D24F72FA}"/>
                  </a:ext>
                </a:extLst>
              </p:cNvPr>
              <p:cNvSpPr txBox="1"/>
              <p:nvPr/>
            </p:nvSpPr>
            <p:spPr>
              <a:xfrm>
                <a:off x="8444199" y="1480343"/>
                <a:ext cx="279923"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𝜇</m:t>
                      </m:r>
                    </m:oMath>
                  </m:oMathPara>
                </a14:m>
                <a:endParaRPr lang="LID4096" dirty="0">
                  <a:latin typeface="David" panose="020E0502060401010101" pitchFamily="34" charset="-79"/>
                </a:endParaRPr>
              </a:p>
            </p:txBody>
          </p:sp>
        </mc:Choice>
        <mc:Fallback xmlns="">
          <p:sp>
            <p:nvSpPr>
              <p:cNvPr id="4" name="TextBox 3">
                <a:extLst>
                  <a:ext uri="{FF2B5EF4-FFF2-40B4-BE49-F238E27FC236}">
                    <a16:creationId xmlns:a16="http://schemas.microsoft.com/office/drawing/2014/main" id="{429000A6-4100-662E-6AAD-B438D24F72FA}"/>
                  </a:ext>
                </a:extLst>
              </p:cNvPr>
              <p:cNvSpPr txBox="1">
                <a:spLocks noRot="1" noChangeAspect="1" noMove="1" noResize="1" noEditPoints="1" noAdjustHandles="1" noChangeArrowheads="1" noChangeShapeType="1" noTextEdit="1"/>
              </p:cNvSpPr>
              <p:nvPr/>
            </p:nvSpPr>
            <p:spPr>
              <a:xfrm>
                <a:off x="8444199" y="1480343"/>
                <a:ext cx="279923" cy="369332"/>
              </a:xfrm>
              <a:prstGeom prst="rect">
                <a:avLst/>
              </a:prstGeom>
              <a:blipFill>
                <a:blip r:embed="rId4"/>
                <a:stretch>
                  <a:fillRect r="-8696" b="-3333"/>
                </a:stretch>
              </a:blipFill>
            </p:spPr>
            <p:txBody>
              <a:bodyPr/>
              <a:lstStyle/>
              <a:p>
                <a:r>
                  <a:rPr lang="he-IL">
                    <a:noFill/>
                  </a:rPr>
                  <a:t> </a:t>
                </a:r>
              </a:p>
            </p:txBody>
          </p:sp>
        </mc:Fallback>
      </mc:AlternateContent>
      <p:pic>
        <p:nvPicPr>
          <p:cNvPr id="8" name="Picture 7" descr="A blue graph with white text&#10;&#10;Description automatically generated with medium confidence">
            <a:extLst>
              <a:ext uri="{FF2B5EF4-FFF2-40B4-BE49-F238E27FC236}">
                <a16:creationId xmlns:a16="http://schemas.microsoft.com/office/drawing/2014/main" id="{481DF1A4-3741-A67C-6ED3-7BBCA65760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672123"/>
            <a:ext cx="12192000" cy="4377787"/>
          </a:xfrm>
          <a:prstGeom prst="rect">
            <a:avLst/>
          </a:prstGeom>
        </p:spPr>
      </p:pic>
    </p:spTree>
    <p:extLst>
      <p:ext uri="{BB962C8B-B14F-4D97-AF65-F5344CB8AC3E}">
        <p14:creationId xmlns:p14="http://schemas.microsoft.com/office/powerpoint/2010/main" val="1841188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8A4BE-927B-B5F2-E301-D7A7F3AE2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3753C-3566-41C9-33F1-8AEE620E0A0C}"/>
              </a:ext>
            </a:extLst>
          </p:cNvPr>
          <p:cNvSpPr>
            <a:spLocks noGrp="1"/>
          </p:cNvSpPr>
          <p:nvPr>
            <p:ph type="title"/>
          </p:nvPr>
        </p:nvSpPr>
        <p:spPr>
          <a:xfrm>
            <a:off x="838200" y="20997"/>
            <a:ext cx="10515600" cy="1325563"/>
          </a:xfrm>
        </p:spPr>
        <p:txBody>
          <a:bodyPr/>
          <a:lstStyle/>
          <a:p>
            <a:r>
              <a:rPr lang="en-US" dirty="0"/>
              <a:t>Central Tendency</a:t>
            </a:r>
            <a:endParaRPr lang="LID4096" dirty="0"/>
          </a:p>
        </p:txBody>
      </p:sp>
      <p:sp>
        <p:nvSpPr>
          <p:cNvPr id="3" name="Content Placeholder 2">
            <a:extLst>
              <a:ext uri="{FF2B5EF4-FFF2-40B4-BE49-F238E27FC236}">
                <a16:creationId xmlns:a16="http://schemas.microsoft.com/office/drawing/2014/main" id="{CEDB4103-60F7-B2B1-064B-4AD8FB1BD004}"/>
              </a:ext>
            </a:extLst>
          </p:cNvPr>
          <p:cNvSpPr>
            <a:spLocks noGrp="1"/>
          </p:cNvSpPr>
          <p:nvPr>
            <p:ph idx="1"/>
          </p:nvPr>
        </p:nvSpPr>
        <p:spPr>
          <a:xfrm>
            <a:off x="838200" y="1346560"/>
            <a:ext cx="10515600" cy="5378705"/>
          </a:xfrm>
        </p:spPr>
        <p:txBody>
          <a:bodyPr>
            <a:normAutofit/>
          </a:bodyPr>
          <a:lstStyle/>
          <a:p>
            <a:pPr marL="0" indent="0">
              <a:lnSpc>
                <a:spcPct val="150000"/>
              </a:lnSpc>
              <a:buNone/>
            </a:pPr>
            <a:r>
              <a:rPr lang="en-US" sz="2400" dirty="0"/>
              <a:t>With random data:</a:t>
            </a:r>
          </a:p>
          <a:p>
            <a:pPr marL="0" indent="0">
              <a:lnSpc>
                <a:spcPct val="150000"/>
              </a:lnSpc>
              <a:buNone/>
            </a:pPr>
            <a:endParaRPr lang="en-US" sz="2400" dirty="0"/>
          </a:p>
          <a:p>
            <a:pPr>
              <a:lnSpc>
                <a:spcPct val="150000"/>
              </a:lnSpc>
              <a:buFont typeface="Wingdings" panose="05000000000000000000" pitchFamily="2" charset="2"/>
              <a:buChar char="§"/>
            </a:pPr>
            <a:endParaRPr lang="en-IL" sz="2400" dirty="0"/>
          </a:p>
          <a:p>
            <a:pPr>
              <a:lnSpc>
                <a:spcPct val="150000"/>
              </a:lnSpc>
              <a:buFont typeface="Wingdings" panose="05000000000000000000" pitchFamily="2" charset="2"/>
              <a:buChar char="§"/>
            </a:pPr>
            <a:endParaRPr lang="en-US" sz="2400" dirty="0"/>
          </a:p>
        </p:txBody>
      </p:sp>
      <p:pic>
        <p:nvPicPr>
          <p:cNvPr id="5" name="Picture 4" descr="A graph of height and weight&#10;&#10;AI-generated content may be incorrect.">
            <a:extLst>
              <a:ext uri="{FF2B5EF4-FFF2-40B4-BE49-F238E27FC236}">
                <a16:creationId xmlns:a16="http://schemas.microsoft.com/office/drawing/2014/main" id="{2931D227-9E64-7B05-22A4-F73DE529F4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7338" y="2190833"/>
            <a:ext cx="5221234" cy="4251968"/>
          </a:xfrm>
          <a:prstGeom prst="rect">
            <a:avLst/>
          </a:prstGeom>
        </p:spPr>
      </p:pic>
      <p:pic>
        <p:nvPicPr>
          <p:cNvPr id="7" name="Picture 6" descr="A graph showing the number of siblings&#10;&#10;AI-generated content may be incorrect.">
            <a:extLst>
              <a:ext uri="{FF2B5EF4-FFF2-40B4-BE49-F238E27FC236}">
                <a16:creationId xmlns:a16="http://schemas.microsoft.com/office/drawing/2014/main" id="{172B3E3A-4485-61D9-D9A3-BF32061E87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386" y="2185517"/>
            <a:ext cx="5120650" cy="4251968"/>
          </a:xfrm>
          <a:prstGeom prst="rect">
            <a:avLst/>
          </a:prstGeom>
        </p:spPr>
      </p:pic>
      <p:sp>
        <p:nvSpPr>
          <p:cNvPr id="8" name="TextBox 7">
            <a:extLst>
              <a:ext uri="{FF2B5EF4-FFF2-40B4-BE49-F238E27FC236}">
                <a16:creationId xmlns:a16="http://schemas.microsoft.com/office/drawing/2014/main" id="{F6436967-3ED0-2438-2CFD-E437E2C1B6D6}"/>
              </a:ext>
            </a:extLst>
          </p:cNvPr>
          <p:cNvSpPr txBox="1"/>
          <p:nvPr/>
        </p:nvSpPr>
        <p:spPr>
          <a:xfrm>
            <a:off x="7041550" y="561730"/>
            <a:ext cx="3604437" cy="1569660"/>
          </a:xfrm>
          <a:prstGeom prst="rect">
            <a:avLst/>
          </a:prstGeom>
          <a:solidFill>
            <a:schemeClr val="accent5">
              <a:lumMod val="20000"/>
              <a:lumOff val="80000"/>
            </a:schemeClr>
          </a:solidFill>
          <a:ln>
            <a:solidFill>
              <a:schemeClr val="tx1"/>
            </a:solidFill>
          </a:ln>
        </p:spPr>
        <p:txBody>
          <a:bodyPr wrap="square" rtlCol="0">
            <a:spAutoFit/>
          </a:bodyPr>
          <a:lstStyle/>
          <a:p>
            <a:pPr algn="ctr"/>
            <a:r>
              <a:rPr lang="en-GB" sz="3200" dirty="0">
                <a:latin typeface="David" panose="020E0502060401010101" pitchFamily="34" charset="-79"/>
              </a:rPr>
              <a:t>Why didn’t we calculate the mode for the heights?</a:t>
            </a:r>
            <a:endParaRPr lang="LID4096" sz="3200" dirty="0">
              <a:latin typeface="David" panose="020E0502060401010101" pitchFamily="34" charset="-79"/>
            </a:endParaRPr>
          </a:p>
        </p:txBody>
      </p:sp>
    </p:spTree>
    <p:extLst>
      <p:ext uri="{BB962C8B-B14F-4D97-AF65-F5344CB8AC3E}">
        <p14:creationId xmlns:p14="http://schemas.microsoft.com/office/powerpoint/2010/main" val="238616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98830-47FB-F0A8-F190-DF0F7E4C7596}"/>
            </a:ext>
          </a:extLst>
        </p:cNvPr>
        <p:cNvGrpSpPr/>
        <p:nvPr/>
      </p:nvGrpSpPr>
      <p:grpSpPr>
        <a:xfrm>
          <a:off x="0" y="0"/>
          <a:ext cx="0" cy="0"/>
          <a:chOff x="0" y="0"/>
          <a:chExt cx="0" cy="0"/>
        </a:xfrm>
      </p:grpSpPr>
      <p:pic>
        <p:nvPicPr>
          <p:cNvPr id="6" name="Picture 5" descr="A graph of height and height&#10;&#10;AI-generated content may be incorrect.">
            <a:extLst>
              <a:ext uri="{FF2B5EF4-FFF2-40B4-BE49-F238E27FC236}">
                <a16:creationId xmlns:a16="http://schemas.microsoft.com/office/drawing/2014/main" id="{E577D2D2-21A7-8122-F243-F2A66094C5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7338" y="2190833"/>
            <a:ext cx="5221234" cy="4251968"/>
          </a:xfrm>
          <a:prstGeom prst="rect">
            <a:avLst/>
          </a:prstGeom>
        </p:spPr>
      </p:pic>
      <p:pic>
        <p:nvPicPr>
          <p:cNvPr id="10" name="Picture 9" descr="A graph of a number of siblings&#10;&#10;AI-generated content may be incorrect.">
            <a:extLst>
              <a:ext uri="{FF2B5EF4-FFF2-40B4-BE49-F238E27FC236}">
                <a16:creationId xmlns:a16="http://schemas.microsoft.com/office/drawing/2014/main" id="{33A9F56C-894E-0530-97AA-C43879AADA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386" y="2185517"/>
            <a:ext cx="5120650" cy="4251968"/>
          </a:xfrm>
          <a:prstGeom prst="rect">
            <a:avLst/>
          </a:prstGeom>
        </p:spPr>
      </p:pic>
      <p:sp>
        <p:nvSpPr>
          <p:cNvPr id="2" name="Title 1">
            <a:extLst>
              <a:ext uri="{FF2B5EF4-FFF2-40B4-BE49-F238E27FC236}">
                <a16:creationId xmlns:a16="http://schemas.microsoft.com/office/drawing/2014/main" id="{BA7F9031-A794-A9BE-70E8-62E53BEBDFC8}"/>
              </a:ext>
            </a:extLst>
          </p:cNvPr>
          <p:cNvSpPr>
            <a:spLocks noGrp="1"/>
          </p:cNvSpPr>
          <p:nvPr>
            <p:ph type="title"/>
          </p:nvPr>
        </p:nvSpPr>
        <p:spPr>
          <a:xfrm>
            <a:off x="838200" y="20997"/>
            <a:ext cx="10515600" cy="1325563"/>
          </a:xfrm>
        </p:spPr>
        <p:txBody>
          <a:bodyPr/>
          <a:lstStyle/>
          <a:p>
            <a:r>
              <a:rPr lang="en-US" dirty="0"/>
              <a:t>Spread</a:t>
            </a:r>
            <a:endParaRPr lang="LID4096" dirty="0"/>
          </a:p>
        </p:txBody>
      </p:sp>
      <p:sp>
        <p:nvSpPr>
          <p:cNvPr id="3" name="Content Placeholder 2">
            <a:extLst>
              <a:ext uri="{FF2B5EF4-FFF2-40B4-BE49-F238E27FC236}">
                <a16:creationId xmlns:a16="http://schemas.microsoft.com/office/drawing/2014/main" id="{C564D24F-1E73-0E87-ADB2-89B2FC0A4276}"/>
              </a:ext>
            </a:extLst>
          </p:cNvPr>
          <p:cNvSpPr>
            <a:spLocks noGrp="1"/>
          </p:cNvSpPr>
          <p:nvPr>
            <p:ph idx="1"/>
          </p:nvPr>
        </p:nvSpPr>
        <p:spPr>
          <a:xfrm>
            <a:off x="838200" y="1346560"/>
            <a:ext cx="10515600" cy="5378705"/>
          </a:xfrm>
        </p:spPr>
        <p:txBody>
          <a:bodyPr>
            <a:normAutofit/>
          </a:bodyPr>
          <a:lstStyle/>
          <a:p>
            <a:pPr marL="0" indent="0">
              <a:lnSpc>
                <a:spcPct val="150000"/>
              </a:lnSpc>
              <a:buNone/>
            </a:pPr>
            <a:r>
              <a:rPr lang="en-US" sz="2400" dirty="0"/>
              <a:t>With random data:</a:t>
            </a:r>
          </a:p>
          <a:p>
            <a:pPr marL="0" indent="0">
              <a:lnSpc>
                <a:spcPct val="150000"/>
              </a:lnSpc>
              <a:buNone/>
            </a:pPr>
            <a:endParaRPr lang="en-US" sz="2400" dirty="0"/>
          </a:p>
          <a:p>
            <a:pPr>
              <a:lnSpc>
                <a:spcPct val="150000"/>
              </a:lnSpc>
              <a:buFont typeface="Wingdings" panose="05000000000000000000" pitchFamily="2" charset="2"/>
              <a:buChar char="§"/>
            </a:pPr>
            <a:endParaRPr lang="en-IL" sz="2400" dirty="0"/>
          </a:p>
          <a:p>
            <a:pPr>
              <a:lnSpc>
                <a:spcPct val="150000"/>
              </a:lnSpc>
              <a:buFont typeface="Wingdings" panose="05000000000000000000" pitchFamily="2" charset="2"/>
              <a:buChar char="§"/>
            </a:pPr>
            <a:endParaRPr lang="en-US" sz="2400" dirty="0"/>
          </a:p>
        </p:txBody>
      </p:sp>
    </p:spTree>
    <p:extLst>
      <p:ext uri="{BB962C8B-B14F-4D97-AF65-F5344CB8AC3E}">
        <p14:creationId xmlns:p14="http://schemas.microsoft.com/office/powerpoint/2010/main" val="22359126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5181A-D8AF-ABC7-7801-117F762B2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8D441-5102-E967-BE2C-0BC06D921B9F}"/>
              </a:ext>
            </a:extLst>
          </p:cNvPr>
          <p:cNvSpPr>
            <a:spLocks noGrp="1"/>
          </p:cNvSpPr>
          <p:nvPr>
            <p:ph type="title"/>
          </p:nvPr>
        </p:nvSpPr>
        <p:spPr>
          <a:xfrm>
            <a:off x="838200" y="20997"/>
            <a:ext cx="10515600" cy="1325563"/>
          </a:xfrm>
        </p:spPr>
        <p:txBody>
          <a:bodyPr/>
          <a:lstStyle/>
          <a:p>
            <a:r>
              <a:rPr lang="en-US" dirty="0"/>
              <a:t>Skewness and Kurtosis</a:t>
            </a:r>
            <a:endParaRPr lang="LID4096" dirty="0"/>
          </a:p>
        </p:txBody>
      </p:sp>
      <p:pic>
        <p:nvPicPr>
          <p:cNvPr id="8" name="Picture 7">
            <a:extLst>
              <a:ext uri="{FF2B5EF4-FFF2-40B4-BE49-F238E27FC236}">
                <a16:creationId xmlns:a16="http://schemas.microsoft.com/office/drawing/2014/main" id="{9C5DF579-FBEC-4A78-9DCB-CCABC53B4724}"/>
              </a:ext>
            </a:extLst>
          </p:cNvPr>
          <p:cNvPicPr>
            <a:picLocks noChangeAspect="1"/>
          </p:cNvPicPr>
          <p:nvPr/>
        </p:nvPicPr>
        <p:blipFill>
          <a:blip r:embed="rId3"/>
          <a:srcRect t="2703"/>
          <a:stretch/>
        </p:blipFill>
        <p:spPr>
          <a:xfrm>
            <a:off x="2044896" y="1477926"/>
            <a:ext cx="8102207" cy="4727963"/>
          </a:xfrm>
          <a:prstGeom prst="rect">
            <a:avLst/>
          </a:prstGeom>
        </p:spPr>
      </p:pic>
    </p:spTree>
    <p:extLst>
      <p:ext uri="{BB962C8B-B14F-4D97-AF65-F5344CB8AC3E}">
        <p14:creationId xmlns:p14="http://schemas.microsoft.com/office/powerpoint/2010/main" val="32375017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4054-EFD9-E7B1-B11C-7A6C5BE92F2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C1CE0F7-A843-F011-ACF9-9AEB3D8AF177}"/>
              </a:ext>
            </a:extLst>
          </p:cNvPr>
          <p:cNvSpPr>
            <a:spLocks noGrp="1"/>
          </p:cNvSpPr>
          <p:nvPr>
            <p:ph idx="1"/>
          </p:nvPr>
        </p:nvSpPr>
        <p:spPr>
          <a:xfrm>
            <a:off x="838200" y="1346560"/>
            <a:ext cx="10515600" cy="5378705"/>
          </a:xfrm>
        </p:spPr>
        <p:txBody>
          <a:bodyPr>
            <a:normAutofit/>
          </a:bodyPr>
          <a:lstStyle/>
          <a:p>
            <a:pPr marL="0" indent="0">
              <a:lnSpc>
                <a:spcPct val="150000"/>
              </a:lnSpc>
              <a:buNone/>
            </a:pPr>
            <a:r>
              <a:rPr lang="en-US" sz="2400" dirty="0"/>
              <a:t>We can also model the distribution of the data. </a:t>
            </a:r>
          </a:p>
          <a:p>
            <a:pPr marL="0" indent="0">
              <a:lnSpc>
                <a:spcPct val="150000"/>
              </a:lnSpc>
              <a:buNone/>
            </a:pPr>
            <a:endParaRPr lang="en-US" sz="2400" dirty="0"/>
          </a:p>
          <a:p>
            <a:pPr>
              <a:lnSpc>
                <a:spcPct val="150000"/>
              </a:lnSpc>
              <a:buFont typeface="Wingdings" panose="05000000000000000000" pitchFamily="2" charset="2"/>
              <a:buChar char="§"/>
            </a:pPr>
            <a:endParaRPr lang="en-IL" sz="2400" dirty="0"/>
          </a:p>
          <a:p>
            <a:pPr>
              <a:lnSpc>
                <a:spcPct val="150000"/>
              </a:lnSpc>
              <a:buFont typeface="Wingdings" panose="05000000000000000000" pitchFamily="2" charset="2"/>
              <a:buChar char="§"/>
            </a:pPr>
            <a:endParaRPr lang="en-US" sz="2400" dirty="0"/>
          </a:p>
        </p:txBody>
      </p:sp>
      <p:sp>
        <p:nvSpPr>
          <p:cNvPr id="2" name="Title 1">
            <a:extLst>
              <a:ext uri="{FF2B5EF4-FFF2-40B4-BE49-F238E27FC236}">
                <a16:creationId xmlns:a16="http://schemas.microsoft.com/office/drawing/2014/main" id="{6F5622E2-138E-D70E-17E7-73282EE2D552}"/>
              </a:ext>
            </a:extLst>
          </p:cNvPr>
          <p:cNvSpPr>
            <a:spLocks noGrp="1"/>
          </p:cNvSpPr>
          <p:nvPr>
            <p:ph type="title"/>
          </p:nvPr>
        </p:nvSpPr>
        <p:spPr>
          <a:xfrm>
            <a:off x="838200" y="20997"/>
            <a:ext cx="10515600" cy="1325563"/>
          </a:xfrm>
        </p:spPr>
        <p:txBody>
          <a:bodyPr/>
          <a:lstStyle/>
          <a:p>
            <a:r>
              <a:rPr lang="en-US" dirty="0"/>
              <a:t>Distribution</a:t>
            </a:r>
            <a:endParaRPr lang="LID4096" dirty="0"/>
          </a:p>
        </p:txBody>
      </p:sp>
      <p:pic>
        <p:nvPicPr>
          <p:cNvPr id="9" name="Picture 8" descr="A diagram with a red line&#10;&#10;AI-generated content may be incorrect.">
            <a:extLst>
              <a:ext uri="{FF2B5EF4-FFF2-40B4-BE49-F238E27FC236}">
                <a16:creationId xmlns:a16="http://schemas.microsoft.com/office/drawing/2014/main" id="{C2012851-49EA-EA35-F0D9-3D45ED9126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6510" y="2259946"/>
            <a:ext cx="5458979" cy="4251968"/>
          </a:xfrm>
          <a:prstGeom prst="rect">
            <a:avLst/>
          </a:prstGeom>
        </p:spPr>
      </p:pic>
    </p:spTree>
    <p:extLst>
      <p:ext uri="{BB962C8B-B14F-4D97-AF65-F5344CB8AC3E}">
        <p14:creationId xmlns:p14="http://schemas.microsoft.com/office/powerpoint/2010/main" val="17606771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B6C05E6-DE57-F096-CC33-BAF139EAC8D8}"/>
              </a:ext>
            </a:extLst>
          </p:cNvPr>
          <p:cNvSpPr>
            <a:spLocks noGrp="1"/>
          </p:cNvSpPr>
          <p:nvPr>
            <p:ph type="title"/>
          </p:nvPr>
        </p:nvSpPr>
        <p:spPr/>
        <p:txBody>
          <a:bodyPr/>
          <a:lstStyle/>
          <a:p>
            <a:r>
              <a:rPr lang="en-US" dirty="0"/>
              <a:t>From Data to Uncertainty</a:t>
            </a:r>
            <a:endParaRPr lang="he-IL" dirty="0"/>
          </a:p>
        </p:txBody>
      </p:sp>
      <p:sp>
        <p:nvSpPr>
          <p:cNvPr id="3" name="מציין מיקום תוכן 2">
            <a:extLst>
              <a:ext uri="{FF2B5EF4-FFF2-40B4-BE49-F238E27FC236}">
                <a16:creationId xmlns:a16="http://schemas.microsoft.com/office/drawing/2014/main" id="{57B66CF7-2CC4-2636-99F9-3531ADA05B1E}"/>
              </a:ext>
            </a:extLst>
          </p:cNvPr>
          <p:cNvSpPr>
            <a:spLocks noGrp="1"/>
          </p:cNvSpPr>
          <p:nvPr>
            <p:ph idx="1"/>
          </p:nvPr>
        </p:nvSpPr>
        <p:spPr/>
        <p:txBody>
          <a:bodyPr/>
          <a:lstStyle/>
          <a:p>
            <a:r>
              <a:rPr lang="en-US" dirty="0"/>
              <a:t>Data is imperfect.</a:t>
            </a:r>
          </a:p>
          <a:p>
            <a:r>
              <a:rPr lang="en-US" dirty="0"/>
              <a:t>Therefore:</a:t>
            </a:r>
          </a:p>
          <a:p>
            <a:pPr lvl="1"/>
            <a:r>
              <a:rPr lang="en-US" dirty="0"/>
              <a:t>Our knowledge of the world is </a:t>
            </a:r>
            <a:r>
              <a:rPr lang="en-US" b="1" dirty="0"/>
              <a:t>uncertain</a:t>
            </a:r>
            <a:r>
              <a:rPr lang="en-US" dirty="0"/>
              <a:t>.</a:t>
            </a:r>
          </a:p>
          <a:p>
            <a:pPr lvl="1"/>
            <a:r>
              <a:rPr lang="en-US" dirty="0"/>
              <a:t>Probability helps us describe </a:t>
            </a:r>
            <a:r>
              <a:rPr lang="en-US" b="1" dirty="0"/>
              <a:t>uncertainty</a:t>
            </a:r>
            <a:r>
              <a:rPr lang="en-US" dirty="0"/>
              <a:t>.</a:t>
            </a:r>
          </a:p>
          <a:p>
            <a:endParaRPr lang="he-IL" dirty="0"/>
          </a:p>
        </p:txBody>
      </p:sp>
    </p:spTree>
    <p:extLst>
      <p:ext uri="{BB962C8B-B14F-4D97-AF65-F5344CB8AC3E}">
        <p14:creationId xmlns:p14="http://schemas.microsoft.com/office/powerpoint/2010/main" val="34671523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B220FB-F3DE-EBEF-5ACD-C3554DA6099A}"/>
              </a:ext>
            </a:extLst>
          </p:cNvPr>
          <p:cNvSpPr>
            <a:spLocks noGrp="1"/>
          </p:cNvSpPr>
          <p:nvPr>
            <p:ph type="title"/>
          </p:nvPr>
        </p:nvSpPr>
        <p:spPr/>
        <p:txBody>
          <a:bodyPr/>
          <a:lstStyle/>
          <a:p>
            <a:r>
              <a:rPr lang="en-US" dirty="0"/>
              <a:t>Probability</a:t>
            </a:r>
            <a:endParaRPr lang="he-IL" dirty="0"/>
          </a:p>
        </p:txBody>
      </p:sp>
      <p:sp>
        <p:nvSpPr>
          <p:cNvPr id="3" name="מציין מיקום תוכן 2">
            <a:extLst>
              <a:ext uri="{FF2B5EF4-FFF2-40B4-BE49-F238E27FC236}">
                <a16:creationId xmlns:a16="http://schemas.microsoft.com/office/drawing/2014/main" id="{B6CEA877-CC8F-BA79-234D-C290F229F02B}"/>
              </a:ext>
            </a:extLst>
          </p:cNvPr>
          <p:cNvSpPr>
            <a:spLocks noGrp="1"/>
          </p:cNvSpPr>
          <p:nvPr>
            <p:ph idx="1"/>
          </p:nvPr>
        </p:nvSpPr>
        <p:spPr/>
        <p:txBody>
          <a:bodyPr/>
          <a:lstStyle/>
          <a:p>
            <a:r>
              <a:rPr lang="en-US" dirty="0"/>
              <a:t>Probability quantifies uncertainty.</a:t>
            </a:r>
          </a:p>
          <a:p>
            <a:r>
              <a:rPr lang="en-US" dirty="0"/>
              <a:t>Example:</a:t>
            </a:r>
          </a:p>
          <a:p>
            <a:pPr lvl="1"/>
            <a:r>
              <a:rPr lang="en-US" dirty="0"/>
              <a:t>What is the probability of rain tomorrow?</a:t>
            </a:r>
          </a:p>
          <a:p>
            <a:pPr lvl="1"/>
            <a:r>
              <a:rPr lang="en-US" dirty="0"/>
              <a:t>What is the probability of a purple horse?</a:t>
            </a:r>
          </a:p>
          <a:p>
            <a:endParaRPr lang="he-IL" dirty="0"/>
          </a:p>
        </p:txBody>
      </p:sp>
    </p:spTree>
    <p:extLst>
      <p:ext uri="{BB962C8B-B14F-4D97-AF65-F5344CB8AC3E}">
        <p14:creationId xmlns:p14="http://schemas.microsoft.com/office/powerpoint/2010/main" val="26413437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F3182-AA21-9A91-6BC7-6FF87CB704EE}"/>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92141BC5-982A-AAD2-D7E6-11102A57388C}"/>
              </a:ext>
            </a:extLst>
          </p:cNvPr>
          <p:cNvSpPr>
            <a:spLocks noGrp="1"/>
          </p:cNvSpPr>
          <p:nvPr>
            <p:ph type="title"/>
          </p:nvPr>
        </p:nvSpPr>
        <p:spPr/>
        <p:txBody>
          <a:bodyPr/>
          <a:lstStyle/>
          <a:p>
            <a:r>
              <a:rPr lang="en-US" dirty="0"/>
              <a:t>Interpreting Probability</a:t>
            </a:r>
            <a:endParaRPr lang="he-IL" dirty="0"/>
          </a:p>
        </p:txBody>
      </p:sp>
      <p:sp>
        <p:nvSpPr>
          <p:cNvPr id="3" name="מציין מיקום תוכן 2">
            <a:extLst>
              <a:ext uri="{FF2B5EF4-FFF2-40B4-BE49-F238E27FC236}">
                <a16:creationId xmlns:a16="http://schemas.microsoft.com/office/drawing/2014/main" id="{68206685-08C6-F66D-269E-F77D27A6B0CD}"/>
              </a:ext>
            </a:extLst>
          </p:cNvPr>
          <p:cNvSpPr>
            <a:spLocks noGrp="1"/>
          </p:cNvSpPr>
          <p:nvPr>
            <p:ph idx="1"/>
          </p:nvPr>
        </p:nvSpPr>
        <p:spPr/>
        <p:txBody>
          <a:bodyPr/>
          <a:lstStyle/>
          <a:p>
            <a:r>
              <a:rPr lang="en-US" dirty="0"/>
              <a:t>Two interpretations:</a:t>
            </a:r>
          </a:p>
          <a:p>
            <a:r>
              <a:rPr lang="en-US" b="1" dirty="0"/>
              <a:t>Frequentist</a:t>
            </a:r>
          </a:p>
          <a:p>
            <a:pPr marL="457200" lvl="1" indent="0">
              <a:buNone/>
            </a:pPr>
            <a:r>
              <a:rPr lang="en-US" dirty="0"/>
              <a:t>→ probability from repeated experiments</a:t>
            </a:r>
          </a:p>
          <a:p>
            <a:r>
              <a:rPr lang="en-US" b="1" dirty="0"/>
              <a:t>Bayesian</a:t>
            </a:r>
          </a:p>
          <a:p>
            <a:pPr marL="457200" lvl="1" indent="0">
              <a:buNone/>
            </a:pPr>
            <a:r>
              <a:rPr lang="en-US" dirty="0"/>
              <a:t>→ probability as uncertainty about the world</a:t>
            </a:r>
          </a:p>
        </p:txBody>
      </p:sp>
    </p:spTree>
    <p:extLst>
      <p:ext uri="{BB962C8B-B14F-4D97-AF65-F5344CB8AC3E}">
        <p14:creationId xmlns:p14="http://schemas.microsoft.com/office/powerpoint/2010/main" val="34565779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B52A1-8D31-3505-0CF6-688D36721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A73DE-645B-35B6-7026-945956CE8F9D}"/>
              </a:ext>
            </a:extLst>
          </p:cNvPr>
          <p:cNvSpPr>
            <a:spLocks noGrp="1"/>
          </p:cNvSpPr>
          <p:nvPr>
            <p:ph type="title"/>
          </p:nvPr>
        </p:nvSpPr>
        <p:spPr>
          <a:xfrm>
            <a:off x="838200" y="20997"/>
            <a:ext cx="10515600" cy="1325563"/>
          </a:xfrm>
        </p:spPr>
        <p:txBody>
          <a:bodyPr/>
          <a:lstStyle/>
          <a:p>
            <a:r>
              <a:rPr lang="en-US" dirty="0"/>
              <a:t>Probability</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840773-E86B-5447-F23B-20FEA98D993E}"/>
                  </a:ext>
                </a:extLst>
              </p:cNvPr>
              <p:cNvSpPr>
                <a:spLocks noGrp="1"/>
              </p:cNvSpPr>
              <p:nvPr>
                <p:ph idx="1"/>
              </p:nvPr>
            </p:nvSpPr>
            <p:spPr>
              <a:xfrm>
                <a:off x="838200" y="1159747"/>
                <a:ext cx="10881852" cy="5378705"/>
              </a:xfrm>
            </p:spPr>
            <p:txBody>
              <a:bodyPr>
                <a:normAutofit fontScale="85000" lnSpcReduction="10000"/>
              </a:bodyPr>
              <a:lstStyle/>
              <a:p>
                <a:pPr>
                  <a:lnSpc>
                    <a:spcPct val="150000"/>
                  </a:lnSpc>
                  <a:buFont typeface="Wingdings" panose="05000000000000000000" pitchFamily="2" charset="2"/>
                  <a:buChar char="§"/>
                </a:pPr>
                <a:r>
                  <a:rPr lang="en-US" b="1" dirty="0"/>
                  <a:t>Question:</a:t>
                </a:r>
                <a:r>
                  <a:rPr lang="en-US" dirty="0"/>
                  <a:t> how do people feel about the sunny weather where they live?</a:t>
                </a:r>
              </a:p>
              <a:p>
                <a:pPr>
                  <a:lnSpc>
                    <a:spcPct val="150000"/>
                  </a:lnSpc>
                  <a:buFont typeface="Wingdings" panose="05000000000000000000" pitchFamily="2" charset="2"/>
                  <a:buChar char="§"/>
                </a:pPr>
                <a:r>
                  <a:rPr lang="en-US" b="1" dirty="0"/>
                  <a:t>Experiment:</a:t>
                </a:r>
                <a:r>
                  <a:rPr lang="en-US" dirty="0"/>
                  <a:t> ask 3 people if they like the weather or not (yes/no).</a:t>
                </a:r>
              </a:p>
              <a:p>
                <a:pPr>
                  <a:lnSpc>
                    <a:spcPct val="150000"/>
                  </a:lnSpc>
                  <a:buFont typeface="Wingdings" panose="05000000000000000000" pitchFamily="2" charset="2"/>
                  <a:buChar char="§"/>
                </a:pPr>
                <a:r>
                  <a:rPr lang="en-US" b="1" dirty="0"/>
                  <a:t>Sample space: </a:t>
                </a:r>
                <a:r>
                  <a:rPr lang="en-US" dirty="0"/>
                  <a:t>all possible outcomes of an experiment </a:t>
                </a:r>
              </a:p>
              <a:p>
                <a:pPr lvl="1">
                  <a:lnSpc>
                    <a:spcPct val="150000"/>
                  </a:lnSpc>
                  <a:buFont typeface="Wingdings" panose="05000000000000000000" pitchFamily="2" charset="2"/>
                  <a:buChar char="§"/>
                </a:pPr>
                <a14:m>
                  <m:oMath xmlns:m="http://schemas.openxmlformats.org/officeDocument/2006/math">
                    <m:r>
                      <a:rPr lang="en-GB" b="0" i="1" smtClean="0">
                        <a:latin typeface="Cambria Math" panose="02040503050406030204" pitchFamily="18" charset="0"/>
                      </a:rPr>
                      <m:t>𝑆</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𝑦</m:t>
                        </m:r>
                      </m:e>
                    </m:d>
                    <m:r>
                      <a:rPr lang="en-GB" b="0" i="1" smtClean="0">
                        <a:latin typeface="Cambria Math" panose="02040503050406030204" pitchFamily="18" charset="0"/>
                      </a:rPr>
                      <m:t>, </m:t>
                    </m:r>
                    <m:d>
                      <m:dPr>
                        <m:ctrlPr>
                          <a:rPr lang="en-GB" b="0" i="1" smtClean="0">
                            <a:latin typeface="Cambria Math" panose="02040503050406030204" pitchFamily="18" charset="0"/>
                          </a:rPr>
                        </m:ctrlPr>
                      </m:dPr>
                      <m:e>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𝑛</m:t>
                        </m:r>
                      </m:e>
                    </m:d>
                    <m:r>
                      <a:rPr lang="en-GB" b="0" i="1" smtClean="0">
                        <a:latin typeface="Cambria Math" panose="02040503050406030204" pitchFamily="18" charset="0"/>
                      </a:rPr>
                      <m:t>, </m:t>
                    </m:r>
                    <m:d>
                      <m:dPr>
                        <m:ctrlPr>
                          <a:rPr lang="en-GB" b="0" i="1" smtClean="0">
                            <a:latin typeface="Cambria Math" panose="02040503050406030204" pitchFamily="18" charset="0"/>
                          </a:rPr>
                        </m:ctrlPr>
                      </m:dPr>
                      <m:e>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𝑦</m:t>
                        </m:r>
                      </m:e>
                    </m:d>
                    <m:r>
                      <a:rPr lang="en-GB" b="0" i="1" smtClean="0">
                        <a:latin typeface="Cambria Math" panose="02040503050406030204" pitchFamily="18" charset="0"/>
                      </a:rPr>
                      <m:t>, </m:t>
                    </m:r>
                    <m:d>
                      <m:dPr>
                        <m:ctrlPr>
                          <a:rPr lang="en-GB" b="0" i="1" smtClean="0">
                            <a:latin typeface="Cambria Math" panose="02040503050406030204" pitchFamily="18" charset="0"/>
                          </a:rPr>
                        </m:ctrlPr>
                      </m:dPr>
                      <m:e>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𝑦</m:t>
                        </m:r>
                      </m:e>
                    </m:d>
                    <m:r>
                      <a:rPr lang="en-GB" b="0" i="1" smtClean="0">
                        <a:latin typeface="Cambria Math" panose="02040503050406030204" pitchFamily="18" charset="0"/>
                      </a:rPr>
                      <m:t>, </m:t>
                    </m:r>
                    <m:d>
                      <m:dPr>
                        <m:ctrlPr>
                          <a:rPr lang="en-GB" b="0" i="1" smtClean="0">
                            <a:latin typeface="Cambria Math" panose="02040503050406030204" pitchFamily="18" charset="0"/>
                          </a:rPr>
                        </m:ctrlPr>
                      </m:dPr>
                      <m:e>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𝑛</m:t>
                        </m:r>
                      </m:e>
                    </m:d>
                    <m:r>
                      <a:rPr lang="en-GB" b="0" i="1" smtClean="0">
                        <a:latin typeface="Cambria Math" panose="02040503050406030204" pitchFamily="18" charset="0"/>
                      </a:rPr>
                      <m:t>, </m:t>
                    </m:r>
                    <m:d>
                      <m:dPr>
                        <m:ctrlPr>
                          <a:rPr lang="en-GB" b="0" i="1" smtClean="0">
                            <a:latin typeface="Cambria Math" panose="02040503050406030204" pitchFamily="18" charset="0"/>
                          </a:rPr>
                        </m:ctrlPr>
                      </m:dPr>
                      <m:e>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𝑛</m:t>
                        </m:r>
                      </m:e>
                    </m:d>
                    <m:r>
                      <a:rPr lang="en-GB" b="0" i="1" smtClean="0">
                        <a:latin typeface="Cambria Math" panose="02040503050406030204" pitchFamily="18" charset="0"/>
                      </a:rPr>
                      <m:t>, </m:t>
                    </m:r>
                    <m:d>
                      <m:dPr>
                        <m:ctrlPr>
                          <a:rPr lang="en-GB" b="0" i="1" smtClean="0">
                            <a:latin typeface="Cambria Math" panose="02040503050406030204" pitchFamily="18" charset="0"/>
                          </a:rPr>
                        </m:ctrlPr>
                      </m:dPr>
                      <m:e>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𝑦</m:t>
                        </m:r>
                      </m:e>
                    </m:d>
                    <m:r>
                      <a:rPr lang="en-GB" b="0" i="1" smtClean="0">
                        <a:latin typeface="Cambria Math" panose="02040503050406030204" pitchFamily="18" charset="0"/>
                      </a:rPr>
                      <m:t>, </m:t>
                    </m:r>
                    <m:d>
                      <m:dPr>
                        <m:ctrlPr>
                          <a:rPr lang="en-GB" b="0" i="1" smtClean="0">
                            <a:latin typeface="Cambria Math" panose="02040503050406030204" pitchFamily="18" charset="0"/>
                          </a:rPr>
                        </m:ctrlPr>
                      </m:dPr>
                      <m:e>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𝑛</m:t>
                        </m:r>
                      </m:e>
                    </m:d>
                    <m:r>
                      <a:rPr lang="en-GB" b="0" i="1" smtClean="0">
                        <a:latin typeface="Cambria Math" panose="02040503050406030204" pitchFamily="18" charset="0"/>
                      </a:rPr>
                      <m:t>}</m:t>
                    </m:r>
                  </m:oMath>
                </a14:m>
                <a:endParaRPr lang="en-US" dirty="0"/>
              </a:p>
              <a:p>
                <a:pPr>
                  <a:lnSpc>
                    <a:spcPct val="150000"/>
                  </a:lnSpc>
                  <a:buFont typeface="Wingdings" panose="05000000000000000000" pitchFamily="2" charset="2"/>
                  <a:buChar char="§"/>
                </a:pPr>
                <a:r>
                  <a:rPr lang="en-US" b="1" dirty="0"/>
                  <a:t>Events:</a:t>
                </a:r>
                <a:r>
                  <a:rPr lang="en-US" dirty="0"/>
                  <a:t> subset of the sample space</a:t>
                </a:r>
              </a:p>
              <a:p>
                <a:pPr lvl="1">
                  <a:lnSpc>
                    <a:spcPct val="150000"/>
                  </a:lnSpc>
                  <a:buFont typeface="Wingdings" panose="05000000000000000000" pitchFamily="2" charset="2"/>
                  <a:buChar char="§"/>
                </a:pPr>
                <a:r>
                  <a:rPr lang="en-US" dirty="0"/>
                  <a:t>Example: </a:t>
                </a:r>
                <a14:m>
                  <m:oMath xmlns:m="http://schemas.openxmlformats.org/officeDocument/2006/math">
                    <m:r>
                      <a:rPr lang="en-GB" b="0" i="1" smtClean="0">
                        <a:latin typeface="Cambria Math" panose="02040503050406030204" pitchFamily="18" charset="0"/>
                      </a:rPr>
                      <m:t>𝑒𝑣𝑒𝑛𝑡</m:t>
                    </m:r>
                    <m:r>
                      <a:rPr lang="en-GB" b="0" i="1" smtClean="0">
                        <a:latin typeface="Cambria Math" panose="02040503050406030204" pitchFamily="18" charset="0"/>
                      </a:rPr>
                      <m:t> </m:t>
                    </m:r>
                    <m:r>
                      <a:rPr lang="en-GB" b="0" i="1" smtClean="0">
                        <a:latin typeface="Cambria Math" panose="02040503050406030204" pitchFamily="18" charset="0"/>
                      </a:rPr>
                      <m:t>𝐴</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𝑦</m:t>
                        </m:r>
                      </m:e>
                    </m:d>
                  </m:oMath>
                </a14:m>
                <a:endParaRPr lang="en-GB" b="0" i="1" dirty="0">
                  <a:latin typeface="Cambria Math" panose="02040503050406030204" pitchFamily="18" charset="0"/>
                </a:endParaRPr>
              </a:p>
              <a:p>
                <a:pPr lvl="1">
                  <a:lnSpc>
                    <a:spcPct val="150000"/>
                  </a:lnSpc>
                  <a:buFont typeface="Wingdings" panose="05000000000000000000" pitchFamily="2" charset="2"/>
                  <a:buChar char="§"/>
                </a:pPr>
                <a14:m>
                  <m:oMath xmlns:m="http://schemas.openxmlformats.org/officeDocument/2006/math">
                    <m:r>
                      <a:rPr lang="en-GB" b="0" i="1" smtClean="0">
                        <a:latin typeface="Cambria Math" panose="02040503050406030204" pitchFamily="18" charset="0"/>
                      </a:rPr>
                      <m:t>𝑒𝑣𝑒𝑛𝑡</m:t>
                    </m:r>
                    <m:r>
                      <a:rPr lang="en-GB" b="0" i="1" smtClean="0">
                        <a:latin typeface="Cambria Math" panose="02040503050406030204" pitchFamily="18" charset="0"/>
                      </a:rPr>
                      <m:t> </m:t>
                    </m:r>
                    <m:r>
                      <a:rPr lang="en-GB" b="0" i="1" smtClean="0">
                        <a:latin typeface="Cambria Math" panose="02040503050406030204" pitchFamily="18" charset="0"/>
                      </a:rPr>
                      <m:t>𝐵</m:t>
                    </m:r>
                    <m:r>
                      <a:rPr lang="en-GB" b="0" i="1" smtClean="0">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𝑛</m:t>
                        </m:r>
                      </m:e>
                    </m:d>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𝑦</m:t>
                        </m:r>
                      </m:e>
                    </m:d>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𝑦</m:t>
                        </m:r>
                      </m:e>
                    </m:d>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𝑛</m:t>
                        </m:r>
                      </m:e>
                    </m:d>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𝑛</m:t>
                        </m:r>
                      </m:e>
                    </m:d>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𝑦</m:t>
                        </m:r>
                      </m:e>
                    </m:d>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𝑛</m:t>
                        </m:r>
                      </m:e>
                    </m:d>
                    <m:r>
                      <a:rPr lang="en-GB" b="0" i="0" smtClean="0">
                        <a:latin typeface="Cambria Math" panose="02040503050406030204" pitchFamily="18" charset="0"/>
                      </a:rPr>
                      <m:t>}</m:t>
                    </m:r>
                  </m:oMath>
                </a14:m>
                <a:endParaRPr lang="en-US" dirty="0"/>
              </a:p>
              <a:p>
                <a:pPr>
                  <a:lnSpc>
                    <a:spcPct val="150000"/>
                  </a:lnSpc>
                  <a:buFont typeface="Wingdings" panose="05000000000000000000" pitchFamily="2" charset="2"/>
                  <a:buChar char="§"/>
                </a:pPr>
                <a:r>
                  <a:rPr lang="en-US" b="1" dirty="0"/>
                  <a:t>Probability of an event:</a:t>
                </a:r>
                <a:r>
                  <a:rPr lang="en-US" dirty="0"/>
                  <a:t> if all events are equally likely:</a:t>
                </a:r>
              </a:p>
              <a:p>
                <a:pPr lvl="1">
                  <a:lnSpc>
                    <a:spcPct val="150000"/>
                  </a:lnSpc>
                  <a:buFont typeface="Wingdings" panose="05000000000000000000" pitchFamily="2" charset="2"/>
                  <a:buChar char="§"/>
                </a:pPr>
                <a14:m>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𝑠𝑖𝑧𝑒</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num>
                      <m:den>
                        <m:r>
                          <a:rPr lang="en-GB" b="0" i="1" smtClean="0">
                            <a:latin typeface="Cambria Math" panose="02040503050406030204" pitchFamily="18" charset="0"/>
                          </a:rPr>
                          <m:t>𝑠𝑖𝑧𝑒</m:t>
                        </m:r>
                        <m:d>
                          <m:dPr>
                            <m:ctrlPr>
                              <a:rPr lang="en-GB" b="0" i="1" smtClean="0">
                                <a:latin typeface="Cambria Math" panose="02040503050406030204" pitchFamily="18" charset="0"/>
                              </a:rPr>
                            </m:ctrlPr>
                          </m:dPr>
                          <m:e>
                            <m:r>
                              <a:rPr lang="en-GB" b="0" i="1" smtClean="0">
                                <a:latin typeface="Cambria Math" panose="02040503050406030204" pitchFamily="18" charset="0"/>
                              </a:rPr>
                              <m:t>𝑆</m:t>
                            </m:r>
                          </m:e>
                        </m:d>
                      </m:den>
                    </m:f>
                  </m:oMath>
                </a14:m>
                <a:endParaRPr lang="en-US" dirty="0"/>
              </a:p>
              <a:p>
                <a:pPr lvl="1">
                  <a:lnSpc>
                    <a:spcPct val="150000"/>
                  </a:lnSpc>
                  <a:buFont typeface="Wingdings" panose="05000000000000000000" pitchFamily="2" charset="2"/>
                  <a:buChar char="§"/>
                </a:pPr>
                <a:endParaRPr lang="en-US" dirty="0"/>
              </a:p>
            </p:txBody>
          </p:sp>
        </mc:Choice>
        <mc:Fallback xmlns="">
          <p:sp>
            <p:nvSpPr>
              <p:cNvPr id="3" name="Content Placeholder 2">
                <a:extLst>
                  <a:ext uri="{FF2B5EF4-FFF2-40B4-BE49-F238E27FC236}">
                    <a16:creationId xmlns:a16="http://schemas.microsoft.com/office/drawing/2014/main" id="{8A840773-E86B-5447-F23B-20FEA98D993E}"/>
                  </a:ext>
                </a:extLst>
              </p:cNvPr>
              <p:cNvSpPr>
                <a:spLocks noGrp="1" noRot="1" noChangeAspect="1" noMove="1" noResize="1" noEditPoints="1" noAdjustHandles="1" noChangeArrowheads="1" noChangeShapeType="1" noTextEdit="1"/>
              </p:cNvSpPr>
              <p:nvPr>
                <p:ph idx="1"/>
              </p:nvPr>
            </p:nvSpPr>
            <p:spPr>
              <a:xfrm>
                <a:off x="838200" y="1159747"/>
                <a:ext cx="10881852" cy="5378705"/>
              </a:xfrm>
              <a:blipFill>
                <a:blip r:embed="rId3"/>
                <a:stretch>
                  <a:fillRect l="-784"/>
                </a:stretch>
              </a:blipFill>
            </p:spPr>
            <p:txBody>
              <a:bodyPr/>
              <a:lstStyle/>
              <a:p>
                <a:r>
                  <a:rPr lang="LID4096">
                    <a:noFill/>
                  </a:rPr>
                  <a:t> </a:t>
                </a:r>
              </a:p>
            </p:txBody>
          </p:sp>
        </mc:Fallback>
      </mc:AlternateContent>
    </p:spTree>
    <p:extLst>
      <p:ext uri="{BB962C8B-B14F-4D97-AF65-F5344CB8AC3E}">
        <p14:creationId xmlns:p14="http://schemas.microsoft.com/office/powerpoint/2010/main" val="3482875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5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25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25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25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25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25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25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334F1-56EF-80CD-7A1D-4DC913A1B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42C1B-3808-D49E-987E-C7118D853F54}"/>
              </a:ext>
            </a:extLst>
          </p:cNvPr>
          <p:cNvSpPr>
            <a:spLocks noGrp="1"/>
          </p:cNvSpPr>
          <p:nvPr>
            <p:ph type="title"/>
          </p:nvPr>
        </p:nvSpPr>
        <p:spPr>
          <a:xfrm>
            <a:off x="838200" y="20997"/>
            <a:ext cx="10515600" cy="1325563"/>
          </a:xfrm>
        </p:spPr>
        <p:txBody>
          <a:bodyPr/>
          <a:lstStyle/>
          <a:p>
            <a:r>
              <a:rPr lang="en-US" dirty="0"/>
              <a:t>Probability</a:t>
            </a:r>
            <a:endParaRPr lang="LID4096" dirty="0"/>
          </a:p>
        </p:txBody>
      </p:sp>
      <p:sp>
        <p:nvSpPr>
          <p:cNvPr id="3" name="Content Placeholder 2">
            <a:extLst>
              <a:ext uri="{FF2B5EF4-FFF2-40B4-BE49-F238E27FC236}">
                <a16:creationId xmlns:a16="http://schemas.microsoft.com/office/drawing/2014/main" id="{CF9D8032-D11D-7385-5ECE-B8DF29D70163}"/>
              </a:ext>
            </a:extLst>
          </p:cNvPr>
          <p:cNvSpPr>
            <a:spLocks noGrp="1"/>
          </p:cNvSpPr>
          <p:nvPr>
            <p:ph idx="1"/>
          </p:nvPr>
        </p:nvSpPr>
        <p:spPr>
          <a:xfrm>
            <a:off x="838200" y="1159747"/>
            <a:ext cx="10881852" cy="5378705"/>
          </a:xfrm>
        </p:spPr>
        <p:txBody>
          <a:bodyPr>
            <a:normAutofit/>
          </a:bodyPr>
          <a:lstStyle/>
          <a:p>
            <a:pPr>
              <a:lnSpc>
                <a:spcPct val="150000"/>
              </a:lnSpc>
              <a:buFont typeface="Wingdings" panose="05000000000000000000" pitchFamily="2" charset="2"/>
              <a:buChar char="§"/>
            </a:pPr>
            <a:r>
              <a:rPr lang="en-US" dirty="0"/>
              <a:t>Considering all events equally likely makes calculating probability easier, but it’s not necessarily true.</a:t>
            </a:r>
          </a:p>
          <a:p>
            <a:pPr lvl="1">
              <a:lnSpc>
                <a:spcPct val="150000"/>
              </a:lnSpc>
              <a:buFont typeface="Wingdings" panose="05000000000000000000" pitchFamily="2" charset="2"/>
              <a:buChar char="§"/>
            </a:pPr>
            <a:r>
              <a:rPr lang="en-US" dirty="0"/>
              <a:t>It is NOT true that all yes-no questions have a 50-50 chance </a:t>
            </a:r>
          </a:p>
          <a:p>
            <a:pPr lvl="1">
              <a:lnSpc>
                <a:spcPct val="150000"/>
              </a:lnSpc>
              <a:buFont typeface="Wingdings" panose="05000000000000000000" pitchFamily="2" charset="2"/>
              <a:buChar char="§"/>
            </a:pPr>
            <a:r>
              <a:rPr lang="en-US" dirty="0"/>
              <a:t>What is the probability of seeing a purple horse?</a:t>
            </a:r>
          </a:p>
          <a:p>
            <a:pPr lvl="2">
              <a:lnSpc>
                <a:spcPct val="150000"/>
              </a:lnSpc>
              <a:buFont typeface="Wingdings" panose="05000000000000000000" pitchFamily="2" charset="2"/>
              <a:buChar char="§"/>
            </a:pPr>
            <a:r>
              <a:rPr lang="en-US" dirty="0"/>
              <a:t>Natural color</a:t>
            </a:r>
          </a:p>
          <a:p>
            <a:pPr lvl="2">
              <a:lnSpc>
                <a:spcPct val="150000"/>
              </a:lnSpc>
              <a:buFont typeface="Wingdings" panose="05000000000000000000" pitchFamily="2" charset="2"/>
              <a:buChar char="§"/>
            </a:pPr>
            <a:r>
              <a:rPr lang="en-US" dirty="0"/>
              <a:t>Cartoon</a:t>
            </a:r>
          </a:p>
          <a:p>
            <a:pPr>
              <a:lnSpc>
                <a:spcPct val="150000"/>
              </a:lnSpc>
              <a:buFont typeface="Wingdings" panose="05000000000000000000" pitchFamily="2" charset="2"/>
              <a:buChar char="§"/>
            </a:pPr>
            <a:r>
              <a:rPr lang="en-US" dirty="0"/>
              <a:t>We’ll assign a distribution. </a:t>
            </a:r>
          </a:p>
          <a:p>
            <a:pPr lvl="1">
              <a:lnSpc>
                <a:spcPct val="150000"/>
              </a:lnSpc>
              <a:buFont typeface="Wingdings" panose="05000000000000000000" pitchFamily="2" charset="2"/>
              <a:buChar char="§"/>
            </a:pPr>
            <a:endParaRPr lang="en-US" dirty="0"/>
          </a:p>
        </p:txBody>
      </p:sp>
    </p:spTree>
    <p:extLst>
      <p:ext uri="{BB962C8B-B14F-4D97-AF65-F5344CB8AC3E}">
        <p14:creationId xmlns:p14="http://schemas.microsoft.com/office/powerpoint/2010/main" val="265126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5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5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ADCC7-05CE-BA45-B09A-1E372B5B0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6B2E7-FD74-8C1F-E79A-7C308903E726}"/>
              </a:ext>
            </a:extLst>
          </p:cNvPr>
          <p:cNvSpPr>
            <a:spLocks noGrp="1"/>
          </p:cNvSpPr>
          <p:nvPr>
            <p:ph type="title"/>
          </p:nvPr>
        </p:nvSpPr>
        <p:spPr>
          <a:xfrm>
            <a:off x="838200" y="20997"/>
            <a:ext cx="10515600" cy="1325563"/>
          </a:xfrm>
        </p:spPr>
        <p:txBody>
          <a:bodyPr/>
          <a:lstStyle/>
          <a:p>
            <a:r>
              <a:rPr lang="en-US" dirty="0"/>
              <a:t>Random Variable</a:t>
            </a:r>
            <a:endParaRPr lang="LID4096" dirty="0"/>
          </a:p>
        </p:txBody>
      </p:sp>
      <p:sp>
        <p:nvSpPr>
          <p:cNvPr id="3" name="Content Placeholder 2">
            <a:extLst>
              <a:ext uri="{FF2B5EF4-FFF2-40B4-BE49-F238E27FC236}">
                <a16:creationId xmlns:a16="http://schemas.microsoft.com/office/drawing/2014/main" id="{8BE8D34C-F5C9-5C69-ED02-4B1AA4A6ECA4}"/>
              </a:ext>
            </a:extLst>
          </p:cNvPr>
          <p:cNvSpPr>
            <a:spLocks noGrp="1"/>
          </p:cNvSpPr>
          <p:nvPr>
            <p:ph idx="1"/>
          </p:nvPr>
        </p:nvSpPr>
        <p:spPr>
          <a:xfrm>
            <a:off x="838200" y="1159747"/>
            <a:ext cx="10881852" cy="5378705"/>
          </a:xfrm>
        </p:spPr>
        <p:txBody>
          <a:bodyPr>
            <a:normAutofit/>
          </a:bodyPr>
          <a:lstStyle/>
          <a:p>
            <a:pPr>
              <a:lnSpc>
                <a:spcPct val="150000"/>
              </a:lnSpc>
              <a:buFont typeface="Wingdings" panose="05000000000000000000" pitchFamily="2" charset="2"/>
              <a:buChar char="§"/>
            </a:pPr>
            <a:r>
              <a:rPr lang="en-US" dirty="0"/>
              <a:t>Function that maps the sample space into real numbers (R)</a:t>
            </a:r>
          </a:p>
          <a:p>
            <a:pPr>
              <a:lnSpc>
                <a:spcPct val="150000"/>
              </a:lnSpc>
              <a:buFont typeface="Wingdings" panose="05000000000000000000" pitchFamily="2" charset="2"/>
              <a:buChar char="§"/>
            </a:pPr>
            <a:r>
              <a:rPr lang="en-US" dirty="0"/>
              <a:t>Discrete / Continuous</a:t>
            </a:r>
          </a:p>
          <a:p>
            <a:pPr lvl="1"/>
            <a:r>
              <a:rPr lang="en-US" dirty="0"/>
              <a:t>A discrete random variable may have different values with probabilities</a:t>
            </a:r>
          </a:p>
          <a:p>
            <a:pPr lvl="1"/>
            <a:r>
              <a:rPr lang="en-US" dirty="0"/>
              <a:t>A continuous random variable has probabilities over ranges</a:t>
            </a:r>
          </a:p>
          <a:p>
            <a:pPr>
              <a:lnSpc>
                <a:spcPct val="150000"/>
              </a:lnSpc>
              <a:buFont typeface="Wingdings" panose="05000000000000000000" pitchFamily="2" charset="2"/>
              <a:buChar char="§"/>
            </a:pPr>
            <a:r>
              <a:rPr lang="en-GB" dirty="0"/>
              <a:t>Instead of calculating probabilities of events, we may be more interested in finding out the list of probabilities for all possible events = </a:t>
            </a:r>
            <a:r>
              <a:rPr lang="en-GB" b="1" dirty="0"/>
              <a:t>probability distribution</a:t>
            </a:r>
            <a:r>
              <a:rPr lang="en-US" dirty="0"/>
              <a:t>.</a:t>
            </a:r>
            <a:endParaRPr lang="en-GB" b="1" dirty="0"/>
          </a:p>
        </p:txBody>
      </p:sp>
    </p:spTree>
    <p:extLst>
      <p:ext uri="{BB962C8B-B14F-4D97-AF65-F5344CB8AC3E}">
        <p14:creationId xmlns:p14="http://schemas.microsoft.com/office/powerpoint/2010/main" val="341236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5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C7A33-73A5-2680-062C-8779F965F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0DC879-B607-D576-3E48-E765D4CA65F7}"/>
              </a:ext>
            </a:extLst>
          </p:cNvPr>
          <p:cNvSpPr>
            <a:spLocks noGrp="1"/>
          </p:cNvSpPr>
          <p:nvPr>
            <p:ph type="title"/>
          </p:nvPr>
        </p:nvSpPr>
        <p:spPr>
          <a:xfrm>
            <a:off x="838200" y="20997"/>
            <a:ext cx="10515600" cy="1325563"/>
          </a:xfrm>
        </p:spPr>
        <p:txBody>
          <a:bodyPr/>
          <a:lstStyle/>
          <a:p>
            <a:r>
              <a:rPr lang="en-US" dirty="0"/>
              <a:t>Random Variable</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DCD441-06C7-CE8B-658C-EAEEC60E5221}"/>
                  </a:ext>
                </a:extLst>
              </p:cNvPr>
              <p:cNvSpPr>
                <a:spLocks noGrp="1"/>
              </p:cNvSpPr>
              <p:nvPr>
                <p:ph idx="1"/>
              </p:nvPr>
            </p:nvSpPr>
            <p:spPr>
              <a:xfrm>
                <a:off x="838200" y="1159747"/>
                <a:ext cx="10881852" cy="5378705"/>
              </a:xfrm>
            </p:spPr>
            <p:txBody>
              <a:bodyPr>
                <a:normAutofit/>
              </a:bodyPr>
              <a:lstStyle/>
              <a:p>
                <a:pPr>
                  <a:lnSpc>
                    <a:spcPct val="150000"/>
                  </a:lnSpc>
                </a:pPr>
                <a:r>
                  <a:rPr lang="en-US" dirty="0"/>
                  <a:t>For example, a dice roll:</a:t>
                </a:r>
              </a:p>
              <a:p>
                <a:pPr lvl="1">
                  <a:lnSpc>
                    <a:spcPct val="150000"/>
                  </a:lnSpc>
                  <a:buFont typeface="Wingdings" panose="05000000000000000000" pitchFamily="2" charset="2"/>
                  <a:buChar char="§"/>
                </a:pPr>
                <a:endParaRPr lang="en-US" dirty="0"/>
              </a:p>
              <a:p>
                <a:pPr lvl="1">
                  <a:lnSpc>
                    <a:spcPct val="150000"/>
                  </a:lnSpc>
                  <a:buFont typeface="Wingdings" panose="05000000000000000000" pitchFamily="2" charset="2"/>
                  <a:buChar char="§"/>
                </a:pPr>
                <a:endParaRPr lang="en-US" dirty="0"/>
              </a:p>
              <a:p>
                <a:pPr lvl="1">
                  <a:lnSpc>
                    <a:spcPct val="150000"/>
                  </a:lnSpc>
                  <a:buFont typeface="Wingdings" panose="05000000000000000000" pitchFamily="2" charset="2"/>
                  <a:buChar char="§"/>
                </a:pPr>
                <a:endParaRPr lang="en-US" dirty="0"/>
              </a:p>
              <a:p>
                <a:pPr lvl="1">
                  <a:lnSpc>
                    <a:spcPct val="150000"/>
                  </a:lnSpc>
                  <a:buFont typeface="Wingdings" panose="05000000000000000000" pitchFamily="2" charset="2"/>
                  <a:buChar char="§"/>
                </a:pPr>
                <a:endParaRPr lang="en-US" dirty="0"/>
              </a:p>
              <a:p>
                <a:pPr>
                  <a:lnSpc>
                    <a:spcPct val="150000"/>
                  </a:lnSpc>
                  <a:buFont typeface="Wingdings" panose="05000000000000000000" pitchFamily="2" charset="2"/>
                  <a:buChar char="§"/>
                </a:pPr>
                <a:endParaRPr lang="en-US" dirty="0"/>
              </a:p>
              <a:p>
                <a:pPr marL="0" indent="0">
                  <a:lnSpc>
                    <a:spcPct val="150000"/>
                  </a:lnSpc>
                  <a:buNone/>
                </a:pPr>
                <a:r>
                  <a:rPr lang="en-US" dirty="0"/>
                  <a:t>P(X=3), P(X=x), P(x</a:t>
                </a:r>
                <a14:m>
                  <m:oMath xmlns:m="http://schemas.openxmlformats.org/officeDocument/2006/math">
                    <m:r>
                      <a:rPr lang="en-GB" b="0" i="1" smtClean="0">
                        <a:latin typeface="Cambria Math" panose="02040503050406030204" pitchFamily="18" charset="0"/>
                      </a:rPr>
                      <m:t>≤</m:t>
                    </m:r>
                  </m:oMath>
                </a14:m>
                <a:r>
                  <a:rPr lang="en-US" dirty="0"/>
                  <a:t>4)</a:t>
                </a:r>
              </a:p>
            </p:txBody>
          </p:sp>
        </mc:Choice>
        <mc:Fallback xmlns="">
          <p:sp>
            <p:nvSpPr>
              <p:cNvPr id="3" name="Content Placeholder 2">
                <a:extLst>
                  <a:ext uri="{FF2B5EF4-FFF2-40B4-BE49-F238E27FC236}">
                    <a16:creationId xmlns:a16="http://schemas.microsoft.com/office/drawing/2014/main" id="{82DCD441-06C7-CE8B-658C-EAEEC60E5221}"/>
                  </a:ext>
                </a:extLst>
              </p:cNvPr>
              <p:cNvSpPr>
                <a:spLocks noGrp="1" noRot="1" noChangeAspect="1" noMove="1" noResize="1" noEditPoints="1" noAdjustHandles="1" noChangeArrowheads="1" noChangeShapeType="1" noTextEdit="1"/>
              </p:cNvSpPr>
              <p:nvPr>
                <p:ph idx="1"/>
              </p:nvPr>
            </p:nvSpPr>
            <p:spPr>
              <a:xfrm>
                <a:off x="838200" y="1159747"/>
                <a:ext cx="10881852" cy="5378705"/>
              </a:xfrm>
              <a:blipFill>
                <a:blip r:embed="rId3"/>
                <a:stretch>
                  <a:fillRect l="-1176"/>
                </a:stretch>
              </a:blipFill>
            </p:spPr>
            <p:txBody>
              <a:bodyPr/>
              <a:lstStyle/>
              <a:p>
                <a:r>
                  <a:rPr lang="he-IL">
                    <a:noFill/>
                  </a:rPr>
                  <a:t> </a:t>
                </a:r>
              </a:p>
            </p:txBody>
          </p:sp>
        </mc:Fallback>
      </mc:AlternateContent>
      <p:pic>
        <p:nvPicPr>
          <p:cNvPr id="1028" name="Picture 4" descr="Set of Dice icon. Traditional die with six faces of cube marked with  different numbers of dots or pips from 1 to 6. Simple flat style. Vector  Illustra Stock Vector Image &amp;">
            <a:extLst>
              <a:ext uri="{FF2B5EF4-FFF2-40B4-BE49-F238E27FC236}">
                <a16:creationId xmlns:a16="http://schemas.microsoft.com/office/drawing/2014/main" id="{A2A3D7E3-68CA-03AA-286B-CC8518F5057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0579"/>
          <a:stretch/>
        </p:blipFill>
        <p:spPr bwMode="auto">
          <a:xfrm>
            <a:off x="4237575" y="2323973"/>
            <a:ext cx="3716850" cy="2224342"/>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82762F9E-D981-42F7-B253-EB19CFA19FF9}"/>
              </a:ext>
            </a:extLst>
          </p:cNvPr>
          <p:cNvGrpSpPr/>
          <p:nvPr/>
        </p:nvGrpSpPr>
        <p:grpSpPr>
          <a:xfrm>
            <a:off x="4632353" y="1815209"/>
            <a:ext cx="2878199" cy="3206096"/>
            <a:chOff x="4632353" y="2228164"/>
            <a:chExt cx="2878199" cy="3206096"/>
          </a:xfrm>
        </p:grpSpPr>
        <p:grpSp>
          <p:nvGrpSpPr>
            <p:cNvPr id="30" name="Group 29">
              <a:extLst>
                <a:ext uri="{FF2B5EF4-FFF2-40B4-BE49-F238E27FC236}">
                  <a16:creationId xmlns:a16="http://schemas.microsoft.com/office/drawing/2014/main" id="{1C271B0C-6DE4-C6B6-6F8D-3486E524D288}"/>
                </a:ext>
              </a:extLst>
            </p:cNvPr>
            <p:cNvGrpSpPr/>
            <p:nvPr/>
          </p:nvGrpSpPr>
          <p:grpSpPr>
            <a:xfrm>
              <a:off x="4635911" y="2228164"/>
              <a:ext cx="2874641" cy="648195"/>
              <a:chOff x="4635911" y="2228164"/>
              <a:chExt cx="2874641" cy="648195"/>
            </a:xfrm>
          </p:grpSpPr>
          <p:grpSp>
            <p:nvGrpSpPr>
              <p:cNvPr id="15" name="Group 14">
                <a:extLst>
                  <a:ext uri="{FF2B5EF4-FFF2-40B4-BE49-F238E27FC236}">
                    <a16:creationId xmlns:a16="http://schemas.microsoft.com/office/drawing/2014/main" id="{3961E5E2-3BC7-82B0-D732-B6BD96D141CB}"/>
                  </a:ext>
                </a:extLst>
              </p:cNvPr>
              <p:cNvGrpSpPr/>
              <p:nvPr/>
            </p:nvGrpSpPr>
            <p:grpSpPr>
              <a:xfrm>
                <a:off x="4827639" y="2589444"/>
                <a:ext cx="2492477" cy="286915"/>
                <a:chOff x="4827639" y="2589444"/>
                <a:chExt cx="2492477" cy="286915"/>
              </a:xfrm>
            </p:grpSpPr>
            <p:cxnSp>
              <p:nvCxnSpPr>
                <p:cNvPr id="7" name="Straight Arrow Connector 6">
                  <a:extLst>
                    <a:ext uri="{FF2B5EF4-FFF2-40B4-BE49-F238E27FC236}">
                      <a16:creationId xmlns:a16="http://schemas.microsoft.com/office/drawing/2014/main" id="{325D87D3-9015-B48C-5B7A-B3BAFAFBB79F}"/>
                    </a:ext>
                  </a:extLst>
                </p:cNvPr>
                <p:cNvCxnSpPr/>
                <p:nvPr/>
              </p:nvCxnSpPr>
              <p:spPr>
                <a:xfrm flipV="1">
                  <a:off x="4827639" y="2589445"/>
                  <a:ext cx="0" cy="27886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AAAC0999-8850-4434-427B-5A1485E83C31}"/>
                    </a:ext>
                  </a:extLst>
                </p:cNvPr>
                <p:cNvCxnSpPr/>
                <p:nvPr/>
              </p:nvCxnSpPr>
              <p:spPr>
                <a:xfrm flipV="1">
                  <a:off x="6073878" y="2597496"/>
                  <a:ext cx="0" cy="27886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E7820CE-F35F-8B26-7788-30AB65A4964F}"/>
                    </a:ext>
                  </a:extLst>
                </p:cNvPr>
                <p:cNvCxnSpPr/>
                <p:nvPr/>
              </p:nvCxnSpPr>
              <p:spPr>
                <a:xfrm flipV="1">
                  <a:off x="7320116" y="2589444"/>
                  <a:ext cx="0" cy="27886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DEDA9E02-38AF-62D6-7B9F-52E0BDF6D51F}"/>
                  </a:ext>
                </a:extLst>
              </p:cNvPr>
              <p:cNvGrpSpPr/>
              <p:nvPr/>
            </p:nvGrpSpPr>
            <p:grpSpPr>
              <a:xfrm>
                <a:off x="4635911" y="2228164"/>
                <a:ext cx="2874641" cy="369332"/>
                <a:chOff x="4635911" y="2228164"/>
                <a:chExt cx="2874641" cy="369332"/>
              </a:xfrm>
            </p:grpSpPr>
            <p:sp>
              <p:nvSpPr>
                <p:cNvPr id="16" name="TextBox 15">
                  <a:extLst>
                    <a:ext uri="{FF2B5EF4-FFF2-40B4-BE49-F238E27FC236}">
                      <a16:creationId xmlns:a16="http://schemas.microsoft.com/office/drawing/2014/main" id="{40F9369C-19CD-99B9-B11A-DFF8AEBB6C4F}"/>
                    </a:ext>
                  </a:extLst>
                </p:cNvPr>
                <p:cNvSpPr txBox="1"/>
                <p:nvPr/>
              </p:nvSpPr>
              <p:spPr>
                <a:xfrm>
                  <a:off x="4635911" y="2228164"/>
                  <a:ext cx="383458" cy="369332"/>
                </a:xfrm>
                <a:prstGeom prst="rect">
                  <a:avLst/>
                </a:prstGeom>
                <a:noFill/>
              </p:spPr>
              <p:txBody>
                <a:bodyPr wrap="square" rtlCol="0">
                  <a:spAutoFit/>
                </a:bodyPr>
                <a:lstStyle/>
                <a:p>
                  <a:pPr algn="ctr"/>
                  <a:r>
                    <a:rPr lang="en-GB" dirty="0">
                      <a:solidFill>
                        <a:srgbClr val="C00000"/>
                      </a:solidFill>
                      <a:latin typeface="David" panose="020E0502060401010101" pitchFamily="34" charset="-79"/>
                    </a:rPr>
                    <a:t>1</a:t>
                  </a:r>
                  <a:endParaRPr lang="LID4096" dirty="0">
                    <a:solidFill>
                      <a:srgbClr val="C00000"/>
                    </a:solidFill>
                    <a:latin typeface="David" panose="020E0502060401010101" pitchFamily="34" charset="-79"/>
                  </a:endParaRPr>
                </a:p>
              </p:txBody>
            </p:sp>
            <p:sp>
              <p:nvSpPr>
                <p:cNvPr id="20" name="TextBox 19">
                  <a:extLst>
                    <a:ext uri="{FF2B5EF4-FFF2-40B4-BE49-F238E27FC236}">
                      <a16:creationId xmlns:a16="http://schemas.microsoft.com/office/drawing/2014/main" id="{C98AC74C-836B-B33C-70C8-80AC0EC47BBB}"/>
                    </a:ext>
                  </a:extLst>
                </p:cNvPr>
                <p:cNvSpPr txBox="1"/>
                <p:nvPr/>
              </p:nvSpPr>
              <p:spPr>
                <a:xfrm>
                  <a:off x="5880856" y="2228164"/>
                  <a:ext cx="383458" cy="369332"/>
                </a:xfrm>
                <a:prstGeom prst="rect">
                  <a:avLst/>
                </a:prstGeom>
                <a:noFill/>
              </p:spPr>
              <p:txBody>
                <a:bodyPr wrap="square" rtlCol="0">
                  <a:spAutoFit/>
                </a:bodyPr>
                <a:lstStyle/>
                <a:p>
                  <a:pPr algn="ctr"/>
                  <a:r>
                    <a:rPr lang="en-GB" dirty="0">
                      <a:solidFill>
                        <a:srgbClr val="C00000"/>
                      </a:solidFill>
                      <a:latin typeface="David" panose="020E0502060401010101" pitchFamily="34" charset="-79"/>
                    </a:rPr>
                    <a:t>2</a:t>
                  </a:r>
                  <a:endParaRPr lang="LID4096" dirty="0">
                    <a:solidFill>
                      <a:srgbClr val="C00000"/>
                    </a:solidFill>
                    <a:latin typeface="David" panose="020E0502060401010101" pitchFamily="34" charset="-79"/>
                  </a:endParaRPr>
                </a:p>
              </p:txBody>
            </p:sp>
            <p:sp>
              <p:nvSpPr>
                <p:cNvPr id="21" name="TextBox 20">
                  <a:extLst>
                    <a:ext uri="{FF2B5EF4-FFF2-40B4-BE49-F238E27FC236}">
                      <a16:creationId xmlns:a16="http://schemas.microsoft.com/office/drawing/2014/main" id="{B550770E-213E-2971-3116-50B7F546E7B1}"/>
                    </a:ext>
                  </a:extLst>
                </p:cNvPr>
                <p:cNvSpPr txBox="1"/>
                <p:nvPr/>
              </p:nvSpPr>
              <p:spPr>
                <a:xfrm>
                  <a:off x="7127094" y="2228164"/>
                  <a:ext cx="383458" cy="369332"/>
                </a:xfrm>
                <a:prstGeom prst="rect">
                  <a:avLst/>
                </a:prstGeom>
                <a:noFill/>
              </p:spPr>
              <p:txBody>
                <a:bodyPr wrap="square" rtlCol="0">
                  <a:spAutoFit/>
                </a:bodyPr>
                <a:lstStyle/>
                <a:p>
                  <a:pPr algn="ctr"/>
                  <a:r>
                    <a:rPr lang="en-GB" dirty="0">
                      <a:solidFill>
                        <a:srgbClr val="C00000"/>
                      </a:solidFill>
                      <a:latin typeface="David" panose="020E0502060401010101" pitchFamily="34" charset="-79"/>
                    </a:rPr>
                    <a:t>3</a:t>
                  </a:r>
                  <a:endParaRPr lang="LID4096" dirty="0">
                    <a:solidFill>
                      <a:srgbClr val="C00000"/>
                    </a:solidFill>
                    <a:latin typeface="David" panose="020E0502060401010101" pitchFamily="34" charset="-79"/>
                  </a:endParaRPr>
                </a:p>
              </p:txBody>
            </p:sp>
          </p:grpSp>
        </p:grpSp>
        <p:grpSp>
          <p:nvGrpSpPr>
            <p:cNvPr id="29" name="Group 28">
              <a:extLst>
                <a:ext uri="{FF2B5EF4-FFF2-40B4-BE49-F238E27FC236}">
                  <a16:creationId xmlns:a16="http://schemas.microsoft.com/office/drawing/2014/main" id="{C5981462-097C-AA2A-DC01-DC095191025B}"/>
                </a:ext>
              </a:extLst>
            </p:cNvPr>
            <p:cNvGrpSpPr/>
            <p:nvPr/>
          </p:nvGrpSpPr>
          <p:grpSpPr>
            <a:xfrm>
              <a:off x="4632353" y="4821837"/>
              <a:ext cx="2874641" cy="612423"/>
              <a:chOff x="4632353" y="4821837"/>
              <a:chExt cx="2874641" cy="612423"/>
            </a:xfrm>
          </p:grpSpPr>
          <p:grpSp>
            <p:nvGrpSpPr>
              <p:cNvPr id="14" name="Group 13">
                <a:extLst>
                  <a:ext uri="{FF2B5EF4-FFF2-40B4-BE49-F238E27FC236}">
                    <a16:creationId xmlns:a16="http://schemas.microsoft.com/office/drawing/2014/main" id="{83FC9738-4C0B-DF17-AAF9-089457CEBFD8}"/>
                  </a:ext>
                </a:extLst>
              </p:cNvPr>
              <p:cNvGrpSpPr/>
              <p:nvPr/>
            </p:nvGrpSpPr>
            <p:grpSpPr>
              <a:xfrm>
                <a:off x="4827639" y="4821837"/>
                <a:ext cx="2492477" cy="286915"/>
                <a:chOff x="4852220" y="4821837"/>
                <a:chExt cx="2492477" cy="286915"/>
              </a:xfrm>
            </p:grpSpPr>
            <p:cxnSp>
              <p:nvCxnSpPr>
                <p:cNvPr id="10" name="Straight Arrow Connector 9">
                  <a:extLst>
                    <a:ext uri="{FF2B5EF4-FFF2-40B4-BE49-F238E27FC236}">
                      <a16:creationId xmlns:a16="http://schemas.microsoft.com/office/drawing/2014/main" id="{1B740BA1-CD45-88B5-E30A-32695807387C}"/>
                    </a:ext>
                  </a:extLst>
                </p:cNvPr>
                <p:cNvCxnSpPr>
                  <a:cxnSpLocks/>
                </p:cNvCxnSpPr>
                <p:nvPr/>
              </p:nvCxnSpPr>
              <p:spPr>
                <a:xfrm>
                  <a:off x="4852220" y="4821838"/>
                  <a:ext cx="0" cy="27886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9E23514-D9E9-5F51-BC34-6BC7D1BA26BA}"/>
                    </a:ext>
                  </a:extLst>
                </p:cNvPr>
                <p:cNvCxnSpPr>
                  <a:cxnSpLocks/>
                </p:cNvCxnSpPr>
                <p:nvPr/>
              </p:nvCxnSpPr>
              <p:spPr>
                <a:xfrm>
                  <a:off x="6098459" y="4829889"/>
                  <a:ext cx="0" cy="27886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8C56FFB-81BA-EC57-F5FE-B99C5F03F64A}"/>
                    </a:ext>
                  </a:extLst>
                </p:cNvPr>
                <p:cNvCxnSpPr>
                  <a:cxnSpLocks/>
                </p:cNvCxnSpPr>
                <p:nvPr/>
              </p:nvCxnSpPr>
              <p:spPr>
                <a:xfrm>
                  <a:off x="7344697" y="4821837"/>
                  <a:ext cx="0" cy="27886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F45634AC-FDAD-563A-A0E8-C336A2D345A7}"/>
                  </a:ext>
                </a:extLst>
              </p:cNvPr>
              <p:cNvGrpSpPr/>
              <p:nvPr/>
            </p:nvGrpSpPr>
            <p:grpSpPr>
              <a:xfrm>
                <a:off x="4632353" y="5064928"/>
                <a:ext cx="2874641" cy="369332"/>
                <a:chOff x="4635911" y="2228164"/>
                <a:chExt cx="2874641" cy="369332"/>
              </a:xfrm>
            </p:grpSpPr>
            <p:sp>
              <p:nvSpPr>
                <p:cNvPr id="26" name="TextBox 25">
                  <a:extLst>
                    <a:ext uri="{FF2B5EF4-FFF2-40B4-BE49-F238E27FC236}">
                      <a16:creationId xmlns:a16="http://schemas.microsoft.com/office/drawing/2014/main" id="{05ACE663-B3B3-A003-9C13-838A8074613D}"/>
                    </a:ext>
                  </a:extLst>
                </p:cNvPr>
                <p:cNvSpPr txBox="1"/>
                <p:nvPr/>
              </p:nvSpPr>
              <p:spPr>
                <a:xfrm>
                  <a:off x="4635911" y="2228164"/>
                  <a:ext cx="383458" cy="369332"/>
                </a:xfrm>
                <a:prstGeom prst="rect">
                  <a:avLst/>
                </a:prstGeom>
                <a:noFill/>
              </p:spPr>
              <p:txBody>
                <a:bodyPr wrap="square" rtlCol="0">
                  <a:spAutoFit/>
                </a:bodyPr>
                <a:lstStyle/>
                <a:p>
                  <a:pPr algn="ctr"/>
                  <a:r>
                    <a:rPr lang="en-GB" dirty="0">
                      <a:solidFill>
                        <a:srgbClr val="C00000"/>
                      </a:solidFill>
                      <a:latin typeface="David" panose="020E0502060401010101" pitchFamily="34" charset="-79"/>
                    </a:rPr>
                    <a:t>4</a:t>
                  </a:r>
                  <a:endParaRPr lang="LID4096" dirty="0">
                    <a:solidFill>
                      <a:srgbClr val="C00000"/>
                    </a:solidFill>
                    <a:latin typeface="David" panose="020E0502060401010101" pitchFamily="34" charset="-79"/>
                  </a:endParaRPr>
                </a:p>
              </p:txBody>
            </p:sp>
            <p:sp>
              <p:nvSpPr>
                <p:cNvPr id="27" name="TextBox 26">
                  <a:extLst>
                    <a:ext uri="{FF2B5EF4-FFF2-40B4-BE49-F238E27FC236}">
                      <a16:creationId xmlns:a16="http://schemas.microsoft.com/office/drawing/2014/main" id="{CB6F0669-9552-B71C-48AE-77145C354660}"/>
                    </a:ext>
                  </a:extLst>
                </p:cNvPr>
                <p:cNvSpPr txBox="1"/>
                <p:nvPr/>
              </p:nvSpPr>
              <p:spPr>
                <a:xfrm>
                  <a:off x="5880856" y="2228164"/>
                  <a:ext cx="383458" cy="369332"/>
                </a:xfrm>
                <a:prstGeom prst="rect">
                  <a:avLst/>
                </a:prstGeom>
                <a:noFill/>
              </p:spPr>
              <p:txBody>
                <a:bodyPr wrap="square" rtlCol="0">
                  <a:spAutoFit/>
                </a:bodyPr>
                <a:lstStyle/>
                <a:p>
                  <a:pPr algn="ctr"/>
                  <a:r>
                    <a:rPr lang="en-GB" dirty="0">
                      <a:solidFill>
                        <a:srgbClr val="C00000"/>
                      </a:solidFill>
                      <a:latin typeface="David" panose="020E0502060401010101" pitchFamily="34" charset="-79"/>
                    </a:rPr>
                    <a:t>5</a:t>
                  </a:r>
                  <a:endParaRPr lang="LID4096" dirty="0">
                    <a:solidFill>
                      <a:srgbClr val="C00000"/>
                    </a:solidFill>
                    <a:latin typeface="David" panose="020E0502060401010101" pitchFamily="34" charset="-79"/>
                  </a:endParaRPr>
                </a:p>
              </p:txBody>
            </p:sp>
            <p:sp>
              <p:nvSpPr>
                <p:cNvPr id="28" name="TextBox 27">
                  <a:extLst>
                    <a:ext uri="{FF2B5EF4-FFF2-40B4-BE49-F238E27FC236}">
                      <a16:creationId xmlns:a16="http://schemas.microsoft.com/office/drawing/2014/main" id="{2BBA5092-0E54-23B5-E35B-50CE16A5D464}"/>
                    </a:ext>
                  </a:extLst>
                </p:cNvPr>
                <p:cNvSpPr txBox="1"/>
                <p:nvPr/>
              </p:nvSpPr>
              <p:spPr>
                <a:xfrm>
                  <a:off x="7127094" y="2228164"/>
                  <a:ext cx="383458" cy="369332"/>
                </a:xfrm>
                <a:prstGeom prst="rect">
                  <a:avLst/>
                </a:prstGeom>
                <a:noFill/>
              </p:spPr>
              <p:txBody>
                <a:bodyPr wrap="square" rtlCol="0">
                  <a:spAutoFit/>
                </a:bodyPr>
                <a:lstStyle/>
                <a:p>
                  <a:pPr algn="ctr"/>
                  <a:r>
                    <a:rPr lang="en-GB" dirty="0">
                      <a:solidFill>
                        <a:srgbClr val="C00000"/>
                      </a:solidFill>
                      <a:latin typeface="David" panose="020E0502060401010101" pitchFamily="34" charset="-79"/>
                    </a:rPr>
                    <a:t>6</a:t>
                  </a:r>
                  <a:endParaRPr lang="LID4096" dirty="0">
                    <a:solidFill>
                      <a:srgbClr val="C00000"/>
                    </a:solidFill>
                    <a:latin typeface="David" panose="020E0502060401010101" pitchFamily="34" charset="-79"/>
                  </a:endParaRPr>
                </a:p>
              </p:txBody>
            </p:sp>
          </p:grpSp>
        </p:grpSp>
      </p:grpSp>
    </p:spTree>
    <p:extLst>
      <p:ext uri="{BB962C8B-B14F-4D97-AF65-F5344CB8AC3E}">
        <p14:creationId xmlns:p14="http://schemas.microsoft.com/office/powerpoint/2010/main" val="3687210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25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250"/>
                                        <p:tgtEl>
                                          <p:spTgt spid="3">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7D652-8F70-6BED-0DCF-572BF1FB1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F9659-E16B-2CFD-E82F-4030F1754881}"/>
              </a:ext>
            </a:extLst>
          </p:cNvPr>
          <p:cNvSpPr>
            <a:spLocks noGrp="1"/>
          </p:cNvSpPr>
          <p:nvPr>
            <p:ph type="title"/>
          </p:nvPr>
        </p:nvSpPr>
        <p:spPr>
          <a:xfrm>
            <a:off x="838200" y="20997"/>
            <a:ext cx="10515600" cy="1325563"/>
          </a:xfrm>
        </p:spPr>
        <p:txBody>
          <a:bodyPr/>
          <a:lstStyle/>
          <a:p>
            <a:r>
              <a:rPr lang="en-US" dirty="0"/>
              <a:t>Discrete Random Variables + Distributions</a:t>
            </a:r>
            <a:endParaRPr lang="LID4096" dirty="0"/>
          </a:p>
        </p:txBody>
      </p:sp>
      <p:sp>
        <p:nvSpPr>
          <p:cNvPr id="3" name="Content Placeholder 2">
            <a:extLst>
              <a:ext uri="{FF2B5EF4-FFF2-40B4-BE49-F238E27FC236}">
                <a16:creationId xmlns:a16="http://schemas.microsoft.com/office/drawing/2014/main" id="{08467092-84F7-4611-66CA-1E72CC0D189F}"/>
              </a:ext>
            </a:extLst>
          </p:cNvPr>
          <p:cNvSpPr>
            <a:spLocks noGrp="1"/>
          </p:cNvSpPr>
          <p:nvPr>
            <p:ph idx="1"/>
          </p:nvPr>
        </p:nvSpPr>
        <p:spPr>
          <a:xfrm>
            <a:off x="838200" y="1159747"/>
            <a:ext cx="10881852" cy="5378705"/>
          </a:xfrm>
        </p:spPr>
        <p:txBody>
          <a:bodyPr>
            <a:normAutofit fontScale="92500"/>
          </a:bodyPr>
          <a:lstStyle/>
          <a:p>
            <a:pPr>
              <a:lnSpc>
                <a:spcPct val="150000"/>
              </a:lnSpc>
              <a:buFont typeface="Wingdings" panose="05000000000000000000" pitchFamily="2" charset="2"/>
              <a:buChar char="§"/>
            </a:pPr>
            <a:r>
              <a:rPr lang="en-GB" dirty="0"/>
              <a:t>Instead of calculating probabilities of events, we may be more interested in finding out the list of probabilities for all possible events = </a:t>
            </a:r>
            <a:r>
              <a:rPr lang="en-GB" b="1" dirty="0"/>
              <a:t>probability distribution</a:t>
            </a:r>
          </a:p>
          <a:p>
            <a:pPr>
              <a:lnSpc>
                <a:spcPct val="150000"/>
              </a:lnSpc>
              <a:buFont typeface="Wingdings" panose="05000000000000000000" pitchFamily="2" charset="2"/>
              <a:buChar char="§"/>
            </a:pPr>
            <a:r>
              <a:rPr lang="en-GB" dirty="0"/>
              <a:t>Empirical probability distribution: </a:t>
            </a:r>
          </a:p>
          <a:p>
            <a:pPr lvl="1">
              <a:lnSpc>
                <a:spcPct val="150000"/>
              </a:lnSpc>
              <a:buFont typeface="Wingdings" panose="05000000000000000000" pitchFamily="2" charset="2"/>
              <a:buChar char="§"/>
            </a:pPr>
            <a:r>
              <a:rPr lang="en-GB" dirty="0"/>
              <a:t>roll a dice a bunch of times</a:t>
            </a:r>
          </a:p>
          <a:p>
            <a:pPr lvl="1">
              <a:lnSpc>
                <a:spcPct val="150000"/>
              </a:lnSpc>
              <a:buFont typeface="Wingdings" panose="05000000000000000000" pitchFamily="2" charset="2"/>
              <a:buChar char="§"/>
            </a:pPr>
            <a:r>
              <a:rPr lang="en-GB" dirty="0"/>
              <a:t>count how many times we get each number </a:t>
            </a:r>
          </a:p>
          <a:p>
            <a:pPr lvl="1">
              <a:lnSpc>
                <a:spcPct val="150000"/>
              </a:lnSpc>
              <a:buFont typeface="Wingdings" panose="05000000000000000000" pitchFamily="2" charset="2"/>
              <a:buChar char="§"/>
            </a:pPr>
            <a:r>
              <a:rPr lang="en-GB" dirty="0"/>
              <a:t>Normalize by dividing the value for each number by the number of times the dice was rolled</a:t>
            </a:r>
          </a:p>
          <a:p>
            <a:pPr lvl="1">
              <a:lnSpc>
                <a:spcPct val="150000"/>
              </a:lnSpc>
              <a:buFont typeface="Wingdings" panose="05000000000000000000" pitchFamily="2" charset="2"/>
              <a:buChar char="§"/>
            </a:pPr>
            <a:r>
              <a:rPr lang="en-GB" dirty="0"/>
              <a:t>We will do this using advanced computational methods</a:t>
            </a:r>
            <a:endParaRPr lang="en-US" dirty="0"/>
          </a:p>
        </p:txBody>
      </p:sp>
    </p:spTree>
    <p:extLst>
      <p:ext uri="{BB962C8B-B14F-4D97-AF65-F5344CB8AC3E}">
        <p14:creationId xmlns:p14="http://schemas.microsoft.com/office/powerpoint/2010/main" val="441010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A689B4B-0844-7C58-A1E3-C46FBF317FFB}"/>
              </a:ext>
            </a:extLst>
          </p:cNvPr>
          <p:cNvSpPr>
            <a:spLocks noGrp="1"/>
          </p:cNvSpPr>
          <p:nvPr>
            <p:ph type="title"/>
          </p:nvPr>
        </p:nvSpPr>
        <p:spPr>
          <a:xfrm>
            <a:off x="731520" y="205105"/>
            <a:ext cx="10515600" cy="1325563"/>
          </a:xfrm>
        </p:spPr>
        <p:txBody>
          <a:bodyPr/>
          <a:lstStyle/>
          <a:p>
            <a:r>
              <a:rPr lang="en-GB" dirty="0"/>
              <a:t>Known Distributions</a:t>
            </a:r>
            <a:endParaRPr lang="he-IL" dirty="0"/>
          </a:p>
        </p:txBody>
      </p:sp>
      <p:pic>
        <p:nvPicPr>
          <p:cNvPr id="4" name="Picture 9" descr="A blue and orange line graph&#10;&#10;AI-generated content may be incorrect.">
            <a:extLst>
              <a:ext uri="{FF2B5EF4-FFF2-40B4-BE49-F238E27FC236}">
                <a16:creationId xmlns:a16="http://schemas.microsoft.com/office/drawing/2014/main" id="{220E7F12-D102-8A00-84E4-BC176976EBD5}"/>
              </a:ext>
            </a:extLst>
          </p:cNvPr>
          <p:cNvPicPr>
            <a:picLocks noChangeAspect="1"/>
          </p:cNvPicPr>
          <p:nvPr/>
        </p:nvPicPr>
        <p:blipFill>
          <a:blip r:embed="rId2">
            <a:extLst>
              <a:ext uri="{28A0092B-C50C-407E-A947-70E740481C1C}">
                <a14:useLocalDpi xmlns:a14="http://schemas.microsoft.com/office/drawing/2010/main" val="0"/>
              </a:ext>
            </a:extLst>
          </a:blip>
          <a:srcRect r="33867"/>
          <a:stretch/>
        </p:blipFill>
        <p:spPr>
          <a:xfrm>
            <a:off x="342389" y="1365969"/>
            <a:ext cx="2573708" cy="2071229"/>
          </a:xfrm>
          <a:prstGeom prst="rect">
            <a:avLst/>
          </a:prstGeom>
        </p:spPr>
      </p:pic>
      <p:pic>
        <p:nvPicPr>
          <p:cNvPr id="5" name="Picture 5" descr="A blue graph with black text&#10;&#10;AI-generated content may be incorrect.">
            <a:extLst>
              <a:ext uri="{FF2B5EF4-FFF2-40B4-BE49-F238E27FC236}">
                <a16:creationId xmlns:a16="http://schemas.microsoft.com/office/drawing/2014/main" id="{4EA7FBEC-573F-8A5F-7E63-21D7B643EC2D}"/>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35757"/>
          <a:stretch>
            <a:fillRect/>
          </a:stretch>
        </p:blipFill>
        <p:spPr>
          <a:xfrm>
            <a:off x="3236725" y="1388829"/>
            <a:ext cx="2654545" cy="2152015"/>
          </a:xfrm>
          <a:prstGeom prst="rect">
            <a:avLst/>
          </a:prstGeom>
        </p:spPr>
      </p:pic>
      <p:pic>
        <p:nvPicPr>
          <p:cNvPr id="6" name="Picture 6" descr="A graph with a line and a point&#10;&#10;AI-generated content may be incorrect.">
            <a:extLst>
              <a:ext uri="{FF2B5EF4-FFF2-40B4-BE49-F238E27FC236}">
                <a16:creationId xmlns:a16="http://schemas.microsoft.com/office/drawing/2014/main" id="{940FF252-80A6-7D74-C463-CF4D74C65A64}"/>
              </a:ext>
            </a:extLst>
          </p:cNvPr>
          <p:cNvPicPr>
            <a:picLocks noChangeAspect="1"/>
          </p:cNvPicPr>
          <p:nvPr/>
        </p:nvPicPr>
        <p:blipFill>
          <a:blip r:embed="rId4">
            <a:extLst>
              <a:ext uri="{28A0092B-C50C-407E-A947-70E740481C1C}">
                <a14:useLocalDpi xmlns:a14="http://schemas.microsoft.com/office/drawing/2010/main" val="0"/>
              </a:ext>
            </a:extLst>
          </a:blip>
          <a:srcRect r="25317"/>
          <a:stretch>
            <a:fillRect/>
          </a:stretch>
        </p:blipFill>
        <p:spPr>
          <a:xfrm>
            <a:off x="1696965" y="4068444"/>
            <a:ext cx="2867033" cy="2174875"/>
          </a:xfrm>
          <a:prstGeom prst="rect">
            <a:avLst/>
          </a:prstGeom>
        </p:spPr>
      </p:pic>
      <p:pic>
        <p:nvPicPr>
          <p:cNvPr id="7" name="Picture 10" descr="A graph with purple and blue lines&#10;&#10;AI-generated content may be incorrect.">
            <a:extLst>
              <a:ext uri="{FF2B5EF4-FFF2-40B4-BE49-F238E27FC236}">
                <a16:creationId xmlns:a16="http://schemas.microsoft.com/office/drawing/2014/main" id="{AD692F77-60D4-DE62-4D91-BF3253C84220}"/>
              </a:ext>
            </a:extLst>
          </p:cNvPr>
          <p:cNvPicPr>
            <a:picLocks noChangeAspect="1"/>
          </p:cNvPicPr>
          <p:nvPr/>
        </p:nvPicPr>
        <p:blipFill>
          <a:blip r:embed="rId5">
            <a:extLst>
              <a:ext uri="{28A0092B-C50C-407E-A947-70E740481C1C}">
                <a14:useLocalDpi xmlns:a14="http://schemas.microsoft.com/office/drawing/2010/main" val="0"/>
              </a:ext>
            </a:extLst>
          </a:blip>
          <a:srcRect r="29010"/>
          <a:stretch>
            <a:fillRect/>
          </a:stretch>
        </p:blipFill>
        <p:spPr>
          <a:xfrm>
            <a:off x="4759825" y="4045583"/>
            <a:ext cx="2919686" cy="2174876"/>
          </a:xfrm>
          <a:prstGeom prst="rect">
            <a:avLst/>
          </a:prstGeom>
        </p:spPr>
      </p:pic>
      <p:sp>
        <p:nvSpPr>
          <p:cNvPr id="12" name="תיבת טקסט 11">
            <a:extLst>
              <a:ext uri="{FF2B5EF4-FFF2-40B4-BE49-F238E27FC236}">
                <a16:creationId xmlns:a16="http://schemas.microsoft.com/office/drawing/2014/main" id="{23FFA8E4-2BB5-5961-A59D-A8FCE1649084}"/>
              </a:ext>
            </a:extLst>
          </p:cNvPr>
          <p:cNvSpPr txBox="1"/>
          <p:nvPr/>
        </p:nvSpPr>
        <p:spPr>
          <a:xfrm>
            <a:off x="477998" y="3540844"/>
            <a:ext cx="5511322" cy="369332"/>
          </a:xfrm>
          <a:prstGeom prst="rect">
            <a:avLst/>
          </a:prstGeom>
          <a:noFill/>
        </p:spPr>
        <p:txBody>
          <a:bodyPr wrap="square" rtlCol="1">
            <a:spAutoFit/>
          </a:bodyPr>
          <a:lstStyle/>
          <a:p>
            <a:r>
              <a:rPr lang="en-US" dirty="0"/>
              <a:t>         Normal                                     Continues uniform</a:t>
            </a:r>
            <a:endParaRPr lang="he-IL" dirty="0"/>
          </a:p>
        </p:txBody>
      </p:sp>
      <p:pic>
        <p:nvPicPr>
          <p:cNvPr id="15" name="Picture 5" descr="A graph with blue dots and green bars&#10;&#10;AI-generated content may be incorrect.">
            <a:extLst>
              <a:ext uri="{FF2B5EF4-FFF2-40B4-BE49-F238E27FC236}">
                <a16:creationId xmlns:a16="http://schemas.microsoft.com/office/drawing/2014/main" id="{B8ADADBF-65E7-C617-6240-C33D8A16D22B}"/>
              </a:ext>
            </a:extLst>
          </p:cNvPr>
          <p:cNvPicPr>
            <a:picLocks noChangeAspect="1"/>
          </p:cNvPicPr>
          <p:nvPr/>
        </p:nvPicPr>
        <p:blipFill>
          <a:blip r:embed="rId6">
            <a:extLst>
              <a:ext uri="{28A0092B-C50C-407E-A947-70E740481C1C}">
                <a14:useLocalDpi xmlns:a14="http://schemas.microsoft.com/office/drawing/2010/main" val="0"/>
              </a:ext>
            </a:extLst>
          </a:blip>
          <a:srcRect r="24280"/>
          <a:stretch>
            <a:fillRect/>
          </a:stretch>
        </p:blipFill>
        <p:spPr>
          <a:xfrm>
            <a:off x="8001054" y="4068444"/>
            <a:ext cx="2841196" cy="2128684"/>
          </a:xfrm>
          <a:prstGeom prst="rect">
            <a:avLst/>
          </a:prstGeom>
        </p:spPr>
      </p:pic>
      <p:sp>
        <p:nvSpPr>
          <p:cNvPr id="16" name="תיבת טקסט 15">
            <a:extLst>
              <a:ext uri="{FF2B5EF4-FFF2-40B4-BE49-F238E27FC236}">
                <a16:creationId xmlns:a16="http://schemas.microsoft.com/office/drawing/2014/main" id="{2EBE3C1C-5369-3B33-0449-C045B6B4EA5F}"/>
              </a:ext>
            </a:extLst>
          </p:cNvPr>
          <p:cNvSpPr txBox="1"/>
          <p:nvPr/>
        </p:nvSpPr>
        <p:spPr>
          <a:xfrm>
            <a:off x="1908810" y="6197128"/>
            <a:ext cx="8618220" cy="369332"/>
          </a:xfrm>
          <a:prstGeom prst="rect">
            <a:avLst/>
          </a:prstGeom>
          <a:noFill/>
        </p:spPr>
        <p:txBody>
          <a:bodyPr wrap="square" rtlCol="1">
            <a:spAutoFit/>
          </a:bodyPr>
          <a:lstStyle/>
          <a:p>
            <a:r>
              <a:rPr lang="en-US" dirty="0"/>
              <a:t>Bernoulli                                                              Binomial                                                         Poisson</a:t>
            </a:r>
            <a:endParaRPr lang="he-IL" dirty="0"/>
          </a:p>
        </p:txBody>
      </p:sp>
    </p:spTree>
    <p:extLst>
      <p:ext uri="{BB962C8B-B14F-4D97-AF65-F5344CB8AC3E}">
        <p14:creationId xmlns:p14="http://schemas.microsoft.com/office/powerpoint/2010/main" val="136359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5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5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990AA-7D64-12D8-FD1A-9BE18970A50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1544E184-B73F-D016-70F4-11263D512CF3}"/>
                  </a:ext>
                </a:extLst>
              </p:cNvPr>
              <p:cNvSpPr>
                <a:spLocks noGrp="1"/>
              </p:cNvSpPr>
              <p:nvPr>
                <p:ph idx="1"/>
              </p:nvPr>
            </p:nvSpPr>
            <p:spPr>
              <a:xfrm>
                <a:off x="838200" y="1159747"/>
                <a:ext cx="10881852" cy="5378705"/>
              </a:xfrm>
            </p:spPr>
            <p:txBody>
              <a:bodyPr>
                <a:normAutofit/>
              </a:bodyPr>
              <a:lstStyle/>
              <a:p>
                <a:pPr marL="0" indent="0">
                  <a:lnSpc>
                    <a:spcPct val="150000"/>
                  </a:lnSpc>
                  <a:buNone/>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2</m:t>
                              </m:r>
                              <m:r>
                                <a:rPr lang="en-GB" b="0" i="1" smtClean="0">
                                  <a:latin typeface="Cambria Math" panose="02040503050406030204" pitchFamily="18" charset="0"/>
                                </a:rPr>
                                <m:t>𝜋</m:t>
                              </m:r>
                            </m:e>
                          </m:rad>
                          <m:r>
                            <a:rPr lang="en-GB" b="0" i="1" smtClean="0">
                              <a:latin typeface="Cambria Math" panose="02040503050406030204" pitchFamily="18" charset="0"/>
                            </a:rPr>
                            <m:t>𝜎</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𝜇</m:t>
                                      </m:r>
                                    </m:num>
                                    <m:den>
                                      <m:r>
                                        <a:rPr lang="en-GB" b="0" i="1" smtClean="0">
                                          <a:latin typeface="Cambria Math" panose="02040503050406030204" pitchFamily="18" charset="0"/>
                                        </a:rPr>
                                        <m:t>𝜎</m:t>
                                      </m:r>
                                    </m:den>
                                  </m:f>
                                </m:e>
                              </m:d>
                            </m:e>
                            <m:sup>
                              <m:r>
                                <a:rPr lang="en-GB" b="0" i="1" smtClean="0">
                                  <a:latin typeface="Cambria Math" panose="02040503050406030204" pitchFamily="18" charset="0"/>
                                </a:rPr>
                                <m:t>2</m:t>
                              </m:r>
                            </m:sup>
                          </m:sSup>
                        </m:sup>
                      </m:sSup>
                    </m:oMath>
                  </m:oMathPara>
                </a14:m>
                <a:endParaRPr lang="en-GB" dirty="0"/>
              </a:p>
              <a:p>
                <a:pPr>
                  <a:lnSpc>
                    <a:spcPct val="150000"/>
                  </a:lnSpc>
                  <a:buFont typeface="Wingdings" panose="05000000000000000000" pitchFamily="2" charset="2"/>
                  <a:buChar char="§"/>
                </a:pPr>
                <a:r>
                  <a:rPr lang="en-GB" dirty="0"/>
                  <a:t> </a:t>
                </a:r>
                <a14:m>
                  <m:oMath xmlns:m="http://schemas.openxmlformats.org/officeDocument/2006/math">
                    <m:r>
                      <a:rPr lang="en-GB" b="0" i="1" smtClean="0">
                        <a:latin typeface="Cambria Math" panose="02040503050406030204" pitchFamily="18" charset="0"/>
                      </a:rPr>
                      <m:t>𝜇</m:t>
                    </m:r>
                  </m:oMath>
                </a14:m>
                <a:r>
                  <a:rPr lang="en-US" dirty="0"/>
                  <a:t> – mean</a:t>
                </a:r>
              </a:p>
              <a:p>
                <a:pPr>
                  <a:lnSpc>
                    <a:spcPct val="150000"/>
                  </a:lnSpc>
                  <a:buFont typeface="Wingdings" panose="05000000000000000000" pitchFamily="2" charset="2"/>
                  <a:buChar char="§"/>
                </a:pPr>
                <a14:m>
                  <m:oMath xmlns:m="http://schemas.openxmlformats.org/officeDocument/2006/math">
                    <m:r>
                      <a:rPr lang="en-GB" b="0" i="1" smtClean="0">
                        <a:latin typeface="Cambria Math" panose="02040503050406030204" pitchFamily="18" charset="0"/>
                      </a:rPr>
                      <m:t>𝜎</m:t>
                    </m:r>
                  </m:oMath>
                </a14:m>
                <a:r>
                  <a:rPr lang="en-US" dirty="0"/>
                  <a:t> – standard deviation</a:t>
                </a:r>
              </a:p>
              <a:p>
                <a:pPr>
                  <a:lnSpc>
                    <a:spcPct val="150000"/>
                  </a:lnSpc>
                  <a:buFont typeface="Wingdings" panose="05000000000000000000" pitchFamily="2" charset="2"/>
                  <a:buChar char="§"/>
                </a:pPr>
                <a:r>
                  <a:rPr lang="en-US" dirty="0"/>
                  <a:t>f(x) – probability </a:t>
                </a:r>
                <a:r>
                  <a:rPr lang="en-US" b="1" dirty="0"/>
                  <a:t>density</a:t>
                </a:r>
                <a:r>
                  <a:rPr lang="en-US" dirty="0"/>
                  <a:t> function</a:t>
                </a:r>
              </a:p>
            </p:txBody>
          </p:sp>
        </mc:Choice>
        <mc:Fallback xmlns="">
          <p:sp>
            <p:nvSpPr>
              <p:cNvPr id="8" name="Content Placeholder 2">
                <a:extLst>
                  <a:ext uri="{FF2B5EF4-FFF2-40B4-BE49-F238E27FC236}">
                    <a16:creationId xmlns:a16="http://schemas.microsoft.com/office/drawing/2014/main" id="{1544E184-B73F-D016-70F4-11263D512CF3}"/>
                  </a:ext>
                </a:extLst>
              </p:cNvPr>
              <p:cNvSpPr>
                <a:spLocks noGrp="1" noRot="1" noChangeAspect="1" noMove="1" noResize="1" noEditPoints="1" noAdjustHandles="1" noChangeArrowheads="1" noChangeShapeType="1" noTextEdit="1"/>
              </p:cNvSpPr>
              <p:nvPr>
                <p:ph idx="1"/>
              </p:nvPr>
            </p:nvSpPr>
            <p:spPr>
              <a:xfrm>
                <a:off x="838200" y="1159747"/>
                <a:ext cx="10881852" cy="5378705"/>
              </a:xfrm>
              <a:blipFill>
                <a:blip r:embed="rId3"/>
                <a:stretch>
                  <a:fillRect l="-1008"/>
                </a:stretch>
              </a:blipFill>
            </p:spPr>
            <p:txBody>
              <a:bodyPr/>
              <a:lstStyle/>
              <a:p>
                <a:r>
                  <a:rPr lang="LID4096">
                    <a:noFill/>
                  </a:rPr>
                  <a:t> </a:t>
                </a:r>
              </a:p>
            </p:txBody>
          </p:sp>
        </mc:Fallback>
      </mc:AlternateContent>
      <p:sp>
        <p:nvSpPr>
          <p:cNvPr id="2" name="Title 1">
            <a:extLst>
              <a:ext uri="{FF2B5EF4-FFF2-40B4-BE49-F238E27FC236}">
                <a16:creationId xmlns:a16="http://schemas.microsoft.com/office/drawing/2014/main" id="{4E83916E-D049-F810-79F0-619FB9823182}"/>
              </a:ext>
            </a:extLst>
          </p:cNvPr>
          <p:cNvSpPr>
            <a:spLocks noGrp="1"/>
          </p:cNvSpPr>
          <p:nvPr>
            <p:ph type="title"/>
          </p:nvPr>
        </p:nvSpPr>
        <p:spPr>
          <a:xfrm>
            <a:off x="838200" y="20997"/>
            <a:ext cx="10515600" cy="1325563"/>
          </a:xfrm>
        </p:spPr>
        <p:txBody>
          <a:bodyPr/>
          <a:lstStyle/>
          <a:p>
            <a:r>
              <a:rPr lang="en-US" dirty="0"/>
              <a:t>Normal Distribution </a:t>
            </a:r>
            <a:endParaRPr lang="LID4096" dirty="0"/>
          </a:p>
        </p:txBody>
      </p:sp>
      <p:pic>
        <p:nvPicPr>
          <p:cNvPr id="10" name="Picture 9" descr="A blue and orange line graph&#10;&#10;AI-generated content may be incorrect.">
            <a:extLst>
              <a:ext uri="{FF2B5EF4-FFF2-40B4-BE49-F238E27FC236}">
                <a16:creationId xmlns:a16="http://schemas.microsoft.com/office/drawing/2014/main" id="{7FB99ED7-428A-557F-D844-D3389E2DE3D4}"/>
              </a:ext>
            </a:extLst>
          </p:cNvPr>
          <p:cNvPicPr>
            <a:picLocks noChangeAspect="1"/>
          </p:cNvPicPr>
          <p:nvPr/>
        </p:nvPicPr>
        <p:blipFill>
          <a:blip r:embed="rId4">
            <a:extLst>
              <a:ext uri="{28A0092B-C50C-407E-A947-70E740481C1C}">
                <a14:useLocalDpi xmlns:a14="http://schemas.microsoft.com/office/drawing/2010/main" val="0"/>
              </a:ext>
            </a:extLst>
          </a:blip>
          <a:srcRect r="33867"/>
          <a:stretch/>
        </p:blipFill>
        <p:spPr>
          <a:xfrm>
            <a:off x="7027402" y="1346560"/>
            <a:ext cx="4692650" cy="3776479"/>
          </a:xfrm>
          <a:prstGeom prst="rect">
            <a:avLst/>
          </a:prstGeom>
        </p:spPr>
      </p:pic>
    </p:spTree>
    <p:extLst>
      <p:ext uri="{BB962C8B-B14F-4D97-AF65-F5344CB8AC3E}">
        <p14:creationId xmlns:p14="http://schemas.microsoft.com/office/powerpoint/2010/main" val="422772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F7CA8-8FAA-3063-5982-85746DCED5A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CE1218FD-5BD4-60F0-2AB1-4FEF247B4EBA}"/>
                  </a:ext>
                </a:extLst>
              </p:cNvPr>
              <p:cNvSpPr>
                <a:spLocks noGrp="1"/>
              </p:cNvSpPr>
              <p:nvPr>
                <p:ph idx="1"/>
              </p:nvPr>
            </p:nvSpPr>
            <p:spPr>
              <a:xfrm>
                <a:off x="838200" y="291133"/>
                <a:ext cx="10881852" cy="5378705"/>
              </a:xfrm>
            </p:spPr>
            <p:txBody>
              <a:bodyPr>
                <a:normAutofit/>
              </a:bodyPr>
              <a:lstStyle/>
              <a:p>
                <a:pPr marL="0" indent="0">
                  <a:lnSpc>
                    <a:spcPct val="150000"/>
                  </a:lnSpc>
                  <a:buNone/>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eqArr>
                            <m:eqArrPr>
                              <m:ctrlPr>
                                <a:rPr lang="en-GB" b="0" i="1" smtClean="0">
                                  <a:latin typeface="Cambria Math" panose="02040503050406030204" pitchFamily="18" charset="0"/>
                                </a:rPr>
                              </m:ctrlPr>
                            </m:eqArr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𝑎</m:t>
                                  </m:r>
                                </m:den>
                              </m:f>
                              <m:r>
                                <a:rPr lang="en-GB" b="0" i="1" smtClean="0">
                                  <a:latin typeface="Cambria Math" panose="02040503050406030204" pitchFamily="18" charset="0"/>
                                </a:rPr>
                                <m:t>,  </m:t>
                              </m:r>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𝑏</m:t>
                              </m:r>
                            </m:e>
                            <m:e>
                              <m:r>
                                <a:rPr lang="en-GB" b="0" i="1" smtClean="0">
                                  <a:latin typeface="Cambria Math" panose="02040503050406030204" pitchFamily="18" charset="0"/>
                                </a:rPr>
                                <m:t>&amp;</m:t>
                              </m:r>
                              <m:r>
                                <a:rPr lang="en-GB" b="0" i="1" smtClean="0">
                                  <a:latin typeface="Cambria Math" panose="02040503050406030204" pitchFamily="18" charset="0"/>
                                </a:rPr>
                                <m:t>0</m:t>
                              </m:r>
                              <m:r>
                                <a:rPr lang="en-GB" b="0" i="1" smtClean="0">
                                  <a:latin typeface="Cambria Math" panose="02040503050406030204" pitchFamily="18" charset="0"/>
                                </a:rPr>
                                <m:t>,              </m:t>
                              </m:r>
                              <m:r>
                                <a:rPr lang="en-GB" b="0" i="1" smtClean="0">
                                  <a:latin typeface="Cambria Math" panose="02040503050406030204" pitchFamily="18" charset="0"/>
                                </a:rPr>
                                <m:t>𝑒𝑙𝑠𝑒</m:t>
                              </m:r>
                            </m:e>
                          </m:eqArr>
                        </m:e>
                      </m:d>
                    </m:oMath>
                  </m:oMathPara>
                </a14:m>
                <a:endParaRPr lang="en-GB" dirty="0"/>
              </a:p>
              <a:p>
                <a:pPr>
                  <a:lnSpc>
                    <a:spcPct val="150000"/>
                  </a:lnSpc>
                  <a:buFont typeface="Wingdings" panose="05000000000000000000" pitchFamily="2" charset="2"/>
                  <a:buChar char="§"/>
                </a:pPr>
                <a:r>
                  <a:rPr lang="en-US" dirty="0"/>
                  <a:t>f(x) – probability </a:t>
                </a:r>
                <a:r>
                  <a:rPr lang="en-US" b="1" dirty="0"/>
                  <a:t>density</a:t>
                </a:r>
                <a:r>
                  <a:rPr lang="en-US" dirty="0"/>
                  <a:t> function</a:t>
                </a:r>
              </a:p>
              <a:p>
                <a:pPr marL="0" indent="0">
                  <a:lnSpc>
                    <a:spcPct val="150000"/>
                  </a:lnSpc>
                  <a:buNone/>
                </a:pPr>
                <a:endParaRPr lang="en-GB" dirty="0"/>
              </a:p>
            </p:txBody>
          </p:sp>
        </mc:Choice>
        <mc:Fallback xmlns="">
          <p:sp>
            <p:nvSpPr>
              <p:cNvPr id="8" name="Content Placeholder 2">
                <a:extLst>
                  <a:ext uri="{FF2B5EF4-FFF2-40B4-BE49-F238E27FC236}">
                    <a16:creationId xmlns:a16="http://schemas.microsoft.com/office/drawing/2014/main" id="{CE1218FD-5BD4-60F0-2AB1-4FEF247B4EBA}"/>
                  </a:ext>
                </a:extLst>
              </p:cNvPr>
              <p:cNvSpPr>
                <a:spLocks noGrp="1" noRot="1" noChangeAspect="1" noMove="1" noResize="1" noEditPoints="1" noAdjustHandles="1" noChangeArrowheads="1" noChangeShapeType="1" noTextEdit="1"/>
              </p:cNvSpPr>
              <p:nvPr>
                <p:ph idx="1"/>
              </p:nvPr>
            </p:nvSpPr>
            <p:spPr>
              <a:xfrm>
                <a:off x="838200" y="291133"/>
                <a:ext cx="10881852" cy="5378705"/>
              </a:xfrm>
              <a:blipFill>
                <a:blip r:embed="rId3"/>
                <a:stretch>
                  <a:fillRect l="-1008"/>
                </a:stretch>
              </a:blipFill>
            </p:spPr>
            <p:txBody>
              <a:bodyPr/>
              <a:lstStyle/>
              <a:p>
                <a:r>
                  <a:rPr lang="LID4096">
                    <a:noFill/>
                  </a:rPr>
                  <a:t> </a:t>
                </a:r>
              </a:p>
            </p:txBody>
          </p:sp>
        </mc:Fallback>
      </mc:AlternateContent>
      <p:sp>
        <p:nvSpPr>
          <p:cNvPr id="2" name="Title 1">
            <a:extLst>
              <a:ext uri="{FF2B5EF4-FFF2-40B4-BE49-F238E27FC236}">
                <a16:creationId xmlns:a16="http://schemas.microsoft.com/office/drawing/2014/main" id="{C8AA51BA-C82C-87F2-88CD-80608877EE5C}"/>
              </a:ext>
            </a:extLst>
          </p:cNvPr>
          <p:cNvSpPr>
            <a:spLocks noGrp="1"/>
          </p:cNvSpPr>
          <p:nvPr>
            <p:ph type="title"/>
          </p:nvPr>
        </p:nvSpPr>
        <p:spPr>
          <a:xfrm>
            <a:off x="838200" y="20997"/>
            <a:ext cx="10515600" cy="1325563"/>
          </a:xfrm>
        </p:spPr>
        <p:txBody>
          <a:bodyPr/>
          <a:lstStyle/>
          <a:p>
            <a:r>
              <a:rPr lang="en-US" dirty="0"/>
              <a:t>Continuous Uniform</a:t>
            </a:r>
            <a:endParaRPr lang="LID4096" dirty="0"/>
          </a:p>
        </p:txBody>
      </p:sp>
      <p:pic>
        <p:nvPicPr>
          <p:cNvPr id="6" name="Picture 5" descr="A blue graph with black text&#10;&#10;AI-generated content may be incorrect.">
            <a:extLst>
              <a:ext uri="{FF2B5EF4-FFF2-40B4-BE49-F238E27FC236}">
                <a16:creationId xmlns:a16="http://schemas.microsoft.com/office/drawing/2014/main" id="{07BB31D5-955A-5FD5-CFA0-54782E4FC5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1516" y="3350291"/>
            <a:ext cx="6510570" cy="3390751"/>
          </a:xfrm>
          <a:prstGeom prst="rect">
            <a:avLst/>
          </a:prstGeom>
        </p:spPr>
      </p:pic>
    </p:spTree>
    <p:extLst>
      <p:ext uri="{BB962C8B-B14F-4D97-AF65-F5344CB8AC3E}">
        <p14:creationId xmlns:p14="http://schemas.microsoft.com/office/powerpoint/2010/main" val="162092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E071-E0B3-DDB8-19CA-DE683886EA4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6E499D9F-B565-3145-65DE-A7280B78F1CD}"/>
                  </a:ext>
                </a:extLst>
              </p:cNvPr>
              <p:cNvSpPr>
                <a:spLocks noGrp="1"/>
              </p:cNvSpPr>
              <p:nvPr>
                <p:ph idx="1"/>
              </p:nvPr>
            </p:nvSpPr>
            <p:spPr>
              <a:xfrm>
                <a:off x="838200" y="844028"/>
                <a:ext cx="10881852" cy="5378705"/>
              </a:xfrm>
            </p:spPr>
            <p:txBody>
              <a:bodyPr>
                <a:normAutofit/>
              </a:bodyPr>
              <a:lstStyle/>
              <a:p>
                <a:pPr marL="0" indent="0">
                  <a:lnSpc>
                    <a:spcPct val="150000"/>
                  </a:lnSpc>
                  <a:buNone/>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eqArr>
                            <m:eqArrPr>
                              <m:ctrlPr>
                                <a:rPr lang="en-GB" b="0" i="1" smtClean="0">
                                  <a:latin typeface="Cambria Math" panose="02040503050406030204" pitchFamily="18" charset="0"/>
                                </a:rPr>
                              </m:ctrlPr>
                            </m:eqArrPr>
                            <m:e>
                              <m:r>
                                <a:rPr lang="en-GB" b="0" i="1" smtClean="0">
                                  <a:latin typeface="Cambria Math" panose="02040503050406030204" pitchFamily="18" charset="0"/>
                                </a:rPr>
                                <m:t>𝑝</m:t>
                              </m:r>
                              <m:r>
                                <a:rPr lang="en-GB" b="0" i="1" smtClean="0">
                                  <a:latin typeface="Cambria Math" panose="02040503050406030204" pitchFamily="18" charset="0"/>
                                </a:rPr>
                                <m:t>,          </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1</m:t>
                              </m:r>
                            </m:e>
                            <m:e>
                              <m:r>
                                <a:rPr lang="en-GB" b="0" i="1" smtClean="0">
                                  <a:latin typeface="Cambria Math" panose="02040503050406030204" pitchFamily="18" charset="0"/>
                                </a:rPr>
                                <m:t>&amp;</m:t>
                              </m:r>
                              <m:r>
                                <a:rPr lang="en-GB" b="0" i="1" smtClean="0">
                                  <a:latin typeface="Cambria Math" panose="02040503050406030204" pitchFamily="18" charset="0"/>
                                </a:rPr>
                                <m:t>1</m:t>
                              </m:r>
                              <m:r>
                                <a:rPr lang="en-GB" b="0" i="1" smtClean="0">
                                  <a:latin typeface="Cambria Math" panose="02040503050406030204" pitchFamily="18" charset="0"/>
                                </a:rPr>
                                <m:t>−</m:t>
                              </m:r>
                              <m:r>
                                <a:rPr lang="en-GB" b="0" i="1" smtClean="0">
                                  <a:latin typeface="Cambria Math" panose="02040503050406030204" pitchFamily="18" charset="0"/>
                                </a:rPr>
                                <m:t>𝑝</m:t>
                              </m:r>
                              <m:r>
                                <a:rPr lang="en-GB" b="0" i="1" smtClean="0">
                                  <a:latin typeface="Cambria Math" panose="02040503050406030204" pitchFamily="18" charset="0"/>
                                </a:rPr>
                                <m:t>,  </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0</m:t>
                              </m:r>
                            </m:e>
                          </m:eqArr>
                        </m:e>
                      </m:d>
                    </m:oMath>
                  </m:oMathPara>
                </a14:m>
                <a:endParaRPr lang="en-GB" dirty="0"/>
              </a:p>
              <a:p>
                <a:pPr>
                  <a:lnSpc>
                    <a:spcPct val="150000"/>
                  </a:lnSpc>
                  <a:buFont typeface="Wingdings" panose="05000000000000000000" pitchFamily="2" charset="2"/>
                  <a:buChar char="§"/>
                </a:pPr>
                <a:r>
                  <a:rPr lang="en-GB" dirty="0"/>
                  <a:t>p = the probability of success</a:t>
                </a:r>
              </a:p>
              <a:p>
                <a:pPr>
                  <a:lnSpc>
                    <a:spcPct val="150000"/>
                  </a:lnSpc>
                  <a:buFont typeface="Wingdings" panose="05000000000000000000" pitchFamily="2" charset="2"/>
                  <a:buChar char="§"/>
                </a:pPr>
                <a:r>
                  <a:rPr lang="en-GB" dirty="0"/>
                  <a:t>1-p = the probability of failure</a:t>
                </a:r>
              </a:p>
              <a:p>
                <a:pPr lvl="1">
                  <a:lnSpc>
                    <a:spcPct val="150000"/>
                  </a:lnSpc>
                  <a:buFont typeface="Wingdings" panose="05000000000000000000" pitchFamily="2" charset="2"/>
                  <a:buChar char="§"/>
                </a:pPr>
                <a:r>
                  <a:rPr lang="en-GB" dirty="0"/>
                  <a:t>Coin toss – fair coin p=0.5</a:t>
                </a:r>
              </a:p>
              <a:p>
                <a:pPr lvl="1">
                  <a:lnSpc>
                    <a:spcPct val="150000"/>
                  </a:lnSpc>
                  <a:buFont typeface="Wingdings" panose="05000000000000000000" pitchFamily="2" charset="2"/>
                  <a:buChar char="§"/>
                </a:pPr>
                <a:r>
                  <a:rPr lang="en-GB" dirty="0"/>
                  <a:t>success / failure in a single trial</a:t>
                </a:r>
              </a:p>
              <a:p>
                <a:pPr>
                  <a:lnSpc>
                    <a:spcPct val="150000"/>
                  </a:lnSpc>
                  <a:buFont typeface="Wingdings" panose="05000000000000000000" pitchFamily="2" charset="2"/>
                  <a:buChar char="§"/>
                </a:pPr>
                <a:r>
                  <a:rPr lang="en-GB" dirty="0"/>
                  <a:t>f(x) – probability </a:t>
                </a:r>
                <a:r>
                  <a:rPr lang="en-GB" b="1" dirty="0"/>
                  <a:t>mass</a:t>
                </a:r>
                <a:r>
                  <a:rPr lang="en-GB" dirty="0"/>
                  <a:t> function</a:t>
                </a:r>
              </a:p>
            </p:txBody>
          </p:sp>
        </mc:Choice>
        <mc:Fallback xmlns="">
          <p:sp>
            <p:nvSpPr>
              <p:cNvPr id="8" name="Content Placeholder 2">
                <a:extLst>
                  <a:ext uri="{FF2B5EF4-FFF2-40B4-BE49-F238E27FC236}">
                    <a16:creationId xmlns:a16="http://schemas.microsoft.com/office/drawing/2014/main" id="{6E499D9F-B565-3145-65DE-A7280B78F1CD}"/>
                  </a:ext>
                </a:extLst>
              </p:cNvPr>
              <p:cNvSpPr>
                <a:spLocks noGrp="1" noRot="1" noChangeAspect="1" noMove="1" noResize="1" noEditPoints="1" noAdjustHandles="1" noChangeArrowheads="1" noChangeShapeType="1" noTextEdit="1"/>
              </p:cNvSpPr>
              <p:nvPr>
                <p:ph idx="1"/>
              </p:nvPr>
            </p:nvSpPr>
            <p:spPr>
              <a:xfrm>
                <a:off x="838200" y="844028"/>
                <a:ext cx="10881852" cy="5378705"/>
              </a:xfrm>
              <a:blipFill>
                <a:blip r:embed="rId3"/>
                <a:stretch>
                  <a:fillRect l="-1008"/>
                </a:stretch>
              </a:blipFill>
            </p:spPr>
            <p:txBody>
              <a:bodyPr/>
              <a:lstStyle/>
              <a:p>
                <a:r>
                  <a:rPr lang="he-IL">
                    <a:noFill/>
                  </a:rPr>
                  <a:t> </a:t>
                </a:r>
              </a:p>
            </p:txBody>
          </p:sp>
        </mc:Fallback>
      </mc:AlternateContent>
      <p:sp>
        <p:nvSpPr>
          <p:cNvPr id="2" name="Title 1">
            <a:extLst>
              <a:ext uri="{FF2B5EF4-FFF2-40B4-BE49-F238E27FC236}">
                <a16:creationId xmlns:a16="http://schemas.microsoft.com/office/drawing/2014/main" id="{14821926-1462-4C51-E9E5-B54EFA5429B8}"/>
              </a:ext>
            </a:extLst>
          </p:cNvPr>
          <p:cNvSpPr>
            <a:spLocks noGrp="1"/>
          </p:cNvSpPr>
          <p:nvPr>
            <p:ph type="title"/>
          </p:nvPr>
        </p:nvSpPr>
        <p:spPr>
          <a:xfrm>
            <a:off x="838200" y="20997"/>
            <a:ext cx="10515600" cy="1325563"/>
          </a:xfrm>
        </p:spPr>
        <p:txBody>
          <a:bodyPr/>
          <a:lstStyle/>
          <a:p>
            <a:r>
              <a:rPr lang="en-US" dirty="0"/>
              <a:t>Bernoulli</a:t>
            </a:r>
            <a:endParaRPr lang="LID4096" dirty="0"/>
          </a:p>
        </p:txBody>
      </p:sp>
      <p:pic>
        <p:nvPicPr>
          <p:cNvPr id="7" name="Picture 6" descr="A graph with a line and a point&#10;&#10;AI-generated content may be incorrect.">
            <a:extLst>
              <a:ext uri="{FF2B5EF4-FFF2-40B4-BE49-F238E27FC236}">
                <a16:creationId xmlns:a16="http://schemas.microsoft.com/office/drawing/2014/main" id="{E3441864-3D77-7057-16B2-96145B6F77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01915" y="3724028"/>
            <a:ext cx="5083584" cy="2880000"/>
          </a:xfrm>
          <a:prstGeom prst="rect">
            <a:avLst/>
          </a:prstGeom>
        </p:spPr>
      </p:pic>
      <p:pic>
        <p:nvPicPr>
          <p:cNvPr id="10" name="Picture 9" descr="A graph with a line and a point&#10;&#10;AI-generated content may be incorrect.">
            <a:extLst>
              <a:ext uri="{FF2B5EF4-FFF2-40B4-BE49-F238E27FC236}">
                <a16:creationId xmlns:a16="http://schemas.microsoft.com/office/drawing/2014/main" id="{B4E94445-F598-7534-2E49-E2DC720DF3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01915" y="549000"/>
            <a:ext cx="5083584" cy="2880000"/>
          </a:xfrm>
          <a:prstGeom prst="rect">
            <a:avLst/>
          </a:prstGeom>
        </p:spPr>
      </p:pic>
    </p:spTree>
    <p:extLst>
      <p:ext uri="{BB962C8B-B14F-4D97-AF65-F5344CB8AC3E}">
        <p14:creationId xmlns:p14="http://schemas.microsoft.com/office/powerpoint/2010/main" val="2150263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D3CFC-DDDC-DB18-5886-0E1E47964A1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503CCA17-CA42-9144-4088-0F07CB09EFCF}"/>
                  </a:ext>
                </a:extLst>
              </p:cNvPr>
              <p:cNvSpPr>
                <a:spLocks noGrp="1"/>
              </p:cNvSpPr>
              <p:nvPr>
                <p:ph idx="1"/>
              </p:nvPr>
            </p:nvSpPr>
            <p:spPr>
              <a:xfrm>
                <a:off x="838200" y="844028"/>
                <a:ext cx="10881852" cy="5378705"/>
              </a:xfrm>
            </p:spPr>
            <p:txBody>
              <a:bodyPr>
                <a:normAutofit/>
              </a:bodyPr>
              <a:lstStyle/>
              <a:p>
                <a:pPr marL="0" indent="0">
                  <a:lnSpc>
                    <a:spcPct val="150000"/>
                  </a:lnSpc>
                  <a:buNone/>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𝑘</m:t>
                          </m:r>
                          <m:r>
                            <a:rPr lang="en-GB" b="0" i="1" smtClean="0">
                              <a:latin typeface="Cambria Math" panose="02040503050406030204" pitchFamily="18" charset="0"/>
                            </a:rPr>
                            <m:t>, </m:t>
                          </m:r>
                          <m:r>
                            <a:rPr lang="en-GB" b="0" i="1" smtClean="0">
                              <a:latin typeface="Cambria Math" panose="02040503050406030204" pitchFamily="18" charset="0"/>
                            </a:rPr>
                            <m:t>𝑛</m:t>
                          </m:r>
                          <m:r>
                            <a:rPr lang="en-GB" b="0" i="1" smtClean="0">
                              <a:latin typeface="Cambria Math" panose="02040503050406030204" pitchFamily="18" charset="0"/>
                            </a:rPr>
                            <m:t>, </m:t>
                          </m:r>
                          <m:r>
                            <a:rPr lang="en-GB" b="0" i="1" smtClean="0">
                              <a:latin typeface="Cambria Math" panose="02040503050406030204" pitchFamily="18" charset="0"/>
                            </a:rPr>
                            <m:t>𝑝</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m>
                            <m:mPr>
                              <m:mcs>
                                <m:mc>
                                  <m:mcPr>
                                    <m:count m:val="1"/>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𝑛</m:t>
                                </m:r>
                              </m:e>
                            </m:mr>
                            <m:mr>
                              <m:e>
                                <m:r>
                                  <a:rPr lang="en-GB" b="0" i="1" smtClean="0">
                                    <a:latin typeface="Cambria Math" panose="02040503050406030204" pitchFamily="18" charset="0"/>
                                  </a:rPr>
                                  <m:t>𝑘</m:t>
                                </m:r>
                              </m:e>
                            </m:mr>
                          </m:m>
                        </m:e>
                      </m:d>
                      <m:sSup>
                        <m:sSupPr>
                          <m:ctrlPr>
                            <a:rPr lang="en-GB" b="0" i="1" smtClean="0">
                              <a:latin typeface="Cambria Math" panose="02040503050406030204" pitchFamily="18" charset="0"/>
                            </a:rPr>
                          </m:ctrlPr>
                        </m:sSupPr>
                        <m:e>
                          <m:r>
                            <a:rPr lang="en-GB" b="0" i="1" smtClean="0">
                              <a:latin typeface="Cambria Math" panose="02040503050406030204" pitchFamily="18" charset="0"/>
                            </a:rPr>
                            <m:t>𝑝</m:t>
                          </m:r>
                        </m:e>
                        <m:sup>
                          <m:r>
                            <a:rPr lang="en-GB" b="0" i="1" smtClean="0">
                              <a:latin typeface="Cambria Math" panose="02040503050406030204" pitchFamily="18" charset="0"/>
                            </a:rPr>
                            <m:t>𝑘</m:t>
                          </m:r>
                        </m:sup>
                      </m:sSup>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m:t>
                              </m:r>
                              <m:r>
                                <a:rPr lang="en-GB" b="0" i="1" smtClean="0">
                                  <a:latin typeface="Cambria Math" panose="02040503050406030204" pitchFamily="18" charset="0"/>
                                </a:rPr>
                                <m:t>𝑝</m:t>
                              </m:r>
                            </m:e>
                          </m:d>
                        </m:e>
                        <m:sup>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𝑘</m:t>
                          </m:r>
                        </m:sup>
                      </m:sSup>
                    </m:oMath>
                  </m:oMathPara>
                </a14:m>
                <a:endParaRPr lang="en-GB" dirty="0"/>
              </a:p>
              <a:p>
                <a:pPr>
                  <a:lnSpc>
                    <a:spcPct val="150000"/>
                  </a:lnSpc>
                  <a:buFont typeface="Wingdings" panose="05000000000000000000" pitchFamily="2" charset="2"/>
                  <a:buChar char="§"/>
                </a:pPr>
                <a:r>
                  <a:rPr lang="en-GB" dirty="0"/>
                  <a:t>p = the probability of success</a:t>
                </a:r>
              </a:p>
              <a:p>
                <a:pPr>
                  <a:lnSpc>
                    <a:spcPct val="150000"/>
                  </a:lnSpc>
                  <a:buFont typeface="Wingdings" panose="05000000000000000000" pitchFamily="2" charset="2"/>
                  <a:buChar char="§"/>
                </a:pPr>
                <a:r>
                  <a:rPr lang="en-GB" dirty="0"/>
                  <a:t>n = the number of experiments</a:t>
                </a:r>
              </a:p>
              <a:p>
                <a:pPr>
                  <a:lnSpc>
                    <a:spcPct val="150000"/>
                  </a:lnSpc>
                  <a:buFont typeface="Wingdings" panose="05000000000000000000" pitchFamily="2" charset="2"/>
                  <a:buChar char="§"/>
                </a:pPr>
                <a:r>
                  <a:rPr lang="en-GB" dirty="0"/>
                  <a:t>k = the number of successes</a:t>
                </a:r>
              </a:p>
              <a:p>
                <a:pPr>
                  <a:lnSpc>
                    <a:spcPct val="150000"/>
                  </a:lnSpc>
                  <a:buFont typeface="Wingdings" panose="05000000000000000000" pitchFamily="2" charset="2"/>
                  <a:buChar char="§"/>
                </a:pPr>
                <a:r>
                  <a:rPr lang="en-GB" dirty="0"/>
                  <a:t>f – probability </a:t>
                </a:r>
                <a:r>
                  <a:rPr lang="en-GB" b="1" dirty="0"/>
                  <a:t>mass</a:t>
                </a:r>
                <a:r>
                  <a:rPr lang="en-GB" dirty="0"/>
                  <a:t> function</a:t>
                </a:r>
              </a:p>
              <a:p>
                <a:pPr>
                  <a:lnSpc>
                    <a:spcPct val="150000"/>
                  </a:lnSpc>
                  <a:buFont typeface="Wingdings" panose="05000000000000000000" pitchFamily="2" charset="2"/>
                  <a:buChar char="§"/>
                </a:pPr>
                <a:endParaRPr lang="en-GB" dirty="0"/>
              </a:p>
            </p:txBody>
          </p:sp>
        </mc:Choice>
        <mc:Fallback xmlns="">
          <p:sp>
            <p:nvSpPr>
              <p:cNvPr id="8" name="Content Placeholder 2">
                <a:extLst>
                  <a:ext uri="{FF2B5EF4-FFF2-40B4-BE49-F238E27FC236}">
                    <a16:creationId xmlns:a16="http://schemas.microsoft.com/office/drawing/2014/main" id="{503CCA17-CA42-9144-4088-0F07CB09EFCF}"/>
                  </a:ext>
                </a:extLst>
              </p:cNvPr>
              <p:cNvSpPr>
                <a:spLocks noGrp="1" noRot="1" noChangeAspect="1" noMove="1" noResize="1" noEditPoints="1" noAdjustHandles="1" noChangeArrowheads="1" noChangeShapeType="1" noTextEdit="1"/>
              </p:cNvSpPr>
              <p:nvPr>
                <p:ph idx="1"/>
              </p:nvPr>
            </p:nvSpPr>
            <p:spPr>
              <a:xfrm>
                <a:off x="838200" y="844028"/>
                <a:ext cx="10881852" cy="5378705"/>
              </a:xfrm>
              <a:blipFill>
                <a:blip r:embed="rId3"/>
                <a:stretch>
                  <a:fillRect l="-1008"/>
                </a:stretch>
              </a:blipFill>
            </p:spPr>
            <p:txBody>
              <a:bodyPr/>
              <a:lstStyle/>
              <a:p>
                <a:r>
                  <a:rPr lang="LID4096">
                    <a:noFill/>
                  </a:rPr>
                  <a:t> </a:t>
                </a:r>
              </a:p>
            </p:txBody>
          </p:sp>
        </mc:Fallback>
      </mc:AlternateContent>
      <p:sp>
        <p:nvSpPr>
          <p:cNvPr id="2" name="Title 1">
            <a:extLst>
              <a:ext uri="{FF2B5EF4-FFF2-40B4-BE49-F238E27FC236}">
                <a16:creationId xmlns:a16="http://schemas.microsoft.com/office/drawing/2014/main" id="{502D73BC-AC8D-1D9B-95DC-23CCEC94CF3B}"/>
              </a:ext>
            </a:extLst>
          </p:cNvPr>
          <p:cNvSpPr>
            <a:spLocks noGrp="1"/>
          </p:cNvSpPr>
          <p:nvPr>
            <p:ph type="title"/>
          </p:nvPr>
        </p:nvSpPr>
        <p:spPr>
          <a:xfrm>
            <a:off x="838200" y="20997"/>
            <a:ext cx="10515600" cy="1325563"/>
          </a:xfrm>
        </p:spPr>
        <p:txBody>
          <a:bodyPr/>
          <a:lstStyle/>
          <a:p>
            <a:r>
              <a:rPr lang="en-US" dirty="0"/>
              <a:t>Binomial</a:t>
            </a:r>
            <a:endParaRPr lang="LID4096" dirty="0"/>
          </a:p>
        </p:txBody>
      </p:sp>
      <p:pic>
        <p:nvPicPr>
          <p:cNvPr id="6" name="Picture 5" descr="A graph with purple and blue lines&#10;&#10;AI-generated content may be incorrect.">
            <a:extLst>
              <a:ext uri="{FF2B5EF4-FFF2-40B4-BE49-F238E27FC236}">
                <a16:creationId xmlns:a16="http://schemas.microsoft.com/office/drawing/2014/main" id="{802F42FC-5EC0-69F6-D8AB-356B13BAFE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03592" y="431674"/>
            <a:ext cx="5453172" cy="2880000"/>
          </a:xfrm>
          <a:prstGeom prst="rect">
            <a:avLst/>
          </a:prstGeom>
        </p:spPr>
      </p:pic>
      <p:pic>
        <p:nvPicPr>
          <p:cNvPr id="11" name="Picture 10" descr="A graph with purple and blue lines&#10;&#10;AI-generated content may be incorrect.">
            <a:extLst>
              <a:ext uri="{FF2B5EF4-FFF2-40B4-BE49-F238E27FC236}">
                <a16:creationId xmlns:a16="http://schemas.microsoft.com/office/drawing/2014/main" id="{D0084808-EDA1-3191-4A32-6A269612B2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03592" y="3722351"/>
            <a:ext cx="5446199" cy="2880000"/>
          </a:xfrm>
          <a:prstGeom prst="rect">
            <a:avLst/>
          </a:prstGeom>
        </p:spPr>
      </p:pic>
    </p:spTree>
    <p:extLst>
      <p:ext uri="{BB962C8B-B14F-4D97-AF65-F5344CB8AC3E}">
        <p14:creationId xmlns:p14="http://schemas.microsoft.com/office/powerpoint/2010/main" val="1026139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10A60-5A8D-3286-3973-402BC6511BB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05183B1-D865-F6B2-D63B-B5CE3308D138}"/>
                  </a:ext>
                </a:extLst>
              </p:cNvPr>
              <p:cNvSpPr>
                <a:spLocks noGrp="1"/>
              </p:cNvSpPr>
              <p:nvPr>
                <p:ph idx="1"/>
              </p:nvPr>
            </p:nvSpPr>
            <p:spPr>
              <a:xfrm>
                <a:off x="838200" y="844028"/>
                <a:ext cx="10881852" cy="5378705"/>
              </a:xfrm>
            </p:spPr>
            <p:txBody>
              <a:bodyPr>
                <a:normAutofit/>
              </a:bodyPr>
              <a:lstStyle/>
              <a:p>
                <a:pPr marL="0" indent="0">
                  <a:lnSpc>
                    <a:spcPct val="150000"/>
                  </a:lnSpc>
                  <a:buNone/>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𝑘</m:t>
                          </m:r>
                          <m:r>
                            <a:rPr lang="en-GB" b="0" i="1" smtClean="0">
                              <a:latin typeface="Cambria Math" panose="02040503050406030204" pitchFamily="18" charset="0"/>
                            </a:rPr>
                            <m:t>, </m:t>
                          </m:r>
                          <m:r>
                            <a:rPr lang="en-GB" b="0" i="1" smtClean="0">
                              <a:latin typeface="Cambria Math" panose="02040503050406030204" pitchFamily="18" charset="0"/>
                            </a:rPr>
                            <m:t>𝜆</m:t>
                          </m:r>
                        </m:e>
                      </m:d>
                      <m:r>
                        <a:rPr lang="en-GB" i="1">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i="1">
                                  <a:latin typeface="Cambria Math" panose="02040503050406030204" pitchFamily="18" charset="0"/>
                                </a:rPr>
                                <m:t>𝜆</m:t>
                              </m:r>
                            </m:e>
                            <m:sup>
                              <m:r>
                                <a:rPr lang="en-GB" b="0" i="1" smtClean="0">
                                  <a:latin typeface="Cambria Math" panose="02040503050406030204" pitchFamily="18" charset="0"/>
                                </a:rPr>
                                <m:t>𝑘</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m:t>
                              </m:r>
                              <m:r>
                                <a:rPr lang="en-GB" b="0" i="1" smtClean="0">
                                  <a:latin typeface="Cambria Math" panose="02040503050406030204" pitchFamily="18" charset="0"/>
                                </a:rPr>
                                <m:t>𝜆</m:t>
                              </m:r>
                            </m:sup>
                          </m:sSup>
                        </m:num>
                        <m:den>
                          <m:r>
                            <a:rPr lang="en-GB" b="0" i="1" smtClean="0">
                              <a:latin typeface="Cambria Math" panose="02040503050406030204" pitchFamily="18" charset="0"/>
                            </a:rPr>
                            <m:t>𝑘</m:t>
                          </m:r>
                          <m:r>
                            <a:rPr lang="en-GB" b="0" i="1" smtClean="0">
                              <a:latin typeface="Cambria Math" panose="02040503050406030204" pitchFamily="18" charset="0"/>
                            </a:rPr>
                            <m:t>!</m:t>
                          </m:r>
                        </m:den>
                      </m:f>
                    </m:oMath>
                  </m:oMathPara>
                </a14:m>
                <a:endParaRPr lang="en-GB" dirty="0"/>
              </a:p>
              <a:p>
                <a:pPr>
                  <a:lnSpc>
                    <a:spcPct val="150000"/>
                  </a:lnSpc>
                  <a:buFont typeface="Wingdings" panose="05000000000000000000" pitchFamily="2" charset="2"/>
                  <a:buChar char="§"/>
                </a:pPr>
                <a:r>
                  <a:rPr lang="en-GB" dirty="0"/>
                  <a:t>The probability of a given number of events occurring in a fixed interval</a:t>
                </a:r>
              </a:p>
              <a:p>
                <a:pPr lvl="1">
                  <a:lnSpc>
                    <a:spcPct val="150000"/>
                  </a:lnSpc>
                  <a:buFont typeface="Wingdings" panose="05000000000000000000" pitchFamily="2" charset="2"/>
                  <a:buChar char="§"/>
                </a:pPr>
                <a:r>
                  <a:rPr lang="en-GB" dirty="0"/>
                  <a:t>Events occur at a known constant mean rate - </a:t>
                </a:r>
                <a14:m>
                  <m:oMath xmlns:m="http://schemas.openxmlformats.org/officeDocument/2006/math">
                    <m:r>
                      <a:rPr lang="en-GB" b="0" i="1" smtClean="0">
                        <a:latin typeface="Cambria Math" panose="02040503050406030204" pitchFamily="18" charset="0"/>
                      </a:rPr>
                      <m:t>𝜆</m:t>
                    </m:r>
                  </m:oMath>
                </a14:m>
                <a:endParaRPr lang="en-GB" dirty="0"/>
              </a:p>
              <a:p>
                <a:pPr lvl="1">
                  <a:lnSpc>
                    <a:spcPct val="150000"/>
                  </a:lnSpc>
                  <a:buFont typeface="Wingdings" panose="05000000000000000000" pitchFamily="2" charset="2"/>
                  <a:buChar char="§"/>
                </a:pPr>
                <a:r>
                  <a:rPr lang="en-GB" dirty="0"/>
                  <a:t>Events occur independently of the time since the last event </a:t>
                </a:r>
              </a:p>
              <a:p>
                <a:pPr>
                  <a:lnSpc>
                    <a:spcPct val="150000"/>
                  </a:lnSpc>
                  <a:buFont typeface="Wingdings" panose="05000000000000000000" pitchFamily="2" charset="2"/>
                  <a:buChar char="§"/>
                </a:pPr>
                <a:r>
                  <a:rPr lang="en-GB" dirty="0"/>
                  <a:t>k = the number of occurrences</a:t>
                </a:r>
              </a:p>
              <a:p>
                <a:pPr>
                  <a:lnSpc>
                    <a:spcPct val="150000"/>
                  </a:lnSpc>
                  <a:buFont typeface="Wingdings" panose="05000000000000000000" pitchFamily="2" charset="2"/>
                  <a:buChar char="§"/>
                </a:pPr>
                <a:r>
                  <a:rPr lang="en-GB" dirty="0"/>
                  <a:t>f – probability </a:t>
                </a:r>
                <a:r>
                  <a:rPr lang="en-GB" b="1" dirty="0"/>
                  <a:t>mass</a:t>
                </a:r>
                <a:r>
                  <a:rPr lang="en-GB" dirty="0"/>
                  <a:t> function</a:t>
                </a:r>
              </a:p>
              <a:p>
                <a:pPr>
                  <a:lnSpc>
                    <a:spcPct val="150000"/>
                  </a:lnSpc>
                  <a:buFont typeface="Wingdings" panose="05000000000000000000" pitchFamily="2" charset="2"/>
                  <a:buChar char="§"/>
                </a:pPr>
                <a:endParaRPr lang="en-GB" dirty="0"/>
              </a:p>
            </p:txBody>
          </p:sp>
        </mc:Choice>
        <mc:Fallback xmlns="">
          <p:sp>
            <p:nvSpPr>
              <p:cNvPr id="8" name="Content Placeholder 2">
                <a:extLst>
                  <a:ext uri="{FF2B5EF4-FFF2-40B4-BE49-F238E27FC236}">
                    <a16:creationId xmlns:a16="http://schemas.microsoft.com/office/drawing/2014/main" id="{B05183B1-D865-F6B2-D63B-B5CE3308D138}"/>
                  </a:ext>
                </a:extLst>
              </p:cNvPr>
              <p:cNvSpPr>
                <a:spLocks noGrp="1" noRot="1" noChangeAspect="1" noMove="1" noResize="1" noEditPoints="1" noAdjustHandles="1" noChangeArrowheads="1" noChangeShapeType="1" noTextEdit="1"/>
              </p:cNvSpPr>
              <p:nvPr>
                <p:ph idx="1"/>
              </p:nvPr>
            </p:nvSpPr>
            <p:spPr>
              <a:xfrm>
                <a:off x="838200" y="844028"/>
                <a:ext cx="10881852" cy="5378705"/>
              </a:xfrm>
              <a:blipFill>
                <a:blip r:embed="rId3"/>
                <a:stretch>
                  <a:fillRect l="-1008"/>
                </a:stretch>
              </a:blipFill>
            </p:spPr>
            <p:txBody>
              <a:bodyPr/>
              <a:lstStyle/>
              <a:p>
                <a:r>
                  <a:rPr lang="he-IL">
                    <a:noFill/>
                  </a:rPr>
                  <a:t> </a:t>
                </a:r>
              </a:p>
            </p:txBody>
          </p:sp>
        </mc:Fallback>
      </mc:AlternateContent>
      <p:sp>
        <p:nvSpPr>
          <p:cNvPr id="2" name="Title 1">
            <a:extLst>
              <a:ext uri="{FF2B5EF4-FFF2-40B4-BE49-F238E27FC236}">
                <a16:creationId xmlns:a16="http://schemas.microsoft.com/office/drawing/2014/main" id="{FEF5B489-DBFA-6F7A-C626-434630E1343B}"/>
              </a:ext>
            </a:extLst>
          </p:cNvPr>
          <p:cNvSpPr>
            <a:spLocks noGrp="1"/>
          </p:cNvSpPr>
          <p:nvPr>
            <p:ph type="title"/>
          </p:nvPr>
        </p:nvSpPr>
        <p:spPr>
          <a:xfrm>
            <a:off x="838200" y="20997"/>
            <a:ext cx="10515600" cy="1325563"/>
          </a:xfrm>
        </p:spPr>
        <p:txBody>
          <a:bodyPr/>
          <a:lstStyle/>
          <a:p>
            <a:r>
              <a:rPr lang="en-US" dirty="0"/>
              <a:t>Poisson</a:t>
            </a:r>
            <a:endParaRPr lang="LID4096" dirty="0"/>
          </a:p>
        </p:txBody>
      </p:sp>
    </p:spTree>
    <p:extLst>
      <p:ext uri="{BB962C8B-B14F-4D97-AF65-F5344CB8AC3E}">
        <p14:creationId xmlns:p14="http://schemas.microsoft.com/office/powerpoint/2010/main" val="843599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38B96-26F7-F94C-295F-77E1AAB68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DC179-295E-A287-668D-93829290E823}"/>
              </a:ext>
            </a:extLst>
          </p:cNvPr>
          <p:cNvSpPr>
            <a:spLocks noGrp="1"/>
          </p:cNvSpPr>
          <p:nvPr>
            <p:ph type="title"/>
          </p:nvPr>
        </p:nvSpPr>
        <p:spPr>
          <a:xfrm>
            <a:off x="838200" y="20997"/>
            <a:ext cx="10515600" cy="1325563"/>
          </a:xfrm>
        </p:spPr>
        <p:txBody>
          <a:bodyPr/>
          <a:lstStyle/>
          <a:p>
            <a:r>
              <a:rPr lang="en-US" dirty="0"/>
              <a:t>Poisson</a:t>
            </a:r>
            <a:endParaRPr lang="LID4096" dirty="0"/>
          </a:p>
        </p:txBody>
      </p:sp>
      <p:pic>
        <p:nvPicPr>
          <p:cNvPr id="6" name="Picture 5" descr="A graph with blue dots and green bars&#10;&#10;AI-generated content may be incorrect.">
            <a:extLst>
              <a:ext uri="{FF2B5EF4-FFF2-40B4-BE49-F238E27FC236}">
                <a16:creationId xmlns:a16="http://schemas.microsoft.com/office/drawing/2014/main" id="{5109DA1D-4E40-4865-995E-38E74F2234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474" y="1612374"/>
            <a:ext cx="8060813" cy="4572961"/>
          </a:xfrm>
          <a:prstGeom prst="rect">
            <a:avLst/>
          </a:prstGeom>
        </p:spPr>
      </p:pic>
    </p:spTree>
    <p:extLst>
      <p:ext uri="{BB962C8B-B14F-4D97-AF65-F5344CB8AC3E}">
        <p14:creationId xmlns:p14="http://schemas.microsoft.com/office/powerpoint/2010/main" val="2446457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60619-10FD-3821-4D55-4E8ECC5E8E6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3D4B8266-D94F-02D7-1ED9-0D0B1250F20B}"/>
              </a:ext>
            </a:extLst>
          </p:cNvPr>
          <p:cNvSpPr>
            <a:spLocks noGrp="1"/>
          </p:cNvSpPr>
          <p:nvPr>
            <p:ph type="title"/>
          </p:nvPr>
        </p:nvSpPr>
        <p:spPr>
          <a:xfrm>
            <a:off x="731520" y="205105"/>
            <a:ext cx="10515600" cy="1325563"/>
          </a:xfrm>
        </p:spPr>
        <p:txBody>
          <a:bodyPr/>
          <a:lstStyle/>
          <a:p>
            <a:r>
              <a:rPr lang="en-GB" dirty="0"/>
              <a:t>Fitting distribution to data</a:t>
            </a:r>
            <a:endParaRPr lang="he-IL" dirty="0"/>
          </a:p>
        </p:txBody>
      </p:sp>
      <p:pic>
        <p:nvPicPr>
          <p:cNvPr id="4" name="Picture 9" descr="A blue and orange line graph&#10;&#10;AI-generated content may be incorrect.">
            <a:extLst>
              <a:ext uri="{FF2B5EF4-FFF2-40B4-BE49-F238E27FC236}">
                <a16:creationId xmlns:a16="http://schemas.microsoft.com/office/drawing/2014/main" id="{040C17A8-DCB8-3E8E-D8B0-FA344765F2F9}"/>
              </a:ext>
            </a:extLst>
          </p:cNvPr>
          <p:cNvPicPr>
            <a:picLocks noChangeAspect="1"/>
          </p:cNvPicPr>
          <p:nvPr/>
        </p:nvPicPr>
        <p:blipFill>
          <a:blip r:embed="rId3">
            <a:extLst>
              <a:ext uri="{28A0092B-C50C-407E-A947-70E740481C1C}">
                <a14:useLocalDpi xmlns:a14="http://schemas.microsoft.com/office/drawing/2010/main" val="0"/>
              </a:ext>
            </a:extLst>
          </a:blip>
          <a:srcRect r="33867"/>
          <a:stretch/>
        </p:blipFill>
        <p:spPr>
          <a:xfrm>
            <a:off x="0" y="4455375"/>
            <a:ext cx="2103073" cy="1692479"/>
          </a:xfrm>
          <a:prstGeom prst="rect">
            <a:avLst/>
          </a:prstGeom>
        </p:spPr>
      </p:pic>
      <p:pic>
        <p:nvPicPr>
          <p:cNvPr id="5" name="Picture 5" descr="A blue graph with black text&#10;&#10;AI-generated content may be incorrect.">
            <a:extLst>
              <a:ext uri="{FF2B5EF4-FFF2-40B4-BE49-F238E27FC236}">
                <a16:creationId xmlns:a16="http://schemas.microsoft.com/office/drawing/2014/main" id="{8CD9BC9F-A5BD-B168-0D93-0F8C74994671}"/>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r="35757"/>
          <a:stretch>
            <a:fillRect/>
          </a:stretch>
        </p:blipFill>
        <p:spPr>
          <a:xfrm>
            <a:off x="2303398" y="4455375"/>
            <a:ext cx="2169129" cy="1758493"/>
          </a:xfrm>
          <a:prstGeom prst="rect">
            <a:avLst/>
          </a:prstGeom>
        </p:spPr>
      </p:pic>
      <p:pic>
        <p:nvPicPr>
          <p:cNvPr id="6" name="Picture 6" descr="A graph with a line and a point&#10;&#10;AI-generated content may be incorrect.">
            <a:extLst>
              <a:ext uri="{FF2B5EF4-FFF2-40B4-BE49-F238E27FC236}">
                <a16:creationId xmlns:a16="http://schemas.microsoft.com/office/drawing/2014/main" id="{4031D13D-67B6-0AF6-307B-40C3D505ACB5}"/>
              </a:ext>
            </a:extLst>
          </p:cNvPr>
          <p:cNvPicPr>
            <a:picLocks noChangeAspect="1"/>
          </p:cNvPicPr>
          <p:nvPr/>
        </p:nvPicPr>
        <p:blipFill>
          <a:blip r:embed="rId5">
            <a:extLst>
              <a:ext uri="{28A0092B-C50C-407E-A947-70E740481C1C}">
                <a14:useLocalDpi xmlns:a14="http://schemas.microsoft.com/office/drawing/2010/main" val="0"/>
              </a:ext>
            </a:extLst>
          </a:blip>
          <a:srcRect r="25317"/>
          <a:stretch>
            <a:fillRect/>
          </a:stretch>
        </p:blipFill>
        <p:spPr>
          <a:xfrm>
            <a:off x="4707693" y="4457701"/>
            <a:ext cx="2342760" cy="1777172"/>
          </a:xfrm>
          <a:prstGeom prst="rect">
            <a:avLst/>
          </a:prstGeom>
        </p:spPr>
      </p:pic>
      <p:pic>
        <p:nvPicPr>
          <p:cNvPr id="7" name="Picture 10" descr="A graph with purple and blue lines&#10;&#10;AI-generated content may be incorrect.">
            <a:extLst>
              <a:ext uri="{FF2B5EF4-FFF2-40B4-BE49-F238E27FC236}">
                <a16:creationId xmlns:a16="http://schemas.microsoft.com/office/drawing/2014/main" id="{4388EA80-0FC7-70EF-994A-DE1BE29ED3A1}"/>
              </a:ext>
            </a:extLst>
          </p:cNvPr>
          <p:cNvPicPr>
            <a:picLocks noChangeAspect="1"/>
          </p:cNvPicPr>
          <p:nvPr/>
        </p:nvPicPr>
        <p:blipFill>
          <a:blip r:embed="rId6">
            <a:extLst>
              <a:ext uri="{28A0092B-C50C-407E-A947-70E740481C1C}">
                <a14:useLocalDpi xmlns:a14="http://schemas.microsoft.com/office/drawing/2010/main" val="0"/>
              </a:ext>
            </a:extLst>
          </a:blip>
          <a:srcRect r="29010"/>
          <a:stretch>
            <a:fillRect/>
          </a:stretch>
        </p:blipFill>
        <p:spPr>
          <a:xfrm>
            <a:off x="7277436" y="4457700"/>
            <a:ext cx="2385785" cy="1777173"/>
          </a:xfrm>
          <a:prstGeom prst="rect">
            <a:avLst/>
          </a:prstGeom>
        </p:spPr>
      </p:pic>
      <p:sp>
        <p:nvSpPr>
          <p:cNvPr id="12" name="תיבת טקסט 11">
            <a:extLst>
              <a:ext uri="{FF2B5EF4-FFF2-40B4-BE49-F238E27FC236}">
                <a16:creationId xmlns:a16="http://schemas.microsoft.com/office/drawing/2014/main" id="{8B7860DA-6A31-0C5D-4B24-762DC0DEFFF9}"/>
              </a:ext>
            </a:extLst>
          </p:cNvPr>
          <p:cNvSpPr txBox="1"/>
          <p:nvPr/>
        </p:nvSpPr>
        <p:spPr>
          <a:xfrm>
            <a:off x="234566" y="6182763"/>
            <a:ext cx="5511322" cy="369332"/>
          </a:xfrm>
          <a:prstGeom prst="rect">
            <a:avLst/>
          </a:prstGeom>
          <a:noFill/>
        </p:spPr>
        <p:txBody>
          <a:bodyPr wrap="square" rtlCol="1">
            <a:spAutoFit/>
          </a:bodyPr>
          <a:lstStyle/>
          <a:p>
            <a:r>
              <a:rPr lang="en-US" dirty="0"/>
              <a:t>Normal                            Continues uniform</a:t>
            </a:r>
            <a:endParaRPr lang="he-IL" dirty="0"/>
          </a:p>
        </p:txBody>
      </p:sp>
      <p:pic>
        <p:nvPicPr>
          <p:cNvPr id="15" name="Picture 5" descr="A graph with blue dots and green bars&#10;&#10;AI-generated content may be incorrect.">
            <a:extLst>
              <a:ext uri="{FF2B5EF4-FFF2-40B4-BE49-F238E27FC236}">
                <a16:creationId xmlns:a16="http://schemas.microsoft.com/office/drawing/2014/main" id="{F4FB125F-605D-4473-12F6-FB44322B1B00}"/>
              </a:ext>
            </a:extLst>
          </p:cNvPr>
          <p:cNvPicPr>
            <a:picLocks noChangeAspect="1"/>
          </p:cNvPicPr>
          <p:nvPr/>
        </p:nvPicPr>
        <p:blipFill>
          <a:blip r:embed="rId7">
            <a:extLst>
              <a:ext uri="{28A0092B-C50C-407E-A947-70E740481C1C}">
                <a14:useLocalDpi xmlns:a14="http://schemas.microsoft.com/office/drawing/2010/main" val="0"/>
              </a:ext>
            </a:extLst>
          </a:blip>
          <a:srcRect r="24280"/>
          <a:stretch>
            <a:fillRect/>
          </a:stretch>
        </p:blipFill>
        <p:spPr>
          <a:xfrm>
            <a:off x="9863546" y="4457700"/>
            <a:ext cx="2321648" cy="1739428"/>
          </a:xfrm>
          <a:prstGeom prst="rect">
            <a:avLst/>
          </a:prstGeom>
        </p:spPr>
      </p:pic>
      <p:sp>
        <p:nvSpPr>
          <p:cNvPr id="16" name="תיבת טקסט 15">
            <a:extLst>
              <a:ext uri="{FF2B5EF4-FFF2-40B4-BE49-F238E27FC236}">
                <a16:creationId xmlns:a16="http://schemas.microsoft.com/office/drawing/2014/main" id="{0A68154E-4E3F-70B2-81A2-E29A830EEF56}"/>
              </a:ext>
            </a:extLst>
          </p:cNvPr>
          <p:cNvSpPr txBox="1"/>
          <p:nvPr/>
        </p:nvSpPr>
        <p:spPr>
          <a:xfrm>
            <a:off x="5284440" y="6198742"/>
            <a:ext cx="8618220" cy="369332"/>
          </a:xfrm>
          <a:prstGeom prst="rect">
            <a:avLst/>
          </a:prstGeom>
          <a:noFill/>
        </p:spPr>
        <p:txBody>
          <a:bodyPr wrap="square" rtlCol="1">
            <a:spAutoFit/>
          </a:bodyPr>
          <a:lstStyle/>
          <a:p>
            <a:r>
              <a:rPr lang="en-US" dirty="0"/>
              <a:t>Bernoulli                                  Binomial                                      Poisson</a:t>
            </a:r>
            <a:endParaRPr lang="he-IL" dirty="0"/>
          </a:p>
        </p:txBody>
      </p:sp>
      <p:sp>
        <p:nvSpPr>
          <p:cNvPr id="3" name="תיבת טקסט 2">
            <a:extLst>
              <a:ext uri="{FF2B5EF4-FFF2-40B4-BE49-F238E27FC236}">
                <a16:creationId xmlns:a16="http://schemas.microsoft.com/office/drawing/2014/main" id="{C03DCCD2-E147-67A0-89FE-F0BF389D5B51}"/>
              </a:ext>
            </a:extLst>
          </p:cNvPr>
          <p:cNvSpPr txBox="1"/>
          <p:nvPr/>
        </p:nvSpPr>
        <p:spPr>
          <a:xfrm>
            <a:off x="9673244" y="1546647"/>
            <a:ext cx="1832343"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1">
            <a:spAutoFit/>
          </a:bodyPr>
          <a:lstStyle/>
          <a:p>
            <a:r>
              <a:rPr lang="en-US" dirty="0"/>
              <a:t>Height of students in the department</a:t>
            </a:r>
            <a:endParaRPr lang="he-IL" dirty="0"/>
          </a:p>
        </p:txBody>
      </p:sp>
      <p:sp>
        <p:nvSpPr>
          <p:cNvPr id="8" name="תיבת טקסט 7">
            <a:extLst>
              <a:ext uri="{FF2B5EF4-FFF2-40B4-BE49-F238E27FC236}">
                <a16:creationId xmlns:a16="http://schemas.microsoft.com/office/drawing/2014/main" id="{45B558D4-FF4E-6DAD-8271-77BDE7DEF1D7}"/>
              </a:ext>
            </a:extLst>
          </p:cNvPr>
          <p:cNvSpPr txBox="1"/>
          <p:nvPr/>
        </p:nvSpPr>
        <p:spPr>
          <a:xfrm>
            <a:off x="2563863" y="1529163"/>
            <a:ext cx="1832343" cy="1200329"/>
          </a:xfrm>
          <a:prstGeom prst="rect">
            <a:avLst/>
          </a:prstGeom>
        </p:spPr>
        <p:style>
          <a:lnRef idx="2">
            <a:schemeClr val="accent6"/>
          </a:lnRef>
          <a:fillRef idx="1">
            <a:schemeClr val="lt1"/>
          </a:fillRef>
          <a:effectRef idx="0">
            <a:schemeClr val="accent6"/>
          </a:effectRef>
          <a:fontRef idx="minor">
            <a:schemeClr val="dk1"/>
          </a:fontRef>
        </p:style>
        <p:txBody>
          <a:bodyPr wrap="square" rtlCol="1">
            <a:spAutoFit/>
          </a:bodyPr>
          <a:lstStyle/>
          <a:p>
            <a:r>
              <a:rPr lang="en-US" dirty="0"/>
              <a:t>Randomly choosing a point on a 1 meter stick.</a:t>
            </a:r>
          </a:p>
        </p:txBody>
      </p:sp>
      <p:sp>
        <p:nvSpPr>
          <p:cNvPr id="9" name="תיבת טקסט 8">
            <a:extLst>
              <a:ext uri="{FF2B5EF4-FFF2-40B4-BE49-F238E27FC236}">
                <a16:creationId xmlns:a16="http://schemas.microsoft.com/office/drawing/2014/main" id="{502DFE63-F4CB-F4AA-D66A-1D0A52B4DDAB}"/>
              </a:ext>
            </a:extLst>
          </p:cNvPr>
          <p:cNvSpPr txBox="1"/>
          <p:nvPr/>
        </p:nvSpPr>
        <p:spPr>
          <a:xfrm>
            <a:off x="7468122" y="1544321"/>
            <a:ext cx="1832343" cy="923330"/>
          </a:xfrm>
          <a:prstGeom prst="rect">
            <a:avLst/>
          </a:prstGeom>
        </p:spPr>
        <p:style>
          <a:lnRef idx="2">
            <a:schemeClr val="accent4"/>
          </a:lnRef>
          <a:fillRef idx="1">
            <a:schemeClr val="lt1"/>
          </a:fillRef>
          <a:effectRef idx="0">
            <a:schemeClr val="accent4"/>
          </a:effectRef>
          <a:fontRef idx="minor">
            <a:schemeClr val="dk1"/>
          </a:fontRef>
        </p:style>
        <p:txBody>
          <a:bodyPr wrap="square" rtlCol="1">
            <a:spAutoFit/>
          </a:bodyPr>
          <a:lstStyle/>
          <a:p>
            <a:r>
              <a:rPr lang="en-US" dirty="0"/>
              <a:t>Coin flip outcome (1 = heads, 0 = tails)</a:t>
            </a:r>
            <a:endParaRPr lang="he-IL" dirty="0"/>
          </a:p>
        </p:txBody>
      </p:sp>
      <p:sp>
        <p:nvSpPr>
          <p:cNvPr id="10" name="תיבת טקסט 9">
            <a:extLst>
              <a:ext uri="{FF2B5EF4-FFF2-40B4-BE49-F238E27FC236}">
                <a16:creationId xmlns:a16="http://schemas.microsoft.com/office/drawing/2014/main" id="{49D97206-7170-4D91-835B-34F83F2EC258}"/>
              </a:ext>
            </a:extLst>
          </p:cNvPr>
          <p:cNvSpPr txBox="1"/>
          <p:nvPr/>
        </p:nvSpPr>
        <p:spPr>
          <a:xfrm>
            <a:off x="5218110" y="1544321"/>
            <a:ext cx="1832343" cy="923330"/>
          </a:xfrm>
          <a:prstGeom prst="rect">
            <a:avLst/>
          </a:prstGeom>
        </p:spPr>
        <p:style>
          <a:lnRef idx="2">
            <a:schemeClr val="accent5"/>
          </a:lnRef>
          <a:fillRef idx="1">
            <a:schemeClr val="lt1"/>
          </a:fillRef>
          <a:effectRef idx="0">
            <a:schemeClr val="accent5"/>
          </a:effectRef>
          <a:fontRef idx="minor">
            <a:schemeClr val="dk1"/>
          </a:fontRef>
        </p:style>
        <p:txBody>
          <a:bodyPr wrap="square" rtlCol="1">
            <a:spAutoFit/>
          </a:bodyPr>
          <a:lstStyle/>
          <a:p>
            <a:r>
              <a:rPr lang="en-US" dirty="0"/>
              <a:t>Number of heads in 10 coin flips</a:t>
            </a:r>
          </a:p>
        </p:txBody>
      </p:sp>
      <p:sp>
        <p:nvSpPr>
          <p:cNvPr id="11" name="תיבת טקסט 10">
            <a:extLst>
              <a:ext uri="{FF2B5EF4-FFF2-40B4-BE49-F238E27FC236}">
                <a16:creationId xmlns:a16="http://schemas.microsoft.com/office/drawing/2014/main" id="{18787E3D-3E12-510F-9517-17C932A00517}"/>
              </a:ext>
            </a:extLst>
          </p:cNvPr>
          <p:cNvSpPr txBox="1"/>
          <p:nvPr/>
        </p:nvSpPr>
        <p:spPr>
          <a:xfrm>
            <a:off x="305979" y="1544321"/>
            <a:ext cx="1832343" cy="923330"/>
          </a:xfrm>
          <a:prstGeom prst="rect">
            <a:avLst/>
          </a:prstGeom>
        </p:spPr>
        <p:style>
          <a:lnRef idx="2">
            <a:schemeClr val="dk1"/>
          </a:lnRef>
          <a:fillRef idx="1">
            <a:schemeClr val="lt1"/>
          </a:fillRef>
          <a:effectRef idx="0">
            <a:schemeClr val="dk1"/>
          </a:effectRef>
          <a:fontRef idx="minor">
            <a:schemeClr val="dk1"/>
          </a:fontRef>
        </p:style>
        <p:txBody>
          <a:bodyPr wrap="square" rtlCol="1">
            <a:spAutoFit/>
          </a:bodyPr>
          <a:lstStyle/>
          <a:p>
            <a:r>
              <a:rPr lang="en-US" dirty="0"/>
              <a:t>Number of emails received per hour</a:t>
            </a:r>
          </a:p>
        </p:txBody>
      </p:sp>
      <p:cxnSp>
        <p:nvCxnSpPr>
          <p:cNvPr id="14" name="מחבר חץ ישר 13">
            <a:extLst>
              <a:ext uri="{FF2B5EF4-FFF2-40B4-BE49-F238E27FC236}">
                <a16:creationId xmlns:a16="http://schemas.microsoft.com/office/drawing/2014/main" id="{CB7484D8-2CDD-C366-4C45-ADB5230D06AD}"/>
              </a:ext>
            </a:extLst>
          </p:cNvPr>
          <p:cNvCxnSpPr>
            <a:stCxn id="3" idx="2"/>
            <a:endCxn id="4" idx="0"/>
          </p:cNvCxnSpPr>
          <p:nvPr/>
        </p:nvCxnSpPr>
        <p:spPr>
          <a:xfrm flipH="1">
            <a:off x="1051537" y="2469977"/>
            <a:ext cx="9537879" cy="1985398"/>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8" name="מחבר חץ ישר 17">
            <a:extLst>
              <a:ext uri="{FF2B5EF4-FFF2-40B4-BE49-F238E27FC236}">
                <a16:creationId xmlns:a16="http://schemas.microsoft.com/office/drawing/2014/main" id="{3A785BE5-5C0B-D7DF-0971-13013FE47088}"/>
              </a:ext>
            </a:extLst>
          </p:cNvPr>
          <p:cNvCxnSpPr>
            <a:stCxn id="8" idx="2"/>
            <a:endCxn id="5" idx="0"/>
          </p:cNvCxnSpPr>
          <p:nvPr/>
        </p:nvCxnSpPr>
        <p:spPr>
          <a:xfrm flipH="1">
            <a:off x="3387963" y="2729492"/>
            <a:ext cx="92072" cy="172588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0" name="מחבר חץ ישר 19">
            <a:extLst>
              <a:ext uri="{FF2B5EF4-FFF2-40B4-BE49-F238E27FC236}">
                <a16:creationId xmlns:a16="http://schemas.microsoft.com/office/drawing/2014/main" id="{6BBF628C-ABF1-BD88-C150-374294CFA673}"/>
              </a:ext>
            </a:extLst>
          </p:cNvPr>
          <p:cNvCxnSpPr>
            <a:stCxn id="9" idx="2"/>
            <a:endCxn id="6" idx="0"/>
          </p:cNvCxnSpPr>
          <p:nvPr/>
        </p:nvCxnSpPr>
        <p:spPr>
          <a:xfrm flipH="1">
            <a:off x="5879073" y="2467651"/>
            <a:ext cx="2505221" cy="19900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מחבר חץ ישר 21">
            <a:extLst>
              <a:ext uri="{FF2B5EF4-FFF2-40B4-BE49-F238E27FC236}">
                <a16:creationId xmlns:a16="http://schemas.microsoft.com/office/drawing/2014/main" id="{6370E9B8-FC90-8F17-EAB2-2DBC5D201680}"/>
              </a:ext>
            </a:extLst>
          </p:cNvPr>
          <p:cNvCxnSpPr>
            <a:stCxn id="10" idx="2"/>
            <a:endCxn id="7" idx="0"/>
          </p:cNvCxnSpPr>
          <p:nvPr/>
        </p:nvCxnSpPr>
        <p:spPr>
          <a:xfrm>
            <a:off x="6134282" y="2467651"/>
            <a:ext cx="2336047" cy="1990049"/>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24" name="מחבר חץ ישר 23">
            <a:extLst>
              <a:ext uri="{FF2B5EF4-FFF2-40B4-BE49-F238E27FC236}">
                <a16:creationId xmlns:a16="http://schemas.microsoft.com/office/drawing/2014/main" id="{6957583C-B30F-C9D3-C1CE-1C8E0BB4FB2F}"/>
              </a:ext>
            </a:extLst>
          </p:cNvPr>
          <p:cNvCxnSpPr>
            <a:stCxn id="11" idx="2"/>
            <a:endCxn id="15" idx="0"/>
          </p:cNvCxnSpPr>
          <p:nvPr/>
        </p:nvCxnSpPr>
        <p:spPr>
          <a:xfrm>
            <a:off x="1222151" y="2467651"/>
            <a:ext cx="9802219" cy="19900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7735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3" grpId="0" animBg="1"/>
      <p:bldP spid="8" grpId="0" animBg="1"/>
      <p:bldP spid="9" grpId="0" animBg="1"/>
      <p:bldP spid="10" grpId="0" animBg="1"/>
      <p:bldP spid="1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0067AF-A3B8-E254-59DB-40EB9C447305}"/>
              </a:ext>
            </a:extLst>
          </p:cNvPr>
          <p:cNvSpPr>
            <a:spLocks noGrp="1"/>
          </p:cNvSpPr>
          <p:nvPr>
            <p:ph type="title"/>
          </p:nvPr>
        </p:nvSpPr>
        <p:spPr/>
        <p:txBody>
          <a:bodyPr/>
          <a:lstStyle/>
          <a:p>
            <a:r>
              <a:rPr lang="en-US" dirty="0"/>
              <a:t>Probability Density Function (PDF)</a:t>
            </a:r>
            <a:r>
              <a:rPr lang="he-IL" dirty="0"/>
              <a:t> </a:t>
            </a:r>
            <a:r>
              <a:rPr lang="en-US" dirty="0"/>
              <a:t> &amp; Cumulative Distribution Function (CDF)</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7EDBF895-4C4F-5035-0F2B-789B8B18C9B0}"/>
                  </a:ext>
                </a:extLst>
              </p:cNvPr>
              <p:cNvSpPr>
                <a:spLocks noGrp="1"/>
              </p:cNvSpPr>
              <p:nvPr>
                <p:ph idx="1"/>
              </p:nvPr>
            </p:nvSpPr>
            <p:spPr>
              <a:xfrm>
                <a:off x="838200" y="2065467"/>
                <a:ext cx="5874572" cy="4111495"/>
              </a:xfrm>
            </p:spPr>
            <p:txBody>
              <a:bodyPr>
                <a:normAutofit/>
              </a:bodyPr>
              <a:lstStyle/>
              <a:p>
                <a:r>
                  <a:rPr lang="en-US" sz="2400" dirty="0"/>
                  <a:t>The PDF (</a:t>
                </a:r>
                <a14:m>
                  <m:oMath xmlns:m="http://schemas.openxmlformats.org/officeDocument/2006/math">
                    <m:r>
                      <a:rPr lang="en-US" sz="2400" i="1" dirty="0" smtClean="0">
                        <a:latin typeface="Cambria Math" panose="02040503050406030204" pitchFamily="18" charset="0"/>
                      </a:rPr>
                      <m:t>𝑓</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m:t>
                    </m:r>
                  </m:oMath>
                </a14:m>
                <a:r>
                  <a:rPr lang="en-US" sz="2400" dirty="0"/>
                  <a:t>) shows likelihood density (height of the curve)</a:t>
                </a:r>
              </a:p>
              <a:p>
                <a:r>
                  <a:rPr lang="en-US" sz="2400" dirty="0"/>
                  <a:t>The CDF (</a:t>
                </a:r>
                <a14:m>
                  <m:oMath xmlns:m="http://schemas.openxmlformats.org/officeDocument/2006/math">
                    <m:r>
                      <a:rPr lang="en-US" sz="2400" i="1" dirty="0" smtClean="0">
                        <a:latin typeface="Cambria Math" panose="02040503050406030204" pitchFamily="18" charset="0"/>
                      </a:rPr>
                      <m:t>𝐹</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m:t>
                    </m:r>
                  </m:oMath>
                </a14:m>
                <a:r>
                  <a:rPr lang="en-US" sz="2400" dirty="0"/>
                  <a:t>) represents the cumulative probability of a value being </a:t>
                </a:r>
                <a:r>
                  <a:rPr lang="en-US" sz="2400" i="1" dirty="0">
                    <a:latin typeface="Cambria Math" panose="02040503050406030204" pitchFamily="18" charset="0"/>
                  </a:rPr>
                  <a:t>&lt; x</a:t>
                </a:r>
                <a:r>
                  <a:rPr lang="en-US" sz="2400" dirty="0"/>
                  <a:t>.</a:t>
                </a:r>
              </a:p>
              <a:p>
                <a:endParaRPr lang="en-US" sz="2400" dirty="0"/>
              </a:p>
              <a:p>
                <a:r>
                  <a:rPr lang="en-US" sz="2400" dirty="0"/>
                  <a:t> The CDF is the integral of the PDF, and the PDF is the derivative of the CDF.</a:t>
                </a:r>
                <a:endParaRPr lang="he-IL" sz="2400" dirty="0"/>
              </a:p>
            </p:txBody>
          </p:sp>
        </mc:Choice>
        <mc:Fallback xmlns="">
          <p:sp>
            <p:nvSpPr>
              <p:cNvPr id="3" name="מציין מיקום תוכן 2">
                <a:extLst>
                  <a:ext uri="{FF2B5EF4-FFF2-40B4-BE49-F238E27FC236}">
                    <a16:creationId xmlns:a16="http://schemas.microsoft.com/office/drawing/2014/main" id="{7EDBF895-4C4F-5035-0F2B-789B8B18C9B0}"/>
                  </a:ext>
                </a:extLst>
              </p:cNvPr>
              <p:cNvSpPr>
                <a:spLocks noGrp="1" noRot="1" noChangeAspect="1" noMove="1" noResize="1" noEditPoints="1" noAdjustHandles="1" noChangeArrowheads="1" noChangeShapeType="1" noTextEdit="1"/>
              </p:cNvSpPr>
              <p:nvPr>
                <p:ph idx="1"/>
              </p:nvPr>
            </p:nvSpPr>
            <p:spPr>
              <a:xfrm>
                <a:off x="838200" y="2065467"/>
                <a:ext cx="5874572" cy="4111495"/>
              </a:xfrm>
              <a:blipFill>
                <a:blip r:embed="rId3"/>
                <a:stretch>
                  <a:fillRect l="-1454" t="-1780" r="-208"/>
                </a:stretch>
              </a:blipFill>
            </p:spPr>
            <p:txBody>
              <a:bodyPr/>
              <a:lstStyle/>
              <a:p>
                <a:r>
                  <a:rPr lang="he-IL">
                    <a:noFill/>
                  </a:rPr>
                  <a:t> </a:t>
                </a:r>
              </a:p>
            </p:txBody>
          </p:sp>
        </mc:Fallback>
      </mc:AlternateContent>
      <p:pic>
        <p:nvPicPr>
          <p:cNvPr id="1026" name="Picture 2">
            <a:extLst>
              <a:ext uri="{FF2B5EF4-FFF2-40B4-BE49-F238E27FC236}">
                <a16:creationId xmlns:a16="http://schemas.microsoft.com/office/drawing/2014/main" id="{2547726E-D9E2-745D-F920-CEDF49B63BC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5"/>
          <a:stretch>
            <a:fillRect/>
          </a:stretch>
        </p:blipFill>
        <p:spPr bwMode="auto">
          <a:xfrm>
            <a:off x="6927925" y="2156249"/>
            <a:ext cx="4594851" cy="4020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80335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0CD8C2B-F89F-027B-6764-3071FAF690B6}"/>
              </a:ext>
            </a:extLst>
          </p:cNvPr>
          <p:cNvSpPr>
            <a:spLocks noGrp="1"/>
          </p:cNvSpPr>
          <p:nvPr>
            <p:ph type="title"/>
          </p:nvPr>
        </p:nvSpPr>
        <p:spPr/>
        <p:txBody>
          <a:bodyPr/>
          <a:lstStyle/>
          <a:p>
            <a:r>
              <a:rPr lang="en-US" dirty="0"/>
              <a:t>Cumulative Distribution Function (CDF)</a:t>
            </a:r>
            <a:endParaRPr lang="he-IL" dirty="0"/>
          </a:p>
        </p:txBody>
      </p:sp>
      <p:sp>
        <p:nvSpPr>
          <p:cNvPr id="3" name="מציין מיקום תוכן 2">
            <a:extLst>
              <a:ext uri="{FF2B5EF4-FFF2-40B4-BE49-F238E27FC236}">
                <a16:creationId xmlns:a16="http://schemas.microsoft.com/office/drawing/2014/main" id="{E6404F7C-C3E6-A5DE-863C-928369E1AC74}"/>
              </a:ext>
            </a:extLst>
          </p:cNvPr>
          <p:cNvSpPr>
            <a:spLocks noGrp="1"/>
          </p:cNvSpPr>
          <p:nvPr>
            <p:ph idx="1"/>
          </p:nvPr>
        </p:nvSpPr>
        <p:spPr/>
        <p:txBody>
          <a:bodyPr/>
          <a:lstStyle/>
          <a:p>
            <a:r>
              <a:rPr lang="en-US" dirty="0"/>
              <a:t>Probability that a variable is </a:t>
            </a:r>
            <a:r>
              <a:rPr lang="en-US" b="1" dirty="0"/>
              <a:t>≤ a value</a:t>
            </a:r>
            <a:endParaRPr lang="en-US" dirty="0"/>
          </a:p>
          <a:p>
            <a:pPr lvl="1"/>
            <a:r>
              <a:rPr lang="en-US" dirty="0"/>
              <a:t>Probability that your height ≤ 170 cm</a:t>
            </a:r>
          </a:p>
          <a:p>
            <a:pPr marL="457200" lvl="1" indent="0">
              <a:buNone/>
            </a:pPr>
            <a:endParaRPr lang="en-US" dirty="0"/>
          </a:p>
          <a:p>
            <a:endParaRPr lang="he-IL" dirty="0"/>
          </a:p>
        </p:txBody>
      </p:sp>
      <p:pic>
        <p:nvPicPr>
          <p:cNvPr id="7" name="תמונה 6">
            <a:extLst>
              <a:ext uri="{FF2B5EF4-FFF2-40B4-BE49-F238E27FC236}">
                <a16:creationId xmlns:a16="http://schemas.microsoft.com/office/drawing/2014/main" id="{52C3F079-97E9-6056-CD8B-DFAAC89F617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058580" y="2012460"/>
            <a:ext cx="2993732" cy="4480415"/>
          </a:xfrm>
          <a:prstGeom prst="rect">
            <a:avLst/>
          </a:prstGeom>
        </p:spPr>
      </p:pic>
    </p:spTree>
    <p:extLst>
      <p:ext uri="{BB962C8B-B14F-4D97-AF65-F5344CB8AC3E}">
        <p14:creationId xmlns:p14="http://schemas.microsoft.com/office/powerpoint/2010/main" val="27798602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49D6F-5F23-9523-C516-AEB95B119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B9583-E2F7-FD57-58DF-E946634BAEAD}"/>
              </a:ext>
            </a:extLst>
          </p:cNvPr>
          <p:cNvSpPr>
            <a:spLocks noGrp="1"/>
          </p:cNvSpPr>
          <p:nvPr>
            <p:ph type="title"/>
          </p:nvPr>
        </p:nvSpPr>
        <p:spPr>
          <a:xfrm>
            <a:off x="838200" y="20997"/>
            <a:ext cx="10515600" cy="1325563"/>
          </a:xfrm>
        </p:spPr>
        <p:txBody>
          <a:bodyPr/>
          <a:lstStyle/>
          <a:p>
            <a:r>
              <a:rPr lang="en-US" dirty="0" err="1"/>
              <a:t>Preliz</a:t>
            </a:r>
            <a:r>
              <a:rPr lang="en-US" dirty="0">
                <a:solidFill>
                  <a:srgbClr val="FF0000"/>
                </a:solidFill>
              </a:rPr>
              <a:t> </a:t>
            </a:r>
            <a:endParaRPr lang="LID4096" dirty="0">
              <a:solidFill>
                <a:srgbClr val="FF0000"/>
              </a:solidFill>
            </a:endParaRPr>
          </a:p>
        </p:txBody>
      </p:sp>
      <p:sp>
        <p:nvSpPr>
          <p:cNvPr id="3" name="Content Placeholder 2">
            <a:extLst>
              <a:ext uri="{FF2B5EF4-FFF2-40B4-BE49-F238E27FC236}">
                <a16:creationId xmlns:a16="http://schemas.microsoft.com/office/drawing/2014/main" id="{748408BC-2960-ADCB-005F-E49CC6D209DF}"/>
              </a:ext>
            </a:extLst>
          </p:cNvPr>
          <p:cNvSpPr>
            <a:spLocks noGrp="1"/>
          </p:cNvSpPr>
          <p:nvPr>
            <p:ph idx="1"/>
          </p:nvPr>
        </p:nvSpPr>
        <p:spPr>
          <a:xfrm>
            <a:off x="838200" y="1159747"/>
            <a:ext cx="10881852" cy="5378705"/>
          </a:xfrm>
        </p:spPr>
        <p:txBody>
          <a:bodyPr>
            <a:normAutofit/>
          </a:bodyPr>
          <a:lstStyle/>
          <a:p>
            <a:pPr>
              <a:lnSpc>
                <a:spcPct val="150000"/>
              </a:lnSpc>
              <a:buFont typeface="Wingdings" panose="05000000000000000000" pitchFamily="2" charset="2"/>
              <a:buChar char="§"/>
            </a:pPr>
            <a:r>
              <a:rPr lang="en-GB" dirty="0"/>
              <a:t>We will use this library a lot.</a:t>
            </a:r>
          </a:p>
          <a:p>
            <a:pPr>
              <a:lnSpc>
                <a:spcPct val="150000"/>
              </a:lnSpc>
              <a:buFont typeface="Wingdings" panose="05000000000000000000" pitchFamily="2" charset="2"/>
              <a:buChar char="§"/>
            </a:pPr>
            <a:r>
              <a:rPr lang="en-US" dirty="0">
                <a:hlinkClick r:id="rId3"/>
              </a:rPr>
              <a:t>https://github.com/arviz-devs/preliz</a:t>
            </a:r>
            <a:endParaRPr lang="en-GB" dirty="0"/>
          </a:p>
          <a:p>
            <a:pPr>
              <a:lnSpc>
                <a:spcPct val="150000"/>
              </a:lnSpc>
              <a:buFont typeface="Wingdings" panose="05000000000000000000" pitchFamily="2" charset="2"/>
              <a:buChar char="§"/>
            </a:pPr>
            <a:r>
              <a:rPr lang="en-GB" dirty="0"/>
              <a:t>Use installation from the tutorial notebook. </a:t>
            </a:r>
            <a:endParaRPr lang="en-US" dirty="0"/>
          </a:p>
        </p:txBody>
      </p:sp>
    </p:spTree>
    <p:extLst>
      <p:ext uri="{BB962C8B-B14F-4D97-AF65-F5344CB8AC3E}">
        <p14:creationId xmlns:p14="http://schemas.microsoft.com/office/powerpoint/2010/main" val="34927089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14650</TotalTime>
  <Words>3596</Words>
  <Application>Microsoft Office PowerPoint</Application>
  <PresentationFormat>מסך רחב</PresentationFormat>
  <Paragraphs>454</Paragraphs>
  <Slides>49</Slides>
  <Notes>43</Notes>
  <HiddenSlides>1</HiddenSlides>
  <MMClips>0</MMClips>
  <ScaleCrop>false</ScaleCrop>
  <HeadingPairs>
    <vt:vector size="6" baseType="variant">
      <vt:variant>
        <vt:lpstr>גופנים בשימוש</vt:lpstr>
      </vt:variant>
      <vt:variant>
        <vt:i4>8</vt:i4>
      </vt:variant>
      <vt:variant>
        <vt:lpstr>ערכת נושא</vt:lpstr>
      </vt:variant>
      <vt:variant>
        <vt:i4>1</vt:i4>
      </vt:variant>
      <vt:variant>
        <vt:lpstr>כותרות שקופיות</vt:lpstr>
      </vt:variant>
      <vt:variant>
        <vt:i4>49</vt:i4>
      </vt:variant>
    </vt:vector>
  </HeadingPairs>
  <TitlesOfParts>
    <vt:vector size="58" baseType="lpstr">
      <vt:lpstr>Arial</vt:lpstr>
      <vt:lpstr>Calibri</vt:lpstr>
      <vt:lpstr>Cambria Math</vt:lpstr>
      <vt:lpstr>David</vt:lpstr>
      <vt:lpstr>LibertinusSerif-Italic</vt:lpstr>
      <vt:lpstr>LibertinusSerif-Regular</vt:lpstr>
      <vt:lpstr>LibertinusT1Math</vt:lpstr>
      <vt:lpstr>Wingdings</vt:lpstr>
      <vt:lpstr>Office Theme</vt:lpstr>
      <vt:lpstr>Tutorial 1</vt:lpstr>
      <vt:lpstr>Tutorial Outline</vt:lpstr>
      <vt:lpstr>Data</vt:lpstr>
      <vt:lpstr>Data Types</vt:lpstr>
      <vt:lpstr>Data Types</vt:lpstr>
      <vt:lpstr>What Are We Measuring?</vt:lpstr>
      <vt:lpstr>What Are We Measuring?</vt:lpstr>
      <vt:lpstr>What Are We Measuring?</vt:lpstr>
      <vt:lpstr>What Are We Measuring?</vt:lpstr>
      <vt:lpstr>What Are We Measuring?</vt:lpstr>
      <vt:lpstr>What Are We Measuring?</vt:lpstr>
      <vt:lpstr>Experiments</vt:lpstr>
      <vt:lpstr>Experiments</vt:lpstr>
      <vt:lpstr>Experiment</vt:lpstr>
      <vt:lpstr>Experiment Conclusions</vt:lpstr>
      <vt:lpstr>Plotting Results</vt:lpstr>
      <vt:lpstr>Imperfect Data</vt:lpstr>
      <vt:lpstr>Imperfect Data</vt:lpstr>
      <vt:lpstr>Summary Statistics</vt:lpstr>
      <vt:lpstr>Central Tendency</vt:lpstr>
      <vt:lpstr>Central Tendency</vt:lpstr>
      <vt:lpstr>Central Tendency</vt:lpstr>
      <vt:lpstr>Central Tendency</vt:lpstr>
      <vt:lpstr>Spread</vt:lpstr>
      <vt:lpstr>Skewness</vt:lpstr>
      <vt:lpstr>Kurtosis</vt:lpstr>
      <vt:lpstr>Central Tendency</vt:lpstr>
      <vt:lpstr>Spread</vt:lpstr>
      <vt:lpstr>Skewness and Kurtosis</vt:lpstr>
      <vt:lpstr>Distribution</vt:lpstr>
      <vt:lpstr>From Data to Uncertainty</vt:lpstr>
      <vt:lpstr>Probability</vt:lpstr>
      <vt:lpstr>Interpreting Probability</vt:lpstr>
      <vt:lpstr>Probability</vt:lpstr>
      <vt:lpstr>Probability</vt:lpstr>
      <vt:lpstr>Random Variable</vt:lpstr>
      <vt:lpstr>Random Variable</vt:lpstr>
      <vt:lpstr>Discrete Random Variables + Distributions</vt:lpstr>
      <vt:lpstr>Known Distributions</vt:lpstr>
      <vt:lpstr>Normal Distribution </vt:lpstr>
      <vt:lpstr>Continuous Uniform</vt:lpstr>
      <vt:lpstr>Bernoulli</vt:lpstr>
      <vt:lpstr>Binomial</vt:lpstr>
      <vt:lpstr>Poisson</vt:lpstr>
      <vt:lpstr>Poisson</vt:lpstr>
      <vt:lpstr>Fitting distribution to data</vt:lpstr>
      <vt:lpstr>Probability Density Function (PDF)  &amp; Cumulative Distribution Function (CDF)</vt:lpstr>
      <vt:lpstr>Cumulative Distribution Function (CDF)</vt:lpstr>
      <vt:lpstr>Preliz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1</dc:title>
  <dc:creator>Hanna Kossowsky</dc:creator>
  <cp:lastModifiedBy>נעם גונן</cp:lastModifiedBy>
  <cp:revision>109</cp:revision>
  <dcterms:created xsi:type="dcterms:W3CDTF">2024-04-07T05:56:09Z</dcterms:created>
  <dcterms:modified xsi:type="dcterms:W3CDTF">2026-03-24T13:32:08Z</dcterms:modified>
</cp:coreProperties>
</file>