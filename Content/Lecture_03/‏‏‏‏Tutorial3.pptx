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59"/>
  </p:notesMasterIdLst>
  <p:sldIdLst>
    <p:sldId id="256" r:id="rId2"/>
    <p:sldId id="259" r:id="rId3"/>
    <p:sldId id="587" r:id="rId4"/>
    <p:sldId id="666" r:id="rId5"/>
    <p:sldId id="634" r:id="rId6"/>
    <p:sldId id="261" r:id="rId7"/>
    <p:sldId id="532" r:id="rId8"/>
    <p:sldId id="621" r:id="rId9"/>
    <p:sldId id="263" r:id="rId10"/>
    <p:sldId id="641" r:id="rId11"/>
    <p:sldId id="642" r:id="rId12"/>
    <p:sldId id="643" r:id="rId13"/>
    <p:sldId id="656" r:id="rId14"/>
    <p:sldId id="667" r:id="rId15"/>
    <p:sldId id="640" r:id="rId16"/>
    <p:sldId id="644" r:id="rId17"/>
    <p:sldId id="264" r:id="rId18"/>
    <p:sldId id="645" r:id="rId19"/>
    <p:sldId id="623" r:id="rId20"/>
    <p:sldId id="648" r:id="rId21"/>
    <p:sldId id="622" r:id="rId22"/>
    <p:sldId id="414" r:id="rId23"/>
    <p:sldId id="415" r:id="rId24"/>
    <p:sldId id="416" r:id="rId25"/>
    <p:sldId id="429" r:id="rId26"/>
    <p:sldId id="417" r:id="rId27"/>
    <p:sldId id="418" r:id="rId28"/>
    <p:sldId id="420" r:id="rId29"/>
    <p:sldId id="421" r:id="rId30"/>
    <p:sldId id="423" r:id="rId31"/>
    <p:sldId id="649" r:id="rId32"/>
    <p:sldId id="650" r:id="rId33"/>
    <p:sldId id="425" r:id="rId34"/>
    <p:sldId id="647" r:id="rId35"/>
    <p:sldId id="646" r:id="rId36"/>
    <p:sldId id="426" r:id="rId37"/>
    <p:sldId id="443" r:id="rId38"/>
    <p:sldId id="632" r:id="rId39"/>
    <p:sldId id="628" r:id="rId40"/>
    <p:sldId id="627" r:id="rId41"/>
    <p:sldId id="275" r:id="rId42"/>
    <p:sldId id="258" r:id="rId43"/>
    <p:sldId id="636" r:id="rId44"/>
    <p:sldId id="262" r:id="rId45"/>
    <p:sldId id="272" r:id="rId46"/>
    <p:sldId id="655" r:id="rId47"/>
    <p:sldId id="651" r:id="rId48"/>
    <p:sldId id="654" r:id="rId49"/>
    <p:sldId id="273" r:id="rId50"/>
    <p:sldId id="653" r:id="rId51"/>
    <p:sldId id="274" r:id="rId52"/>
    <p:sldId id="266" r:id="rId53"/>
    <p:sldId id="267" r:id="rId54"/>
    <p:sldId id="278" r:id="rId55"/>
    <p:sldId id="268" r:id="rId56"/>
    <p:sldId id="652" r:id="rId57"/>
    <p:sldId id="270" r:id="rId58"/>
  </p:sldIdLst>
  <p:sldSz cx="12192000" cy="6858000"/>
  <p:notesSz cx="6858000" cy="9144000"/>
  <p:defaultTextStyle>
    <a:defPPr>
      <a:defRPr lang="LID4096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WooClap" id="{EA1A139C-84CA-4AB4-9DB9-C686373A389C}">
          <p14:sldIdLst>
            <p14:sldId id="256"/>
          </p14:sldIdLst>
        </p14:section>
        <p14:section name="Tutorial" id="{55C65430-E156-4DFF-A887-A97AF7E33D6E}">
          <p14:sldIdLst>
            <p14:sldId id="259"/>
            <p14:sldId id="587"/>
            <p14:sldId id="666"/>
            <p14:sldId id="634"/>
            <p14:sldId id="261"/>
            <p14:sldId id="532"/>
            <p14:sldId id="621"/>
            <p14:sldId id="263"/>
            <p14:sldId id="641"/>
            <p14:sldId id="642"/>
            <p14:sldId id="643"/>
            <p14:sldId id="656"/>
            <p14:sldId id="667"/>
            <p14:sldId id="640"/>
            <p14:sldId id="644"/>
            <p14:sldId id="264"/>
            <p14:sldId id="645"/>
            <p14:sldId id="623"/>
            <p14:sldId id="648"/>
            <p14:sldId id="622"/>
            <p14:sldId id="414"/>
            <p14:sldId id="415"/>
            <p14:sldId id="416"/>
            <p14:sldId id="429"/>
            <p14:sldId id="417"/>
            <p14:sldId id="418"/>
            <p14:sldId id="420"/>
            <p14:sldId id="421"/>
            <p14:sldId id="423"/>
            <p14:sldId id="649"/>
            <p14:sldId id="650"/>
            <p14:sldId id="425"/>
            <p14:sldId id="647"/>
            <p14:sldId id="646"/>
            <p14:sldId id="426"/>
            <p14:sldId id="443"/>
            <p14:sldId id="632"/>
            <p14:sldId id="628"/>
            <p14:sldId id="627"/>
            <p14:sldId id="275"/>
            <p14:sldId id="258"/>
            <p14:sldId id="636"/>
            <p14:sldId id="262"/>
            <p14:sldId id="272"/>
            <p14:sldId id="655"/>
            <p14:sldId id="651"/>
            <p14:sldId id="654"/>
            <p14:sldId id="273"/>
            <p14:sldId id="653"/>
            <p14:sldId id="274"/>
            <p14:sldId id="266"/>
            <p14:sldId id="267"/>
            <p14:sldId id="278"/>
            <p14:sldId id="268"/>
            <p14:sldId id="652"/>
            <p14:sldId id="270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B6DB461C-499A-576D-0443-DBB7779AB8DD}" name="נעם גונן" initials="נג" userId="S::noamgone@post.bgu.ac.il::8d52d1e2-da1c-4400-a582-b852ce743e91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56082"/>
    <a:srgbClr val="FFFF00"/>
    <a:srgbClr val="000000"/>
    <a:srgbClr val="E8E8E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3FE5A26-3064-4B3F-8E2A-653EB31D5592}" v="1918" dt="2025-03-25T13:37:16.657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0A15C55-8517-42AA-B614-E9B94910E393}" styleName="Medium Style 2 –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D5ABB26-0587-4C30-8999-92F81FD0307C}" styleName="ללא סגנון, ללא רשת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458" autoAdjust="0"/>
    <p:restoredTop sz="52680" autoAdjust="0"/>
  </p:normalViewPr>
  <p:slideViewPr>
    <p:cSldViewPr snapToGrid="0">
      <p:cViewPr>
        <p:scale>
          <a:sx n="43" d="100"/>
          <a:sy n="43" d="100"/>
        </p:scale>
        <p:origin x="2155" y="48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microsoft.com/office/2018/10/relationships/authors" Target="authors.xml"/><Relationship Id="rId5" Type="http://schemas.openxmlformats.org/officeDocument/2006/relationships/slide" Target="slides/slide4.xml"/><Relationship Id="rId61" Type="http://schemas.openxmlformats.org/officeDocument/2006/relationships/viewProps" Target="viewProps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microsoft.com/office/2016/11/relationships/changesInfo" Target="changesInfos/changesInfo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notesMaster" Target="notesMasters/notesMaster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presProps" Target="presProps.xml"/><Relationship Id="rId65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Hanna Kossowsky" userId="56e21b23dc263710" providerId="LiveId" clId="{93FE5A26-3064-4B3F-8E2A-653EB31D5592}"/>
    <pc:docChg chg="undo redo custSel addSld delSld modSld sldOrd">
      <pc:chgData name="Hanna Kossowsky" userId="56e21b23dc263710" providerId="LiveId" clId="{93FE5A26-3064-4B3F-8E2A-653EB31D5592}" dt="2025-03-25T13:37:16.655" v="11450" actId="207"/>
      <pc:docMkLst>
        <pc:docMk/>
      </pc:docMkLst>
      <pc:sldChg chg="modSp mod">
        <pc:chgData name="Hanna Kossowsky" userId="56e21b23dc263710" providerId="LiveId" clId="{93FE5A26-3064-4B3F-8E2A-653EB31D5592}" dt="2025-02-19T07:04:18.139" v="3" actId="20577"/>
        <pc:sldMkLst>
          <pc:docMk/>
          <pc:sldMk cId="1633777672" sldId="256"/>
        </pc:sldMkLst>
        <pc:spChg chg="mod">
          <ac:chgData name="Hanna Kossowsky" userId="56e21b23dc263710" providerId="LiveId" clId="{93FE5A26-3064-4B3F-8E2A-653EB31D5592}" dt="2025-02-19T07:04:15.991" v="1" actId="20577"/>
          <ac:spMkLst>
            <pc:docMk/>
            <pc:sldMk cId="1633777672" sldId="256"/>
            <ac:spMk id="2" creationId="{E2739AA4-DC6F-AC25-85E9-23B70AA841D1}"/>
          </ac:spMkLst>
        </pc:spChg>
        <pc:spChg chg="mod">
          <ac:chgData name="Hanna Kossowsky" userId="56e21b23dc263710" providerId="LiveId" clId="{93FE5A26-3064-4B3F-8E2A-653EB31D5592}" dt="2025-02-19T07:04:18.139" v="3" actId="20577"/>
          <ac:spMkLst>
            <pc:docMk/>
            <pc:sldMk cId="1633777672" sldId="256"/>
            <ac:spMk id="3" creationId="{06ABFF89-9CAA-78A3-9827-25C0441AF86F}"/>
          </ac:spMkLst>
        </pc:spChg>
      </pc:sldChg>
      <pc:sldChg chg="del">
        <pc:chgData name="Hanna Kossowsky" userId="56e21b23dc263710" providerId="LiveId" clId="{93FE5A26-3064-4B3F-8E2A-653EB31D5592}" dt="2025-02-19T07:04:36.610" v="4" actId="47"/>
        <pc:sldMkLst>
          <pc:docMk/>
          <pc:sldMk cId="653706785" sldId="257"/>
        </pc:sldMkLst>
      </pc:sldChg>
      <pc:sldChg chg="modSp mod">
        <pc:chgData name="Hanna Kossowsky" userId="56e21b23dc263710" providerId="LiveId" clId="{93FE5A26-3064-4B3F-8E2A-653EB31D5592}" dt="2025-03-06T11:50:31.169" v="10968" actId="313"/>
        <pc:sldMkLst>
          <pc:docMk/>
          <pc:sldMk cId="2932639354" sldId="259"/>
        </pc:sldMkLst>
        <pc:spChg chg="mod">
          <ac:chgData name="Hanna Kossowsky" userId="56e21b23dc263710" providerId="LiveId" clId="{93FE5A26-3064-4B3F-8E2A-653EB31D5592}" dt="2025-03-06T11:50:31.169" v="10968" actId="313"/>
          <ac:spMkLst>
            <pc:docMk/>
            <pc:sldMk cId="2932639354" sldId="259"/>
            <ac:spMk id="3" creationId="{7220153A-0E02-CB25-A797-F3303E23640F}"/>
          </ac:spMkLst>
        </pc:spChg>
      </pc:sldChg>
      <pc:sldChg chg="modSp add mod modShow">
        <pc:chgData name="Hanna Kossowsky" userId="56e21b23dc263710" providerId="LiveId" clId="{93FE5A26-3064-4B3F-8E2A-653EB31D5592}" dt="2025-03-05T12:21:01.104" v="4505" actId="729"/>
        <pc:sldMkLst>
          <pc:docMk/>
          <pc:sldMk cId="2429345029" sldId="260"/>
        </pc:sldMkLst>
        <pc:spChg chg="mod">
          <ac:chgData name="Hanna Kossowsky" userId="56e21b23dc263710" providerId="LiveId" clId="{93FE5A26-3064-4B3F-8E2A-653EB31D5592}" dt="2025-02-19T07:09:10.511" v="31" actId="20577"/>
          <ac:spMkLst>
            <pc:docMk/>
            <pc:sldMk cId="2429345029" sldId="260"/>
            <ac:spMk id="2" creationId="{7468EE72-80FB-0E27-506D-ABE9A2358634}"/>
          </ac:spMkLst>
        </pc:spChg>
        <pc:spChg chg="mod">
          <ac:chgData name="Hanna Kossowsky" userId="56e21b23dc263710" providerId="LiveId" clId="{93FE5A26-3064-4B3F-8E2A-653EB31D5592}" dt="2025-02-19T07:21:35.585" v="492" actId="20577"/>
          <ac:spMkLst>
            <pc:docMk/>
            <pc:sldMk cId="2429345029" sldId="260"/>
            <ac:spMk id="3" creationId="{CD171927-14C5-72E9-8531-ED0978042A34}"/>
          </ac:spMkLst>
        </pc:spChg>
      </pc:sldChg>
      <pc:sldChg chg="del">
        <pc:chgData name="Hanna Kossowsky" userId="56e21b23dc263710" providerId="LiveId" clId="{93FE5A26-3064-4B3F-8E2A-653EB31D5592}" dt="2025-02-19T07:04:42.159" v="6" actId="47"/>
        <pc:sldMkLst>
          <pc:docMk/>
          <pc:sldMk cId="1607538850" sldId="261"/>
        </pc:sldMkLst>
      </pc:sldChg>
      <pc:sldChg chg="modSp add mod modShow">
        <pc:chgData name="Hanna Kossowsky" userId="56e21b23dc263710" providerId="LiveId" clId="{93FE5A26-3064-4B3F-8E2A-653EB31D5592}" dt="2025-03-05T12:21:01.104" v="4505" actId="729"/>
        <pc:sldMkLst>
          <pc:docMk/>
          <pc:sldMk cId="1866731352" sldId="261"/>
        </pc:sldMkLst>
        <pc:spChg chg="mod">
          <ac:chgData name="Hanna Kossowsky" userId="56e21b23dc263710" providerId="LiveId" clId="{93FE5A26-3064-4B3F-8E2A-653EB31D5592}" dt="2025-02-19T07:18:24.372" v="242" actId="20577"/>
          <ac:spMkLst>
            <pc:docMk/>
            <pc:sldMk cId="1866731352" sldId="261"/>
            <ac:spMk id="2" creationId="{08132C22-4C02-03B9-8D9C-BF4CC2F3BDED}"/>
          </ac:spMkLst>
        </pc:spChg>
        <pc:spChg chg="mod">
          <ac:chgData name="Hanna Kossowsky" userId="56e21b23dc263710" providerId="LiveId" clId="{93FE5A26-3064-4B3F-8E2A-653EB31D5592}" dt="2025-02-19T07:19:49.823" v="471" actId="20577"/>
          <ac:spMkLst>
            <pc:docMk/>
            <pc:sldMk cId="1866731352" sldId="261"/>
            <ac:spMk id="3" creationId="{2D515286-E461-21B2-1466-4471C6171467}"/>
          </ac:spMkLst>
        </pc:spChg>
      </pc:sldChg>
      <pc:sldChg chg="modSp add del mod modShow">
        <pc:chgData name="Hanna Kossowsky" userId="56e21b23dc263710" providerId="LiveId" clId="{93FE5A26-3064-4B3F-8E2A-653EB31D5592}" dt="2025-03-06T08:43:06.194" v="6205" actId="47"/>
        <pc:sldMkLst>
          <pc:docMk/>
          <pc:sldMk cId="450497777" sldId="262"/>
        </pc:sldMkLst>
      </pc:sldChg>
      <pc:sldChg chg="del">
        <pc:chgData name="Hanna Kossowsky" userId="56e21b23dc263710" providerId="LiveId" clId="{93FE5A26-3064-4B3F-8E2A-653EB31D5592}" dt="2025-02-19T07:04:42.159" v="6" actId="47"/>
        <pc:sldMkLst>
          <pc:docMk/>
          <pc:sldMk cId="3047956201" sldId="262"/>
        </pc:sldMkLst>
      </pc:sldChg>
      <pc:sldChg chg="del">
        <pc:chgData name="Hanna Kossowsky" userId="56e21b23dc263710" providerId="LiveId" clId="{93FE5A26-3064-4B3F-8E2A-653EB31D5592}" dt="2025-02-19T07:04:42.159" v="6" actId="47"/>
        <pc:sldMkLst>
          <pc:docMk/>
          <pc:sldMk cId="2774208767" sldId="263"/>
        </pc:sldMkLst>
      </pc:sldChg>
      <pc:sldChg chg="add del">
        <pc:chgData name="Hanna Kossowsky" userId="56e21b23dc263710" providerId="LiveId" clId="{93FE5A26-3064-4B3F-8E2A-653EB31D5592}" dt="2025-02-19T07:20:54.045" v="479"/>
        <pc:sldMkLst>
          <pc:docMk/>
          <pc:sldMk cId="3068632970" sldId="263"/>
        </pc:sldMkLst>
      </pc:sldChg>
      <pc:sldChg chg="add del">
        <pc:chgData name="Hanna Kossowsky" userId="56e21b23dc263710" providerId="LiveId" clId="{93FE5A26-3064-4B3F-8E2A-653EB31D5592}" dt="2025-02-19T07:20:59.027" v="481"/>
        <pc:sldMkLst>
          <pc:docMk/>
          <pc:sldMk cId="4018161927" sldId="263"/>
        </pc:sldMkLst>
      </pc:sldChg>
      <pc:sldChg chg="del">
        <pc:chgData name="Hanna Kossowsky" userId="56e21b23dc263710" providerId="LiveId" clId="{93FE5A26-3064-4B3F-8E2A-653EB31D5592}" dt="2025-02-19T07:04:42.159" v="6" actId="47"/>
        <pc:sldMkLst>
          <pc:docMk/>
          <pc:sldMk cId="729297336" sldId="265"/>
        </pc:sldMkLst>
      </pc:sldChg>
      <pc:sldChg chg="del">
        <pc:chgData name="Hanna Kossowsky" userId="56e21b23dc263710" providerId="LiveId" clId="{93FE5A26-3064-4B3F-8E2A-653EB31D5592}" dt="2025-02-19T07:04:42.159" v="6" actId="47"/>
        <pc:sldMkLst>
          <pc:docMk/>
          <pc:sldMk cId="2801949394" sldId="266"/>
        </pc:sldMkLst>
      </pc:sldChg>
      <pc:sldChg chg="del">
        <pc:chgData name="Hanna Kossowsky" userId="56e21b23dc263710" providerId="LiveId" clId="{93FE5A26-3064-4B3F-8E2A-653EB31D5592}" dt="2025-02-19T07:04:42.159" v="6" actId="47"/>
        <pc:sldMkLst>
          <pc:docMk/>
          <pc:sldMk cId="1782198291" sldId="267"/>
        </pc:sldMkLst>
      </pc:sldChg>
      <pc:sldChg chg="del">
        <pc:chgData name="Hanna Kossowsky" userId="56e21b23dc263710" providerId="LiveId" clId="{93FE5A26-3064-4B3F-8E2A-653EB31D5592}" dt="2025-02-19T07:04:42.159" v="6" actId="47"/>
        <pc:sldMkLst>
          <pc:docMk/>
          <pc:sldMk cId="1691764609" sldId="268"/>
        </pc:sldMkLst>
      </pc:sldChg>
      <pc:sldChg chg="del">
        <pc:chgData name="Hanna Kossowsky" userId="56e21b23dc263710" providerId="LiveId" clId="{93FE5A26-3064-4B3F-8E2A-653EB31D5592}" dt="2025-02-19T07:04:42.159" v="6" actId="47"/>
        <pc:sldMkLst>
          <pc:docMk/>
          <pc:sldMk cId="766664880" sldId="269"/>
        </pc:sldMkLst>
      </pc:sldChg>
      <pc:sldChg chg="del">
        <pc:chgData name="Hanna Kossowsky" userId="56e21b23dc263710" providerId="LiveId" clId="{93FE5A26-3064-4B3F-8E2A-653EB31D5592}" dt="2025-02-19T07:04:42.159" v="6" actId="47"/>
        <pc:sldMkLst>
          <pc:docMk/>
          <pc:sldMk cId="1905021401" sldId="270"/>
        </pc:sldMkLst>
      </pc:sldChg>
      <pc:sldChg chg="del">
        <pc:chgData name="Hanna Kossowsky" userId="56e21b23dc263710" providerId="LiveId" clId="{93FE5A26-3064-4B3F-8E2A-653EB31D5592}" dt="2025-02-19T07:04:42.159" v="6" actId="47"/>
        <pc:sldMkLst>
          <pc:docMk/>
          <pc:sldMk cId="2188517806" sldId="271"/>
        </pc:sldMkLst>
      </pc:sldChg>
      <pc:sldChg chg="add del">
        <pc:chgData name="Hanna Kossowsky" userId="56e21b23dc263710" providerId="LiveId" clId="{93FE5A26-3064-4B3F-8E2A-653EB31D5592}" dt="2025-02-19T07:26:22.268" v="497"/>
        <pc:sldMkLst>
          <pc:docMk/>
          <pc:sldMk cId="2889954775" sldId="272"/>
        </pc:sldMkLst>
      </pc:sldChg>
      <pc:sldChg chg="modSp add del mod ord modAnim modNotesTx">
        <pc:chgData name="Hanna Kossowsky" userId="56e21b23dc263710" providerId="LiveId" clId="{93FE5A26-3064-4B3F-8E2A-653EB31D5592}" dt="2025-03-06T11:50:52.493" v="10973"/>
        <pc:sldMkLst>
          <pc:docMk/>
          <pc:sldMk cId="434505505" sldId="273"/>
        </pc:sldMkLst>
        <pc:spChg chg="mod">
          <ac:chgData name="Hanna Kossowsky" userId="56e21b23dc263710" providerId="LiveId" clId="{93FE5A26-3064-4B3F-8E2A-653EB31D5592}" dt="2025-03-05T12:27:28.240" v="4578" actId="20577"/>
          <ac:spMkLst>
            <pc:docMk/>
            <pc:sldMk cId="434505505" sldId="273"/>
            <ac:spMk id="2" creationId="{59E61A04-C626-C5E4-A3C2-591358CD94C4}"/>
          </ac:spMkLst>
        </pc:spChg>
        <pc:spChg chg="mod">
          <ac:chgData name="Hanna Kossowsky" userId="56e21b23dc263710" providerId="LiveId" clId="{93FE5A26-3064-4B3F-8E2A-653EB31D5592}" dt="2025-03-06T08:53:05.305" v="6568" actId="20577"/>
          <ac:spMkLst>
            <pc:docMk/>
            <pc:sldMk cId="434505505" sldId="273"/>
            <ac:spMk id="3" creationId="{7220153A-0E02-CB25-A797-F3303E23640F}"/>
          </ac:spMkLst>
        </pc:spChg>
      </pc:sldChg>
      <pc:sldChg chg="add del">
        <pc:chgData name="Hanna Kossowsky" userId="56e21b23dc263710" providerId="LiveId" clId="{93FE5A26-3064-4B3F-8E2A-653EB31D5592}" dt="2025-03-05T13:13:44.885" v="5737"/>
        <pc:sldMkLst>
          <pc:docMk/>
          <pc:sldMk cId="1783530971" sldId="274"/>
        </pc:sldMkLst>
      </pc:sldChg>
      <pc:sldChg chg="add del">
        <pc:chgData name="Hanna Kossowsky" userId="56e21b23dc263710" providerId="LiveId" clId="{93FE5A26-3064-4B3F-8E2A-653EB31D5592}" dt="2025-02-19T07:26:22.268" v="497"/>
        <pc:sldMkLst>
          <pc:docMk/>
          <pc:sldMk cId="2210417689" sldId="275"/>
        </pc:sldMkLst>
      </pc:sldChg>
      <pc:sldChg chg="add del">
        <pc:chgData name="Hanna Kossowsky" userId="56e21b23dc263710" providerId="LiveId" clId="{93FE5A26-3064-4B3F-8E2A-653EB31D5592}" dt="2025-03-05T13:13:44.885" v="5737"/>
        <pc:sldMkLst>
          <pc:docMk/>
          <pc:sldMk cId="2567820192" sldId="276"/>
        </pc:sldMkLst>
      </pc:sldChg>
      <pc:sldChg chg="add del">
        <pc:chgData name="Hanna Kossowsky" userId="56e21b23dc263710" providerId="LiveId" clId="{93FE5A26-3064-4B3F-8E2A-653EB31D5592}" dt="2025-02-19T07:26:22.268" v="497"/>
        <pc:sldMkLst>
          <pc:docMk/>
          <pc:sldMk cId="1988245967" sldId="277"/>
        </pc:sldMkLst>
      </pc:sldChg>
      <pc:sldChg chg="add del">
        <pc:chgData name="Hanna Kossowsky" userId="56e21b23dc263710" providerId="LiveId" clId="{93FE5A26-3064-4B3F-8E2A-653EB31D5592}" dt="2025-02-19T07:26:22.268" v="497"/>
        <pc:sldMkLst>
          <pc:docMk/>
          <pc:sldMk cId="2809128241" sldId="278"/>
        </pc:sldMkLst>
      </pc:sldChg>
      <pc:sldChg chg="add del">
        <pc:chgData name="Hanna Kossowsky" userId="56e21b23dc263710" providerId="LiveId" clId="{93FE5A26-3064-4B3F-8E2A-653EB31D5592}" dt="2025-03-05T13:13:44.885" v="5737"/>
        <pc:sldMkLst>
          <pc:docMk/>
          <pc:sldMk cId="1511031208" sldId="279"/>
        </pc:sldMkLst>
      </pc:sldChg>
      <pc:sldChg chg="add del">
        <pc:chgData name="Hanna Kossowsky" userId="56e21b23dc263710" providerId="LiveId" clId="{93FE5A26-3064-4B3F-8E2A-653EB31D5592}" dt="2025-03-05T13:14:20.527" v="5739" actId="47"/>
        <pc:sldMkLst>
          <pc:docMk/>
          <pc:sldMk cId="1857471371" sldId="281"/>
        </pc:sldMkLst>
      </pc:sldChg>
      <pc:sldChg chg="addSp delSp modSp add del mod">
        <pc:chgData name="Hanna Kossowsky" userId="56e21b23dc263710" providerId="LiveId" clId="{93FE5A26-3064-4B3F-8E2A-653EB31D5592}" dt="2025-03-25T11:11:03.120" v="11425" actId="1036"/>
        <pc:sldMkLst>
          <pc:docMk/>
          <pc:sldMk cId="2576418047" sldId="282"/>
        </pc:sldMkLst>
        <pc:spChg chg="mod">
          <ac:chgData name="Hanna Kossowsky" userId="56e21b23dc263710" providerId="LiveId" clId="{93FE5A26-3064-4B3F-8E2A-653EB31D5592}" dt="2025-03-25T11:11:03.120" v="11425" actId="1036"/>
          <ac:spMkLst>
            <pc:docMk/>
            <pc:sldMk cId="2576418047" sldId="282"/>
            <ac:spMk id="5" creationId="{331C8611-798F-AF7E-A7B4-785D16C3643C}"/>
          </ac:spMkLst>
        </pc:spChg>
        <pc:spChg chg="add mod">
          <ac:chgData name="Hanna Kossowsky" userId="56e21b23dc263710" providerId="LiveId" clId="{93FE5A26-3064-4B3F-8E2A-653EB31D5592}" dt="2025-03-25T11:11:00.386" v="11421" actId="404"/>
          <ac:spMkLst>
            <pc:docMk/>
            <pc:sldMk cId="2576418047" sldId="282"/>
            <ac:spMk id="11" creationId="{0BB2A62F-5960-E00B-DA9D-E92C866DC486}"/>
          </ac:spMkLst>
        </pc:spChg>
        <pc:grpChg chg="mod">
          <ac:chgData name="Hanna Kossowsky" userId="56e21b23dc263710" providerId="LiveId" clId="{93FE5A26-3064-4B3F-8E2A-653EB31D5592}" dt="2025-03-25T11:11:00.386" v="11421" actId="404"/>
          <ac:grpSpMkLst>
            <pc:docMk/>
            <pc:sldMk cId="2576418047" sldId="282"/>
            <ac:grpSpMk id="6" creationId="{F25D5471-FAA4-D554-A3FE-438FE1CADBAA}"/>
          </ac:grpSpMkLst>
        </pc:grpChg>
      </pc:sldChg>
      <pc:sldChg chg="add del">
        <pc:chgData name="Hanna Kossowsky" userId="56e21b23dc263710" providerId="LiveId" clId="{93FE5A26-3064-4B3F-8E2A-653EB31D5592}" dt="2025-03-05T13:14:46.722" v="5740" actId="47"/>
        <pc:sldMkLst>
          <pc:docMk/>
          <pc:sldMk cId="856824348" sldId="283"/>
        </pc:sldMkLst>
      </pc:sldChg>
      <pc:sldChg chg="add del">
        <pc:chgData name="Hanna Kossowsky" userId="56e21b23dc263710" providerId="LiveId" clId="{93FE5A26-3064-4B3F-8E2A-653EB31D5592}" dt="2025-03-05T13:14:46.722" v="5740" actId="47"/>
        <pc:sldMkLst>
          <pc:docMk/>
          <pc:sldMk cId="3042682632" sldId="285"/>
        </pc:sldMkLst>
      </pc:sldChg>
      <pc:sldChg chg="add del">
        <pc:chgData name="Hanna Kossowsky" userId="56e21b23dc263710" providerId="LiveId" clId="{93FE5A26-3064-4B3F-8E2A-653EB31D5592}" dt="2025-03-05T13:14:46.722" v="5740" actId="47"/>
        <pc:sldMkLst>
          <pc:docMk/>
          <pc:sldMk cId="3720169326" sldId="286"/>
        </pc:sldMkLst>
      </pc:sldChg>
      <pc:sldChg chg="addSp delSp modSp add del mod modNotesTx">
        <pc:chgData name="Hanna Kossowsky" userId="56e21b23dc263710" providerId="LiveId" clId="{93FE5A26-3064-4B3F-8E2A-653EB31D5592}" dt="2025-03-25T11:11:26.657" v="11448" actId="14100"/>
        <pc:sldMkLst>
          <pc:docMk/>
          <pc:sldMk cId="1841188842" sldId="287"/>
        </pc:sldMkLst>
        <pc:spChg chg="add">
          <ac:chgData name="Hanna Kossowsky" userId="56e21b23dc263710" providerId="LiveId" clId="{93FE5A26-3064-4B3F-8E2A-653EB31D5592}" dt="2025-03-06T11:43:11.362" v="10727"/>
          <ac:spMkLst>
            <pc:docMk/>
            <pc:sldMk cId="1841188842" sldId="287"/>
            <ac:spMk id="3" creationId="{7514AA2F-F42D-8D75-204F-58E115665CFE}"/>
          </ac:spMkLst>
        </pc:spChg>
        <pc:spChg chg="mod">
          <ac:chgData name="Hanna Kossowsky" userId="56e21b23dc263710" providerId="LiveId" clId="{93FE5A26-3064-4B3F-8E2A-653EB31D5592}" dt="2025-03-25T11:11:26.657" v="11448" actId="14100"/>
          <ac:spMkLst>
            <pc:docMk/>
            <pc:sldMk cId="1841188842" sldId="287"/>
            <ac:spMk id="4" creationId="{429000A6-4100-662E-6AAD-B438D24F72FA}"/>
          </ac:spMkLst>
        </pc:spChg>
      </pc:sldChg>
      <pc:sldChg chg="add del">
        <pc:chgData name="Hanna Kossowsky" userId="56e21b23dc263710" providerId="LiveId" clId="{93FE5A26-3064-4B3F-8E2A-653EB31D5592}" dt="2025-03-05T13:14:50.784" v="5741" actId="47"/>
        <pc:sldMkLst>
          <pc:docMk/>
          <pc:sldMk cId="2106269780" sldId="288"/>
        </pc:sldMkLst>
      </pc:sldChg>
      <pc:sldChg chg="add del">
        <pc:chgData name="Hanna Kossowsky" userId="56e21b23dc263710" providerId="LiveId" clId="{93FE5A26-3064-4B3F-8E2A-653EB31D5592}" dt="2025-02-19T07:26:22.268" v="497"/>
        <pc:sldMkLst>
          <pc:docMk/>
          <pc:sldMk cId="3572271568" sldId="315"/>
        </pc:sldMkLst>
      </pc:sldChg>
      <pc:sldChg chg="add del">
        <pc:chgData name="Hanna Kossowsky" userId="56e21b23dc263710" providerId="LiveId" clId="{93FE5A26-3064-4B3F-8E2A-653EB31D5592}" dt="2025-02-19T07:26:22.268" v="497"/>
        <pc:sldMkLst>
          <pc:docMk/>
          <pc:sldMk cId="3252578053" sldId="386"/>
        </pc:sldMkLst>
      </pc:sldChg>
      <pc:sldChg chg="add del">
        <pc:chgData name="Hanna Kossowsky" userId="56e21b23dc263710" providerId="LiveId" clId="{93FE5A26-3064-4B3F-8E2A-653EB31D5592}" dt="2025-02-19T07:26:22.268" v="497"/>
        <pc:sldMkLst>
          <pc:docMk/>
          <pc:sldMk cId="3306194807" sldId="388"/>
        </pc:sldMkLst>
      </pc:sldChg>
      <pc:sldChg chg="add mod modShow">
        <pc:chgData name="Hanna Kossowsky" userId="56e21b23dc263710" providerId="LiveId" clId="{93FE5A26-3064-4B3F-8E2A-653EB31D5592}" dt="2025-03-05T12:21:01.104" v="4505" actId="729"/>
        <pc:sldMkLst>
          <pc:docMk/>
          <pc:sldMk cId="2144043473" sldId="389"/>
        </pc:sldMkLst>
      </pc:sldChg>
      <pc:sldChg chg="del">
        <pc:chgData name="Hanna Kossowsky" userId="56e21b23dc263710" providerId="LiveId" clId="{93FE5A26-3064-4B3F-8E2A-653EB31D5592}" dt="2025-02-19T07:04:42.159" v="6" actId="47"/>
        <pc:sldMkLst>
          <pc:docMk/>
          <pc:sldMk cId="2487857439" sldId="389"/>
        </pc:sldMkLst>
      </pc:sldChg>
      <pc:sldChg chg="add del">
        <pc:chgData name="Hanna Kossowsky" userId="56e21b23dc263710" providerId="LiveId" clId="{93FE5A26-3064-4B3F-8E2A-653EB31D5592}" dt="2025-02-19T07:29:12.850" v="500" actId="2696"/>
        <pc:sldMkLst>
          <pc:docMk/>
          <pc:sldMk cId="1217290044" sldId="390"/>
        </pc:sldMkLst>
      </pc:sldChg>
      <pc:sldChg chg="del">
        <pc:chgData name="Hanna Kossowsky" userId="56e21b23dc263710" providerId="LiveId" clId="{93FE5A26-3064-4B3F-8E2A-653EB31D5592}" dt="2025-02-19T07:04:42.159" v="6" actId="47"/>
        <pc:sldMkLst>
          <pc:docMk/>
          <pc:sldMk cId="2205368609" sldId="390"/>
        </pc:sldMkLst>
      </pc:sldChg>
      <pc:sldChg chg="add del">
        <pc:chgData name="Hanna Kossowsky" userId="56e21b23dc263710" providerId="LiveId" clId="{93FE5A26-3064-4B3F-8E2A-653EB31D5592}" dt="2025-02-19T07:31:52.493" v="504"/>
        <pc:sldMkLst>
          <pc:docMk/>
          <pc:sldMk cId="3230878684" sldId="390"/>
        </pc:sldMkLst>
      </pc:sldChg>
      <pc:sldChg chg="add del">
        <pc:chgData name="Hanna Kossowsky" userId="56e21b23dc263710" providerId="LiveId" clId="{93FE5A26-3064-4B3F-8E2A-653EB31D5592}" dt="2025-02-19T07:30:02.397" v="502" actId="2696"/>
        <pc:sldMkLst>
          <pc:docMk/>
          <pc:sldMk cId="3688594761" sldId="390"/>
        </pc:sldMkLst>
      </pc:sldChg>
      <pc:sldChg chg="add del">
        <pc:chgData name="Hanna Kossowsky" userId="56e21b23dc263710" providerId="LiveId" clId="{93FE5A26-3064-4B3F-8E2A-653EB31D5592}" dt="2025-02-19T07:26:22.268" v="497"/>
        <pc:sldMkLst>
          <pc:docMk/>
          <pc:sldMk cId="2795164391" sldId="391"/>
        </pc:sldMkLst>
      </pc:sldChg>
      <pc:sldChg chg="add del">
        <pc:chgData name="Hanna Kossowsky" userId="56e21b23dc263710" providerId="LiveId" clId="{93FE5A26-3064-4B3F-8E2A-653EB31D5592}" dt="2025-02-19T07:26:22.268" v="497"/>
        <pc:sldMkLst>
          <pc:docMk/>
          <pc:sldMk cId="3046450321" sldId="392"/>
        </pc:sldMkLst>
      </pc:sldChg>
      <pc:sldChg chg="add del">
        <pc:chgData name="Hanna Kossowsky" userId="56e21b23dc263710" providerId="LiveId" clId="{93FE5A26-3064-4B3F-8E2A-653EB31D5592}" dt="2025-03-05T13:14:07.730" v="5738" actId="47"/>
        <pc:sldMkLst>
          <pc:docMk/>
          <pc:sldMk cId="577880875" sldId="393"/>
        </pc:sldMkLst>
      </pc:sldChg>
      <pc:sldChg chg="addSp delSp modSp add del mod modAnim modNotesTx">
        <pc:chgData name="Hanna Kossowsky" userId="56e21b23dc263710" providerId="LiveId" clId="{93FE5A26-3064-4B3F-8E2A-653EB31D5592}" dt="2025-03-21T07:05:50.393" v="11258" actId="20577"/>
        <pc:sldMkLst>
          <pc:docMk/>
          <pc:sldMk cId="1814684987" sldId="394"/>
        </pc:sldMkLst>
        <pc:spChg chg="add">
          <ac:chgData name="Hanna Kossowsky" userId="56e21b23dc263710" providerId="LiveId" clId="{93FE5A26-3064-4B3F-8E2A-653EB31D5592}" dt="2025-03-06T11:43:11.362" v="10727"/>
          <ac:spMkLst>
            <pc:docMk/>
            <pc:sldMk cId="1814684987" sldId="394"/>
            <ac:spMk id="3" creationId="{789A85C2-7A6E-DA5D-67AF-F7028C822711}"/>
          </ac:spMkLst>
        </pc:spChg>
        <pc:spChg chg="add">
          <ac:chgData name="Hanna Kossowsky" userId="56e21b23dc263710" providerId="LiveId" clId="{93FE5A26-3064-4B3F-8E2A-653EB31D5592}" dt="2025-03-06T11:43:11.362" v="10727"/>
          <ac:spMkLst>
            <pc:docMk/>
            <pc:sldMk cId="1814684987" sldId="394"/>
            <ac:spMk id="4" creationId="{0898E3AF-8255-5EEE-F345-2CC4F71C6F92}"/>
          </ac:spMkLst>
        </pc:spChg>
        <pc:spChg chg="mod">
          <ac:chgData name="Hanna Kossowsky" userId="56e21b23dc263710" providerId="LiveId" clId="{93FE5A26-3064-4B3F-8E2A-653EB31D5592}" dt="2025-03-06T11:52:10.743" v="10992" actId="1076"/>
          <ac:spMkLst>
            <pc:docMk/>
            <pc:sldMk cId="1814684987" sldId="394"/>
            <ac:spMk id="5" creationId="{3CFC9EC1-625C-3BDF-37D9-580A4F3E93B8}"/>
          </ac:spMkLst>
        </pc:spChg>
      </pc:sldChg>
      <pc:sldChg chg="add del modNotesTx">
        <pc:chgData name="Hanna Kossowsky" userId="56e21b23dc263710" providerId="LiveId" clId="{93FE5A26-3064-4B3F-8E2A-653EB31D5592}" dt="2025-03-21T07:04:40.428" v="11075"/>
        <pc:sldMkLst>
          <pc:docMk/>
          <pc:sldMk cId="1374448592" sldId="395"/>
        </pc:sldMkLst>
      </pc:sldChg>
      <pc:sldChg chg="add del">
        <pc:chgData name="Hanna Kossowsky" userId="56e21b23dc263710" providerId="LiveId" clId="{93FE5A26-3064-4B3F-8E2A-653EB31D5592}" dt="2025-03-05T13:14:50.784" v="5741" actId="47"/>
        <pc:sldMkLst>
          <pc:docMk/>
          <pc:sldMk cId="987074334" sldId="396"/>
        </pc:sldMkLst>
      </pc:sldChg>
      <pc:sldChg chg="add del">
        <pc:chgData name="Hanna Kossowsky" userId="56e21b23dc263710" providerId="LiveId" clId="{93FE5A26-3064-4B3F-8E2A-653EB31D5592}" dt="2025-02-19T07:31:52.493" v="504"/>
        <pc:sldMkLst>
          <pc:docMk/>
          <pc:sldMk cId="1307055565" sldId="396"/>
        </pc:sldMkLst>
      </pc:sldChg>
      <pc:sldChg chg="add del mod modShow">
        <pc:chgData name="Hanna Kossowsky" userId="56e21b23dc263710" providerId="LiveId" clId="{93FE5A26-3064-4B3F-8E2A-653EB31D5592}" dt="2025-03-06T09:01:42.389" v="7237" actId="729"/>
        <pc:sldMkLst>
          <pc:docMk/>
          <pc:sldMk cId="2689916021" sldId="396"/>
        </pc:sldMkLst>
      </pc:sldChg>
      <pc:sldChg chg="add del">
        <pc:chgData name="Hanna Kossowsky" userId="56e21b23dc263710" providerId="LiveId" clId="{93FE5A26-3064-4B3F-8E2A-653EB31D5592}" dt="2025-02-19T07:30:02.397" v="502" actId="2696"/>
        <pc:sldMkLst>
          <pc:docMk/>
          <pc:sldMk cId="2803387719" sldId="396"/>
        </pc:sldMkLst>
      </pc:sldChg>
      <pc:sldChg chg="add del">
        <pc:chgData name="Hanna Kossowsky" userId="56e21b23dc263710" providerId="LiveId" clId="{93FE5A26-3064-4B3F-8E2A-653EB31D5592}" dt="2025-02-19T07:30:02.397" v="502" actId="2696"/>
        <pc:sldMkLst>
          <pc:docMk/>
          <pc:sldMk cId="560305960" sldId="397"/>
        </pc:sldMkLst>
      </pc:sldChg>
      <pc:sldChg chg="add del">
        <pc:chgData name="Hanna Kossowsky" userId="56e21b23dc263710" providerId="LiveId" clId="{93FE5A26-3064-4B3F-8E2A-653EB31D5592}" dt="2025-03-05T13:14:07.730" v="5738" actId="47"/>
        <pc:sldMkLst>
          <pc:docMk/>
          <pc:sldMk cId="1449073575" sldId="397"/>
        </pc:sldMkLst>
      </pc:sldChg>
      <pc:sldChg chg="add del">
        <pc:chgData name="Hanna Kossowsky" userId="56e21b23dc263710" providerId="LiveId" clId="{93FE5A26-3064-4B3F-8E2A-653EB31D5592}" dt="2025-02-19T07:31:52.493" v="504"/>
        <pc:sldMkLst>
          <pc:docMk/>
          <pc:sldMk cId="1641564044" sldId="397"/>
        </pc:sldMkLst>
      </pc:sldChg>
      <pc:sldChg chg="add del mod modShow">
        <pc:chgData name="Hanna Kossowsky" userId="56e21b23dc263710" providerId="LiveId" clId="{93FE5A26-3064-4B3F-8E2A-653EB31D5592}" dt="2025-03-06T09:01:42.389" v="7237" actId="729"/>
        <pc:sldMkLst>
          <pc:docMk/>
          <pc:sldMk cId="3671609670" sldId="397"/>
        </pc:sldMkLst>
      </pc:sldChg>
      <pc:sldChg chg="add del">
        <pc:chgData name="Hanna Kossowsky" userId="56e21b23dc263710" providerId="LiveId" clId="{93FE5A26-3064-4B3F-8E2A-653EB31D5592}" dt="2025-02-19T07:29:12.850" v="500" actId="2696"/>
        <pc:sldMkLst>
          <pc:docMk/>
          <pc:sldMk cId="42854459" sldId="398"/>
        </pc:sldMkLst>
      </pc:sldChg>
      <pc:sldChg chg="add del">
        <pc:chgData name="Hanna Kossowsky" userId="56e21b23dc263710" providerId="LiveId" clId="{93FE5A26-3064-4B3F-8E2A-653EB31D5592}" dt="2025-02-19T07:30:02.397" v="502" actId="2696"/>
        <pc:sldMkLst>
          <pc:docMk/>
          <pc:sldMk cId="101142229" sldId="398"/>
        </pc:sldMkLst>
      </pc:sldChg>
      <pc:sldChg chg="del">
        <pc:chgData name="Hanna Kossowsky" userId="56e21b23dc263710" providerId="LiveId" clId="{93FE5A26-3064-4B3F-8E2A-653EB31D5592}" dt="2025-02-19T07:04:37.129" v="5" actId="47"/>
        <pc:sldMkLst>
          <pc:docMk/>
          <pc:sldMk cId="143904550" sldId="398"/>
        </pc:sldMkLst>
      </pc:sldChg>
      <pc:sldChg chg="add del">
        <pc:chgData name="Hanna Kossowsky" userId="56e21b23dc263710" providerId="LiveId" clId="{93FE5A26-3064-4B3F-8E2A-653EB31D5592}" dt="2025-02-19T07:31:52.493" v="504"/>
        <pc:sldMkLst>
          <pc:docMk/>
          <pc:sldMk cId="2085189838" sldId="398"/>
        </pc:sldMkLst>
      </pc:sldChg>
      <pc:sldChg chg="add mod modShow">
        <pc:chgData name="Hanna Kossowsky" userId="56e21b23dc263710" providerId="LiveId" clId="{93FE5A26-3064-4B3F-8E2A-653EB31D5592}" dt="2025-03-05T12:21:01.104" v="4505" actId="729"/>
        <pc:sldMkLst>
          <pc:docMk/>
          <pc:sldMk cId="2435545275" sldId="408"/>
        </pc:sldMkLst>
      </pc:sldChg>
      <pc:sldChg chg="add mod modShow">
        <pc:chgData name="Hanna Kossowsky" userId="56e21b23dc263710" providerId="LiveId" clId="{93FE5A26-3064-4B3F-8E2A-653EB31D5592}" dt="2025-03-05T12:21:01.104" v="4505" actId="729"/>
        <pc:sldMkLst>
          <pc:docMk/>
          <pc:sldMk cId="3650659230" sldId="409"/>
        </pc:sldMkLst>
      </pc:sldChg>
      <pc:sldChg chg="add mod modShow">
        <pc:chgData name="Hanna Kossowsky" userId="56e21b23dc263710" providerId="LiveId" clId="{93FE5A26-3064-4B3F-8E2A-653EB31D5592}" dt="2025-03-05T12:21:01.104" v="4505" actId="729"/>
        <pc:sldMkLst>
          <pc:docMk/>
          <pc:sldMk cId="4227923638" sldId="410"/>
        </pc:sldMkLst>
      </pc:sldChg>
      <pc:sldChg chg="add mod modShow">
        <pc:chgData name="Hanna Kossowsky" userId="56e21b23dc263710" providerId="LiveId" clId="{93FE5A26-3064-4B3F-8E2A-653EB31D5592}" dt="2025-03-05T12:21:01.104" v="4505" actId="729"/>
        <pc:sldMkLst>
          <pc:docMk/>
          <pc:sldMk cId="2763831260" sldId="411"/>
        </pc:sldMkLst>
      </pc:sldChg>
      <pc:sldChg chg="add mod modShow">
        <pc:chgData name="Hanna Kossowsky" userId="56e21b23dc263710" providerId="LiveId" clId="{93FE5A26-3064-4B3F-8E2A-653EB31D5592}" dt="2025-03-05T12:21:01.104" v="4505" actId="729"/>
        <pc:sldMkLst>
          <pc:docMk/>
          <pc:sldMk cId="2238725509" sldId="412"/>
        </pc:sldMkLst>
      </pc:sldChg>
      <pc:sldChg chg="add mod modShow">
        <pc:chgData name="Hanna Kossowsky" userId="56e21b23dc263710" providerId="LiveId" clId="{93FE5A26-3064-4B3F-8E2A-653EB31D5592}" dt="2025-03-05T12:21:01.104" v="4505" actId="729"/>
        <pc:sldMkLst>
          <pc:docMk/>
          <pc:sldMk cId="113283455" sldId="416"/>
        </pc:sldMkLst>
      </pc:sldChg>
      <pc:sldChg chg="add mod modShow">
        <pc:chgData name="Hanna Kossowsky" userId="56e21b23dc263710" providerId="LiveId" clId="{93FE5A26-3064-4B3F-8E2A-653EB31D5592}" dt="2025-03-05T12:21:01.104" v="4505" actId="729"/>
        <pc:sldMkLst>
          <pc:docMk/>
          <pc:sldMk cId="1639935311" sldId="417"/>
        </pc:sldMkLst>
      </pc:sldChg>
      <pc:sldChg chg="add mod modShow">
        <pc:chgData name="Hanna Kossowsky" userId="56e21b23dc263710" providerId="LiveId" clId="{93FE5A26-3064-4B3F-8E2A-653EB31D5592}" dt="2025-03-05T12:21:01.104" v="4505" actId="729"/>
        <pc:sldMkLst>
          <pc:docMk/>
          <pc:sldMk cId="1496457155" sldId="418"/>
        </pc:sldMkLst>
      </pc:sldChg>
      <pc:sldChg chg="add mod modShow">
        <pc:chgData name="Hanna Kossowsky" userId="56e21b23dc263710" providerId="LiveId" clId="{93FE5A26-3064-4B3F-8E2A-653EB31D5592}" dt="2025-03-05T12:21:01.104" v="4505" actId="729"/>
        <pc:sldMkLst>
          <pc:docMk/>
          <pc:sldMk cId="2571826001" sldId="419"/>
        </pc:sldMkLst>
      </pc:sldChg>
      <pc:sldChg chg="modSp add del mod">
        <pc:chgData name="Hanna Kossowsky" userId="56e21b23dc263710" providerId="LiveId" clId="{93FE5A26-3064-4B3F-8E2A-653EB31D5592}" dt="2025-02-19T07:27:29.778" v="499" actId="47"/>
        <pc:sldMkLst>
          <pc:docMk/>
          <pc:sldMk cId="1415127267" sldId="490"/>
        </pc:sldMkLst>
      </pc:sldChg>
      <pc:sldChg chg="add del">
        <pc:chgData name="Hanna Kossowsky" userId="56e21b23dc263710" providerId="LiveId" clId="{93FE5A26-3064-4B3F-8E2A-653EB31D5592}" dt="2025-02-19T07:26:22.268" v="497"/>
        <pc:sldMkLst>
          <pc:docMk/>
          <pc:sldMk cId="2487857439" sldId="491"/>
        </pc:sldMkLst>
      </pc:sldChg>
      <pc:sldChg chg="add mod modShow">
        <pc:chgData name="Hanna Kossowsky" userId="56e21b23dc263710" providerId="LiveId" clId="{93FE5A26-3064-4B3F-8E2A-653EB31D5592}" dt="2025-03-05T12:21:01.104" v="4505" actId="729"/>
        <pc:sldMkLst>
          <pc:docMk/>
          <pc:sldMk cId="2977535749" sldId="491"/>
        </pc:sldMkLst>
      </pc:sldChg>
      <pc:sldChg chg="modSp add mod modShow">
        <pc:chgData name="Hanna Kossowsky" userId="56e21b23dc263710" providerId="LiveId" clId="{93FE5A26-3064-4B3F-8E2A-653EB31D5592}" dt="2025-03-05T12:21:01.104" v="4505" actId="729"/>
        <pc:sldMkLst>
          <pc:docMk/>
          <pc:sldMk cId="1812375708" sldId="492"/>
        </pc:sldMkLst>
        <pc:spChg chg="mod">
          <ac:chgData name="Hanna Kossowsky" userId="56e21b23dc263710" providerId="LiveId" clId="{93FE5A26-3064-4B3F-8E2A-653EB31D5592}" dt="2025-02-19T07:32:18.668" v="524" actId="20577"/>
          <ac:spMkLst>
            <pc:docMk/>
            <pc:sldMk cId="1812375708" sldId="492"/>
            <ac:spMk id="2" creationId="{7A80642F-F992-DDEE-B4D1-F5DE692A5C78}"/>
          </ac:spMkLst>
        </pc:spChg>
        <pc:spChg chg="mod">
          <ac:chgData name="Hanna Kossowsky" userId="56e21b23dc263710" providerId="LiveId" clId="{93FE5A26-3064-4B3F-8E2A-653EB31D5592}" dt="2025-02-19T07:33:07.451" v="617" actId="20577"/>
          <ac:spMkLst>
            <pc:docMk/>
            <pc:sldMk cId="1812375708" sldId="492"/>
            <ac:spMk id="3" creationId="{A7B85D0E-B253-489B-A63A-E4E59974ABEF}"/>
          </ac:spMkLst>
        </pc:spChg>
      </pc:sldChg>
      <pc:sldChg chg="add del">
        <pc:chgData name="Hanna Kossowsky" userId="56e21b23dc263710" providerId="LiveId" clId="{93FE5A26-3064-4B3F-8E2A-653EB31D5592}" dt="2025-02-19T07:26:22.268" v="497"/>
        <pc:sldMkLst>
          <pc:docMk/>
          <pc:sldMk cId="2205368609" sldId="492"/>
        </pc:sldMkLst>
      </pc:sldChg>
      <pc:sldChg chg="add del">
        <pc:chgData name="Hanna Kossowsky" userId="56e21b23dc263710" providerId="LiveId" clId="{93FE5A26-3064-4B3F-8E2A-653EB31D5592}" dt="2025-02-19T07:31:54.837" v="506"/>
        <pc:sldMkLst>
          <pc:docMk/>
          <pc:sldMk cId="3185991163" sldId="492"/>
        </pc:sldMkLst>
      </pc:sldChg>
      <pc:sldChg chg="add del">
        <pc:chgData name="Hanna Kossowsky" userId="56e21b23dc263710" providerId="LiveId" clId="{93FE5A26-3064-4B3F-8E2A-653EB31D5592}" dt="2025-02-19T07:26:22.268" v="497"/>
        <pc:sldMkLst>
          <pc:docMk/>
          <pc:sldMk cId="1449073575" sldId="493"/>
        </pc:sldMkLst>
      </pc:sldChg>
      <pc:sldChg chg="modSp add mod modShow modNotesTx">
        <pc:chgData name="Hanna Kossowsky" userId="56e21b23dc263710" providerId="LiveId" clId="{93FE5A26-3064-4B3F-8E2A-653EB31D5592}" dt="2025-03-05T12:21:01.104" v="4505" actId="729"/>
        <pc:sldMkLst>
          <pc:docMk/>
          <pc:sldMk cId="3897922549" sldId="493"/>
        </pc:sldMkLst>
        <pc:spChg chg="mod">
          <ac:chgData name="Hanna Kossowsky" userId="56e21b23dc263710" providerId="LiveId" clId="{93FE5A26-3064-4B3F-8E2A-653EB31D5592}" dt="2025-02-19T07:40:21.649" v="1209"/>
          <ac:spMkLst>
            <pc:docMk/>
            <pc:sldMk cId="3897922549" sldId="493"/>
            <ac:spMk id="3" creationId="{D5B40794-7AE3-0BEE-59C4-D22D86B35399}"/>
          </ac:spMkLst>
        </pc:spChg>
      </pc:sldChg>
      <pc:sldChg chg="add del">
        <pc:chgData name="Hanna Kossowsky" userId="56e21b23dc263710" providerId="LiveId" clId="{93FE5A26-3064-4B3F-8E2A-653EB31D5592}" dt="2025-02-19T07:26:22.268" v="497"/>
        <pc:sldMkLst>
          <pc:docMk/>
          <pc:sldMk cId="987074334" sldId="494"/>
        </pc:sldMkLst>
      </pc:sldChg>
      <pc:sldChg chg="modSp add mod modShow modNotesTx">
        <pc:chgData name="Hanna Kossowsky" userId="56e21b23dc263710" providerId="LiveId" clId="{93FE5A26-3064-4B3F-8E2A-653EB31D5592}" dt="2025-03-05T12:21:01.104" v="4505" actId="729"/>
        <pc:sldMkLst>
          <pc:docMk/>
          <pc:sldMk cId="3870978512" sldId="494"/>
        </pc:sldMkLst>
        <pc:spChg chg="mod">
          <ac:chgData name="Hanna Kossowsky" userId="56e21b23dc263710" providerId="LiveId" clId="{93FE5A26-3064-4B3F-8E2A-653EB31D5592}" dt="2025-02-19T07:42:13.763" v="1540" actId="5793"/>
          <ac:spMkLst>
            <pc:docMk/>
            <pc:sldMk cId="3870978512" sldId="494"/>
            <ac:spMk id="3" creationId="{A3F8FD05-A1A7-0CF2-DEA5-D3F681E46756}"/>
          </ac:spMkLst>
        </pc:spChg>
      </pc:sldChg>
      <pc:sldChg chg="addSp delSp modSp add mod modAnim modShow modNotesTx">
        <pc:chgData name="Hanna Kossowsky" userId="56e21b23dc263710" providerId="LiveId" clId="{93FE5A26-3064-4B3F-8E2A-653EB31D5592}" dt="2025-03-05T12:21:01.104" v="4505" actId="729"/>
        <pc:sldMkLst>
          <pc:docMk/>
          <pc:sldMk cId="2095479354" sldId="495"/>
        </pc:sldMkLst>
        <pc:spChg chg="mod">
          <ac:chgData name="Hanna Kossowsky" userId="56e21b23dc263710" providerId="LiveId" clId="{93FE5A26-3064-4B3F-8E2A-653EB31D5592}" dt="2025-02-19T07:49:00.287" v="1564" actId="20577"/>
          <ac:spMkLst>
            <pc:docMk/>
            <pc:sldMk cId="2095479354" sldId="495"/>
            <ac:spMk id="2" creationId="{5F08EC29-1478-7FDA-20A7-2A8A04E15937}"/>
          </ac:spMkLst>
        </pc:spChg>
        <pc:spChg chg="mod">
          <ac:chgData name="Hanna Kossowsky" userId="56e21b23dc263710" providerId="LiveId" clId="{93FE5A26-3064-4B3F-8E2A-653EB31D5592}" dt="2025-02-19T08:11:18.288" v="1789"/>
          <ac:spMkLst>
            <pc:docMk/>
            <pc:sldMk cId="2095479354" sldId="495"/>
            <ac:spMk id="3" creationId="{CCC5C584-E5D4-DD26-B4E9-E3F54B413530}"/>
          </ac:spMkLst>
        </pc:spChg>
        <pc:spChg chg="add mod">
          <ac:chgData name="Hanna Kossowsky" userId="56e21b23dc263710" providerId="LiveId" clId="{93FE5A26-3064-4B3F-8E2A-653EB31D5592}" dt="2025-02-19T08:01:55.156" v="1709" actId="1035"/>
          <ac:spMkLst>
            <pc:docMk/>
            <pc:sldMk cId="2095479354" sldId="495"/>
            <ac:spMk id="16" creationId="{94D4FBF0-EB2A-E1B1-F250-ED1285C53DAB}"/>
          </ac:spMkLst>
        </pc:spChg>
        <pc:spChg chg="add mod">
          <ac:chgData name="Hanna Kossowsky" userId="56e21b23dc263710" providerId="LiveId" clId="{93FE5A26-3064-4B3F-8E2A-653EB31D5592}" dt="2025-02-19T08:01:55.156" v="1709" actId="1035"/>
          <ac:spMkLst>
            <pc:docMk/>
            <pc:sldMk cId="2095479354" sldId="495"/>
            <ac:spMk id="20" creationId="{437A5BD4-6A22-7615-FBAF-7E956826DECF}"/>
          </ac:spMkLst>
        </pc:spChg>
        <pc:spChg chg="add mod">
          <ac:chgData name="Hanna Kossowsky" userId="56e21b23dc263710" providerId="LiveId" clId="{93FE5A26-3064-4B3F-8E2A-653EB31D5592}" dt="2025-02-19T08:01:55.156" v="1709" actId="1035"/>
          <ac:spMkLst>
            <pc:docMk/>
            <pc:sldMk cId="2095479354" sldId="495"/>
            <ac:spMk id="21" creationId="{D669D4E3-E565-8397-89BE-2B6FC4FABE50}"/>
          </ac:spMkLst>
        </pc:spChg>
        <pc:spChg chg="mod">
          <ac:chgData name="Hanna Kossowsky" userId="56e21b23dc263710" providerId="LiveId" clId="{93FE5A26-3064-4B3F-8E2A-653EB31D5592}" dt="2025-02-19T08:01:55.156" v="1709" actId="1035"/>
          <ac:spMkLst>
            <pc:docMk/>
            <pc:sldMk cId="2095479354" sldId="495"/>
            <ac:spMk id="26" creationId="{C8FD76D7-1A0A-500F-EE49-09892D2CB1F6}"/>
          </ac:spMkLst>
        </pc:spChg>
        <pc:spChg chg="mod">
          <ac:chgData name="Hanna Kossowsky" userId="56e21b23dc263710" providerId="LiveId" clId="{93FE5A26-3064-4B3F-8E2A-653EB31D5592}" dt="2025-02-19T08:01:55.156" v="1709" actId="1035"/>
          <ac:spMkLst>
            <pc:docMk/>
            <pc:sldMk cId="2095479354" sldId="495"/>
            <ac:spMk id="27" creationId="{74D897ED-2E8E-50FE-C805-C78C656C036D}"/>
          </ac:spMkLst>
        </pc:spChg>
        <pc:spChg chg="mod">
          <ac:chgData name="Hanna Kossowsky" userId="56e21b23dc263710" providerId="LiveId" clId="{93FE5A26-3064-4B3F-8E2A-653EB31D5592}" dt="2025-02-19T08:01:55.156" v="1709" actId="1035"/>
          <ac:spMkLst>
            <pc:docMk/>
            <pc:sldMk cId="2095479354" sldId="495"/>
            <ac:spMk id="28" creationId="{11249229-4454-6342-2A86-4596202834BF}"/>
          </ac:spMkLst>
        </pc:spChg>
        <pc:grpChg chg="add mod">
          <ac:chgData name="Hanna Kossowsky" userId="56e21b23dc263710" providerId="LiveId" clId="{93FE5A26-3064-4B3F-8E2A-653EB31D5592}" dt="2025-02-19T08:01:55.156" v="1709" actId="1035"/>
          <ac:grpSpMkLst>
            <pc:docMk/>
            <pc:sldMk cId="2095479354" sldId="495"/>
            <ac:grpSpMk id="14" creationId="{B4587432-24C6-1A45-1606-80DA991C31ED}"/>
          </ac:grpSpMkLst>
        </pc:grpChg>
        <pc:grpChg chg="add mod">
          <ac:chgData name="Hanna Kossowsky" userId="56e21b23dc263710" providerId="LiveId" clId="{93FE5A26-3064-4B3F-8E2A-653EB31D5592}" dt="2025-02-19T08:01:55.156" v="1709" actId="1035"/>
          <ac:grpSpMkLst>
            <pc:docMk/>
            <pc:sldMk cId="2095479354" sldId="495"/>
            <ac:grpSpMk id="15" creationId="{D107FEFE-ADA1-8063-9034-5A4113B9CDF9}"/>
          </ac:grpSpMkLst>
        </pc:grpChg>
        <pc:grpChg chg="add mod">
          <ac:chgData name="Hanna Kossowsky" userId="56e21b23dc263710" providerId="LiveId" clId="{93FE5A26-3064-4B3F-8E2A-653EB31D5592}" dt="2025-02-19T08:01:45.109" v="1690" actId="164"/>
          <ac:grpSpMkLst>
            <pc:docMk/>
            <pc:sldMk cId="2095479354" sldId="495"/>
            <ac:grpSpMk id="24" creationId="{A05B8CE4-C2FA-9A9B-88FC-E405CCD53E5B}"/>
          </ac:grpSpMkLst>
        </pc:grpChg>
        <pc:grpChg chg="add mod">
          <ac:chgData name="Hanna Kossowsky" userId="56e21b23dc263710" providerId="LiveId" clId="{93FE5A26-3064-4B3F-8E2A-653EB31D5592}" dt="2025-02-19T08:01:42.111" v="1689" actId="164"/>
          <ac:grpSpMkLst>
            <pc:docMk/>
            <pc:sldMk cId="2095479354" sldId="495"/>
            <ac:grpSpMk id="25" creationId="{8368C694-1584-8E2A-EFB9-7B1478479020}"/>
          </ac:grpSpMkLst>
        </pc:grpChg>
        <pc:grpChg chg="add mod">
          <ac:chgData name="Hanna Kossowsky" userId="56e21b23dc263710" providerId="LiveId" clId="{93FE5A26-3064-4B3F-8E2A-653EB31D5592}" dt="2025-02-19T08:01:46.106" v="1691" actId="164"/>
          <ac:grpSpMkLst>
            <pc:docMk/>
            <pc:sldMk cId="2095479354" sldId="495"/>
            <ac:grpSpMk id="29" creationId="{2243AE12-6802-172F-45D0-9AF81737A709}"/>
          </ac:grpSpMkLst>
        </pc:grpChg>
        <pc:grpChg chg="add mod">
          <ac:chgData name="Hanna Kossowsky" userId="56e21b23dc263710" providerId="LiveId" clId="{93FE5A26-3064-4B3F-8E2A-653EB31D5592}" dt="2025-02-19T08:01:46.106" v="1691" actId="164"/>
          <ac:grpSpMkLst>
            <pc:docMk/>
            <pc:sldMk cId="2095479354" sldId="495"/>
            <ac:grpSpMk id="30" creationId="{4DBB8B9F-C5DF-73F2-EA5C-DD3B7CEC6932}"/>
          </ac:grpSpMkLst>
        </pc:grpChg>
        <pc:grpChg chg="add mod">
          <ac:chgData name="Hanna Kossowsky" userId="56e21b23dc263710" providerId="LiveId" clId="{93FE5A26-3064-4B3F-8E2A-653EB31D5592}" dt="2025-02-19T08:01:55.156" v="1709" actId="1035"/>
          <ac:grpSpMkLst>
            <pc:docMk/>
            <pc:sldMk cId="2095479354" sldId="495"/>
            <ac:grpSpMk id="31" creationId="{2CD5D921-44F3-CE32-2122-005A32E89251}"/>
          </ac:grpSpMkLst>
        </pc:grpChg>
        <pc:picChg chg="add mod">
          <ac:chgData name="Hanna Kossowsky" userId="56e21b23dc263710" providerId="LiveId" clId="{93FE5A26-3064-4B3F-8E2A-653EB31D5592}" dt="2025-02-19T08:01:55.156" v="1709" actId="1035"/>
          <ac:picMkLst>
            <pc:docMk/>
            <pc:sldMk cId="2095479354" sldId="495"/>
            <ac:picMk id="1028" creationId="{373BBAD0-4709-1401-5BFE-BD1F719593D7}"/>
          </ac:picMkLst>
        </pc:picChg>
        <pc:cxnChg chg="add mod">
          <ac:chgData name="Hanna Kossowsky" userId="56e21b23dc263710" providerId="LiveId" clId="{93FE5A26-3064-4B3F-8E2A-653EB31D5592}" dt="2025-02-19T08:00:27.181" v="1653" actId="164"/>
          <ac:cxnSpMkLst>
            <pc:docMk/>
            <pc:sldMk cId="2095479354" sldId="495"/>
            <ac:cxnSpMk id="7" creationId="{35F6CE74-E0E5-0E48-ED2D-F8D25479BD03}"/>
          </ac:cxnSpMkLst>
        </pc:cxnChg>
        <pc:cxnChg chg="add mod">
          <ac:chgData name="Hanna Kossowsky" userId="56e21b23dc263710" providerId="LiveId" clId="{93FE5A26-3064-4B3F-8E2A-653EB31D5592}" dt="2025-02-19T08:00:27.181" v="1653" actId="164"/>
          <ac:cxnSpMkLst>
            <pc:docMk/>
            <pc:sldMk cId="2095479354" sldId="495"/>
            <ac:cxnSpMk id="8" creationId="{FF2A9246-F848-C13B-9F75-1202B9E3B4ED}"/>
          </ac:cxnSpMkLst>
        </pc:cxnChg>
        <pc:cxnChg chg="add mod">
          <ac:chgData name="Hanna Kossowsky" userId="56e21b23dc263710" providerId="LiveId" clId="{93FE5A26-3064-4B3F-8E2A-653EB31D5592}" dt="2025-02-19T08:00:27.181" v="1653" actId="164"/>
          <ac:cxnSpMkLst>
            <pc:docMk/>
            <pc:sldMk cId="2095479354" sldId="495"/>
            <ac:cxnSpMk id="9" creationId="{48E83F43-7856-79D6-B52D-D08F9D6FBC5B}"/>
          </ac:cxnSpMkLst>
        </pc:cxnChg>
        <pc:cxnChg chg="add mod">
          <ac:chgData name="Hanna Kossowsky" userId="56e21b23dc263710" providerId="LiveId" clId="{93FE5A26-3064-4B3F-8E2A-653EB31D5592}" dt="2025-02-19T08:00:20.336" v="1650" actId="164"/>
          <ac:cxnSpMkLst>
            <pc:docMk/>
            <pc:sldMk cId="2095479354" sldId="495"/>
            <ac:cxnSpMk id="10" creationId="{86A7685E-26F7-AC44-FCD7-5B2C13B79110}"/>
          </ac:cxnSpMkLst>
        </pc:cxnChg>
        <pc:cxnChg chg="add mod">
          <ac:chgData name="Hanna Kossowsky" userId="56e21b23dc263710" providerId="LiveId" clId="{93FE5A26-3064-4B3F-8E2A-653EB31D5592}" dt="2025-02-19T08:00:20.336" v="1650" actId="164"/>
          <ac:cxnSpMkLst>
            <pc:docMk/>
            <pc:sldMk cId="2095479354" sldId="495"/>
            <ac:cxnSpMk id="11" creationId="{86420410-0C57-6C7D-3D0F-7022E2CDEDF9}"/>
          </ac:cxnSpMkLst>
        </pc:cxnChg>
        <pc:cxnChg chg="add mod">
          <ac:chgData name="Hanna Kossowsky" userId="56e21b23dc263710" providerId="LiveId" clId="{93FE5A26-3064-4B3F-8E2A-653EB31D5592}" dt="2025-02-19T08:00:20.336" v="1650" actId="164"/>
          <ac:cxnSpMkLst>
            <pc:docMk/>
            <pc:sldMk cId="2095479354" sldId="495"/>
            <ac:cxnSpMk id="12" creationId="{10E0406E-CE2E-7EAE-4642-C31B1BF6A099}"/>
          </ac:cxnSpMkLst>
        </pc:cxnChg>
      </pc:sldChg>
      <pc:sldChg chg="delSp modSp add mod delAnim modShow modNotesTx">
        <pc:chgData name="Hanna Kossowsky" userId="56e21b23dc263710" providerId="LiveId" clId="{93FE5A26-3064-4B3F-8E2A-653EB31D5592}" dt="2025-03-05T12:21:01.104" v="4505" actId="729"/>
        <pc:sldMkLst>
          <pc:docMk/>
          <pc:sldMk cId="3383692764" sldId="496"/>
        </pc:sldMkLst>
        <pc:spChg chg="mod">
          <ac:chgData name="Hanna Kossowsky" userId="56e21b23dc263710" providerId="LiveId" clId="{93FE5A26-3064-4B3F-8E2A-653EB31D5592}" dt="2025-02-19T08:12:22.734" v="1952" actId="20577"/>
          <ac:spMkLst>
            <pc:docMk/>
            <pc:sldMk cId="3383692764" sldId="496"/>
            <ac:spMk id="2" creationId="{F53CC927-CE50-6DA0-EDE4-3197AC5C0C8E}"/>
          </ac:spMkLst>
        </pc:spChg>
        <pc:spChg chg="mod">
          <ac:chgData name="Hanna Kossowsky" userId="56e21b23dc263710" providerId="LiveId" clId="{93FE5A26-3064-4B3F-8E2A-653EB31D5592}" dt="2025-02-19T08:15:24.685" v="2359" actId="20577"/>
          <ac:spMkLst>
            <pc:docMk/>
            <pc:sldMk cId="3383692764" sldId="496"/>
            <ac:spMk id="3" creationId="{2E6F0754-8E90-6E46-DEE4-55EE58229ACC}"/>
          </ac:spMkLst>
        </pc:spChg>
      </pc:sldChg>
      <pc:sldChg chg="add del">
        <pc:chgData name="Hanna Kossowsky" userId="56e21b23dc263710" providerId="LiveId" clId="{93FE5A26-3064-4B3F-8E2A-653EB31D5592}" dt="2025-02-19T08:13:12.957" v="2008"/>
        <pc:sldMkLst>
          <pc:docMk/>
          <pc:sldMk cId="1548486394" sldId="497"/>
        </pc:sldMkLst>
      </pc:sldChg>
      <pc:sldChg chg="addSp delSp modSp add mod modShow">
        <pc:chgData name="Hanna Kossowsky" userId="56e21b23dc263710" providerId="LiveId" clId="{93FE5A26-3064-4B3F-8E2A-653EB31D5592}" dt="2025-03-05T12:21:01.104" v="4505" actId="729"/>
        <pc:sldMkLst>
          <pc:docMk/>
          <pc:sldMk cId="2970157588" sldId="497"/>
        </pc:sldMkLst>
        <pc:spChg chg="mod">
          <ac:chgData name="Hanna Kossowsky" userId="56e21b23dc263710" providerId="LiveId" clId="{93FE5A26-3064-4B3F-8E2A-653EB31D5592}" dt="2025-02-19T08:18:21.789" v="2380" actId="20577"/>
          <ac:spMkLst>
            <pc:docMk/>
            <pc:sldMk cId="2970157588" sldId="497"/>
            <ac:spMk id="2" creationId="{D8879BA7-512A-F0F7-7931-C4C1D0BE56FB}"/>
          </ac:spMkLst>
        </pc:spChg>
        <pc:picChg chg="add mod">
          <ac:chgData name="Hanna Kossowsky" userId="56e21b23dc263710" providerId="LiveId" clId="{93FE5A26-3064-4B3F-8E2A-653EB31D5592}" dt="2025-02-19T08:18:49.748" v="2384" actId="1076"/>
          <ac:picMkLst>
            <pc:docMk/>
            <pc:sldMk cId="2970157588" sldId="497"/>
            <ac:picMk id="7" creationId="{93F9E5CA-CC69-9F4F-4F67-BDDC79C2F23D}"/>
          </ac:picMkLst>
        </pc:picChg>
        <pc:picChg chg="add mod">
          <ac:chgData name="Hanna Kossowsky" userId="56e21b23dc263710" providerId="LiveId" clId="{93FE5A26-3064-4B3F-8E2A-653EB31D5592}" dt="2025-02-19T08:19:12.569" v="2386" actId="1076"/>
          <ac:picMkLst>
            <pc:docMk/>
            <pc:sldMk cId="2970157588" sldId="497"/>
            <ac:picMk id="9" creationId="{094397E9-EA92-D21E-EEC8-18AC7CB975D9}"/>
          </ac:picMkLst>
        </pc:picChg>
        <pc:picChg chg="add mod">
          <ac:chgData name="Hanna Kossowsky" userId="56e21b23dc263710" providerId="LiveId" clId="{93FE5A26-3064-4B3F-8E2A-653EB31D5592}" dt="2025-02-19T08:19:51.019" v="2388" actId="1076"/>
          <ac:picMkLst>
            <pc:docMk/>
            <pc:sldMk cId="2970157588" sldId="497"/>
            <ac:picMk id="11" creationId="{63A06329-0944-C019-4D63-3B2E88E9F7F8}"/>
          </ac:picMkLst>
        </pc:picChg>
      </pc:sldChg>
      <pc:sldChg chg="add del">
        <pc:chgData name="Hanna Kossowsky" userId="56e21b23dc263710" providerId="LiveId" clId="{93FE5A26-3064-4B3F-8E2A-653EB31D5592}" dt="2025-02-19T08:17:55.147" v="2361"/>
        <pc:sldMkLst>
          <pc:docMk/>
          <pc:sldMk cId="3658590114" sldId="497"/>
        </pc:sldMkLst>
      </pc:sldChg>
      <pc:sldChg chg="addSp delSp modSp add mod modShow">
        <pc:chgData name="Hanna Kossowsky" userId="56e21b23dc263710" providerId="LiveId" clId="{93FE5A26-3064-4B3F-8E2A-653EB31D5592}" dt="2025-03-05T12:21:01.104" v="4505" actId="729"/>
        <pc:sldMkLst>
          <pc:docMk/>
          <pc:sldMk cId="698931931" sldId="498"/>
        </pc:sldMkLst>
        <pc:spChg chg="mod">
          <ac:chgData name="Hanna Kossowsky" userId="56e21b23dc263710" providerId="LiveId" clId="{93FE5A26-3064-4B3F-8E2A-653EB31D5592}" dt="2025-02-19T08:20:41.268" v="2450" actId="20577"/>
          <ac:spMkLst>
            <pc:docMk/>
            <pc:sldMk cId="698931931" sldId="498"/>
            <ac:spMk id="2" creationId="{A6B01EA7-4684-9944-9CB2-E539CEEA9AD4}"/>
          </ac:spMkLst>
        </pc:spChg>
        <pc:picChg chg="add">
          <ac:chgData name="Hanna Kossowsky" userId="56e21b23dc263710" providerId="LiveId" clId="{93FE5A26-3064-4B3F-8E2A-653EB31D5592}" dt="2025-02-19T08:20:53.918" v="2451" actId="22"/>
          <ac:picMkLst>
            <pc:docMk/>
            <pc:sldMk cId="698931931" sldId="498"/>
            <ac:picMk id="4" creationId="{D785231D-7E4B-5C30-6183-CB12AD4FC2A7}"/>
          </ac:picMkLst>
        </pc:picChg>
      </pc:sldChg>
      <pc:sldChg chg="addSp delSp modSp add mod modShow">
        <pc:chgData name="Hanna Kossowsky" userId="56e21b23dc263710" providerId="LiveId" clId="{93FE5A26-3064-4B3F-8E2A-653EB31D5592}" dt="2025-03-05T12:21:01.104" v="4505" actId="729"/>
        <pc:sldMkLst>
          <pc:docMk/>
          <pc:sldMk cId="131263646" sldId="499"/>
        </pc:sldMkLst>
        <pc:spChg chg="mod">
          <ac:chgData name="Hanna Kossowsky" userId="56e21b23dc263710" providerId="LiveId" clId="{93FE5A26-3064-4B3F-8E2A-653EB31D5592}" dt="2025-02-19T08:21:26.272" v="2487" actId="20577"/>
          <ac:spMkLst>
            <pc:docMk/>
            <pc:sldMk cId="131263646" sldId="499"/>
            <ac:spMk id="2" creationId="{252DCC58-EB96-6C2C-563B-80B6FC440D93}"/>
          </ac:spMkLst>
        </pc:spChg>
        <pc:picChg chg="add mod">
          <ac:chgData name="Hanna Kossowsky" userId="56e21b23dc263710" providerId="LiveId" clId="{93FE5A26-3064-4B3F-8E2A-653EB31D5592}" dt="2025-02-19T08:21:42.864" v="2490" actId="1076"/>
          <ac:picMkLst>
            <pc:docMk/>
            <pc:sldMk cId="131263646" sldId="499"/>
            <ac:picMk id="5" creationId="{FAD9B87D-DE19-2D0C-30CD-D0BD5269168B}"/>
          </ac:picMkLst>
        </pc:picChg>
        <pc:picChg chg="add mod">
          <ac:chgData name="Hanna Kossowsky" userId="56e21b23dc263710" providerId="LiveId" clId="{93FE5A26-3064-4B3F-8E2A-653EB31D5592}" dt="2025-02-19T08:21:58.228" v="2492" actId="1076"/>
          <ac:picMkLst>
            <pc:docMk/>
            <pc:sldMk cId="131263646" sldId="499"/>
            <ac:picMk id="7" creationId="{BA44AC9F-DB1C-87F5-07AF-4795FE54C529}"/>
          </ac:picMkLst>
        </pc:picChg>
      </pc:sldChg>
      <pc:sldChg chg="addSp delSp modSp add mod modShow">
        <pc:chgData name="Hanna Kossowsky" userId="56e21b23dc263710" providerId="LiveId" clId="{93FE5A26-3064-4B3F-8E2A-653EB31D5592}" dt="2025-03-05T12:21:01.104" v="4505" actId="729"/>
        <pc:sldMkLst>
          <pc:docMk/>
          <pc:sldMk cId="4144549434" sldId="500"/>
        </pc:sldMkLst>
        <pc:spChg chg="mod">
          <ac:chgData name="Hanna Kossowsky" userId="56e21b23dc263710" providerId="LiveId" clId="{93FE5A26-3064-4B3F-8E2A-653EB31D5592}" dt="2025-02-19T08:22:57.248" v="2517" actId="20577"/>
          <ac:spMkLst>
            <pc:docMk/>
            <pc:sldMk cId="4144549434" sldId="500"/>
            <ac:spMk id="2" creationId="{6B48CB8C-2ABD-9B4E-C7FB-0DC7179CE536}"/>
          </ac:spMkLst>
        </pc:spChg>
        <pc:spChg chg="add mod">
          <ac:chgData name="Hanna Kossowsky" userId="56e21b23dc263710" providerId="LiveId" clId="{93FE5A26-3064-4B3F-8E2A-653EB31D5592}" dt="2025-02-19T08:28:52.915" v="2999" actId="13926"/>
          <ac:spMkLst>
            <pc:docMk/>
            <pc:sldMk cId="4144549434" sldId="500"/>
            <ac:spMk id="3" creationId="{208FC063-FD96-F492-8135-CBB915C9A0AA}"/>
          </ac:spMkLst>
        </pc:spChg>
      </pc:sldChg>
      <pc:sldChg chg="addSp delSp modSp add mod modShow">
        <pc:chgData name="Hanna Kossowsky" userId="56e21b23dc263710" providerId="LiveId" clId="{93FE5A26-3064-4B3F-8E2A-653EB31D5592}" dt="2025-03-05T12:21:01.104" v="4505" actId="729"/>
        <pc:sldMkLst>
          <pc:docMk/>
          <pc:sldMk cId="3990973233" sldId="501"/>
        </pc:sldMkLst>
        <pc:spChg chg="mod">
          <ac:chgData name="Hanna Kossowsky" userId="56e21b23dc263710" providerId="LiveId" clId="{93FE5A26-3064-4B3F-8E2A-653EB31D5592}" dt="2025-02-19T08:31:35.589" v="3174" actId="113"/>
          <ac:spMkLst>
            <pc:docMk/>
            <pc:sldMk cId="3990973233" sldId="501"/>
            <ac:spMk id="3" creationId="{90A6C3EA-3B9F-0A62-18E5-770AC5C49B47}"/>
          </ac:spMkLst>
        </pc:spChg>
        <pc:picChg chg="add mod">
          <ac:chgData name="Hanna Kossowsky" userId="56e21b23dc263710" providerId="LiveId" clId="{93FE5A26-3064-4B3F-8E2A-653EB31D5592}" dt="2025-02-19T08:31:48.398" v="3176" actId="1076"/>
          <ac:picMkLst>
            <pc:docMk/>
            <pc:sldMk cId="3990973233" sldId="501"/>
            <ac:picMk id="5" creationId="{BEDA461B-1C10-5CD5-C7AA-E0BBFEA00DD8}"/>
          </ac:picMkLst>
        </pc:picChg>
      </pc:sldChg>
      <pc:sldChg chg="addSp delSp modSp add mod delAnim modAnim modShow">
        <pc:chgData name="Hanna Kossowsky" userId="56e21b23dc263710" providerId="LiveId" clId="{93FE5A26-3064-4B3F-8E2A-653EB31D5592}" dt="2025-03-06T11:43:11.362" v="10727"/>
        <pc:sldMkLst>
          <pc:docMk/>
          <pc:sldMk cId="2020688423" sldId="502"/>
        </pc:sldMkLst>
        <pc:spChg chg="mod">
          <ac:chgData name="Hanna Kossowsky" userId="56e21b23dc263710" providerId="LiveId" clId="{93FE5A26-3064-4B3F-8E2A-653EB31D5592}" dt="2025-02-19T08:42:34.979" v="3890" actId="313"/>
          <ac:spMkLst>
            <pc:docMk/>
            <pc:sldMk cId="2020688423" sldId="502"/>
            <ac:spMk id="2" creationId="{3F436977-0E1D-CF1D-3455-59A48E07A3A5}"/>
          </ac:spMkLst>
        </pc:spChg>
        <pc:spChg chg="mod">
          <ac:chgData name="Hanna Kossowsky" userId="56e21b23dc263710" providerId="LiveId" clId="{93FE5A26-3064-4B3F-8E2A-653EB31D5592}" dt="2025-02-19T08:36:08.668" v="3265" actId="20577"/>
          <ac:spMkLst>
            <pc:docMk/>
            <pc:sldMk cId="2020688423" sldId="502"/>
            <ac:spMk id="3" creationId="{1FBCE138-2F89-6BCB-8355-546345C4840E}"/>
          </ac:spMkLst>
        </pc:spChg>
        <pc:spChg chg="add">
          <ac:chgData name="Hanna Kossowsky" userId="56e21b23dc263710" providerId="LiveId" clId="{93FE5A26-3064-4B3F-8E2A-653EB31D5592}" dt="2025-03-06T11:43:11.362" v="10727"/>
          <ac:spMkLst>
            <pc:docMk/>
            <pc:sldMk cId="2020688423" sldId="502"/>
            <ac:spMk id="7" creationId="{445CECC5-272E-B156-A8DB-810C9B73A35E}"/>
          </ac:spMkLst>
        </pc:spChg>
        <pc:spChg chg="add">
          <ac:chgData name="Hanna Kossowsky" userId="56e21b23dc263710" providerId="LiveId" clId="{93FE5A26-3064-4B3F-8E2A-653EB31D5592}" dt="2025-03-06T11:43:11.362" v="10727"/>
          <ac:spMkLst>
            <pc:docMk/>
            <pc:sldMk cId="2020688423" sldId="502"/>
            <ac:spMk id="8" creationId="{EC377E36-13C5-86EF-EF5A-7F9661D53B6C}"/>
          </ac:spMkLst>
        </pc:spChg>
        <pc:picChg chg="add mod">
          <ac:chgData name="Hanna Kossowsky" userId="56e21b23dc263710" providerId="LiveId" clId="{93FE5A26-3064-4B3F-8E2A-653EB31D5592}" dt="2025-02-19T08:36:47.386" v="3268" actId="14100"/>
          <ac:picMkLst>
            <pc:docMk/>
            <pc:sldMk cId="2020688423" sldId="502"/>
            <ac:picMk id="10" creationId="{867B9BD2-E380-BA2E-1452-2749443D8E14}"/>
          </ac:picMkLst>
        </pc:picChg>
      </pc:sldChg>
      <pc:sldChg chg="addSp delSp modSp add mod delAnim modShow">
        <pc:chgData name="Hanna Kossowsky" userId="56e21b23dc263710" providerId="LiveId" clId="{93FE5A26-3064-4B3F-8E2A-653EB31D5592}" dt="2025-03-05T12:21:01.104" v="4505" actId="729"/>
        <pc:sldMkLst>
          <pc:docMk/>
          <pc:sldMk cId="2896844199" sldId="503"/>
        </pc:sldMkLst>
        <pc:spChg chg="mod">
          <ac:chgData name="Hanna Kossowsky" userId="56e21b23dc263710" providerId="LiveId" clId="{93FE5A26-3064-4B3F-8E2A-653EB31D5592}" dt="2025-02-19T08:42:32.748" v="3889" actId="313"/>
          <ac:spMkLst>
            <pc:docMk/>
            <pc:sldMk cId="2896844199" sldId="503"/>
            <ac:spMk id="2" creationId="{D8085853-82FA-3E79-CCC1-00198393C662}"/>
          </ac:spMkLst>
        </pc:spChg>
        <pc:spChg chg="mod">
          <ac:chgData name="Hanna Kossowsky" userId="56e21b23dc263710" providerId="LiveId" clId="{93FE5A26-3064-4B3F-8E2A-653EB31D5592}" dt="2025-02-19T08:41:11.527" v="3885" actId="1076"/>
          <ac:spMkLst>
            <pc:docMk/>
            <pc:sldMk cId="2896844199" sldId="503"/>
            <ac:spMk id="3" creationId="{271F124A-7723-4687-AB8C-5195BF88DFAC}"/>
          </ac:spMkLst>
        </pc:spChg>
        <pc:picChg chg="add mod">
          <ac:chgData name="Hanna Kossowsky" userId="56e21b23dc263710" providerId="LiveId" clId="{93FE5A26-3064-4B3F-8E2A-653EB31D5592}" dt="2025-02-19T08:40:48.747" v="3883" actId="1076"/>
          <ac:picMkLst>
            <pc:docMk/>
            <pc:sldMk cId="2896844199" sldId="503"/>
            <ac:picMk id="5" creationId="{73B158DE-9DB5-3C10-1124-C549A9E28432}"/>
          </ac:picMkLst>
        </pc:picChg>
        <pc:picChg chg="add mod">
          <ac:chgData name="Hanna Kossowsky" userId="56e21b23dc263710" providerId="LiveId" clId="{93FE5A26-3064-4B3F-8E2A-653EB31D5592}" dt="2025-02-19T08:41:15.818" v="3888" actId="1076"/>
          <ac:picMkLst>
            <pc:docMk/>
            <pc:sldMk cId="2896844199" sldId="503"/>
            <ac:picMk id="6" creationId="{35B41BA8-4C8F-BF8E-D091-044A8ED5C8E1}"/>
          </ac:picMkLst>
        </pc:picChg>
        <pc:picChg chg="mod">
          <ac:chgData name="Hanna Kossowsky" userId="56e21b23dc263710" providerId="LiveId" clId="{93FE5A26-3064-4B3F-8E2A-653EB31D5592}" dt="2025-02-19T08:37:27.902" v="3382" actId="1076"/>
          <ac:picMkLst>
            <pc:docMk/>
            <pc:sldMk cId="2896844199" sldId="503"/>
            <ac:picMk id="10" creationId="{6AC4DA08-FEB5-89F7-D220-B3367F8751FB}"/>
          </ac:picMkLst>
        </pc:picChg>
      </pc:sldChg>
      <pc:sldChg chg="delSp modSp add mod modShow">
        <pc:chgData name="Hanna Kossowsky" userId="56e21b23dc263710" providerId="LiveId" clId="{93FE5A26-3064-4B3F-8E2A-653EB31D5592}" dt="2025-03-05T12:21:01.104" v="4505" actId="729"/>
        <pc:sldMkLst>
          <pc:docMk/>
          <pc:sldMk cId="495728249" sldId="504"/>
        </pc:sldMkLst>
        <pc:spChg chg="mod">
          <ac:chgData name="Hanna Kossowsky" userId="56e21b23dc263710" providerId="LiveId" clId="{93FE5A26-3064-4B3F-8E2A-653EB31D5592}" dt="2025-02-19T08:42:59.872" v="3926" actId="20577"/>
          <ac:spMkLst>
            <pc:docMk/>
            <pc:sldMk cId="495728249" sldId="504"/>
            <ac:spMk id="2" creationId="{991EB765-80C0-BCD5-3DD5-442388BE95D7}"/>
          </ac:spMkLst>
        </pc:spChg>
        <pc:spChg chg="mod">
          <ac:chgData name="Hanna Kossowsky" userId="56e21b23dc263710" providerId="LiveId" clId="{93FE5A26-3064-4B3F-8E2A-653EB31D5592}" dt="2025-02-19T08:45:19.290" v="4489" actId="20577"/>
          <ac:spMkLst>
            <pc:docMk/>
            <pc:sldMk cId="495728249" sldId="504"/>
            <ac:spMk id="3" creationId="{5146E244-34A3-5013-6DCD-32461C7B2010}"/>
          </ac:spMkLst>
        </pc:spChg>
      </pc:sldChg>
      <pc:sldChg chg="addSp delSp modSp add del mod modNotesTx">
        <pc:chgData name="Hanna Kossowsky" userId="56e21b23dc263710" providerId="LiveId" clId="{93FE5A26-3064-4B3F-8E2A-653EB31D5592}" dt="2025-03-05T12:26:26.286" v="4575" actId="47"/>
        <pc:sldMkLst>
          <pc:docMk/>
          <pc:sldMk cId="2301118657" sldId="505"/>
        </pc:sldMkLst>
      </pc:sldChg>
      <pc:sldChg chg="modSp add mod ord modNotesTx">
        <pc:chgData name="Hanna Kossowsky" userId="56e21b23dc263710" providerId="LiveId" clId="{93FE5A26-3064-4B3F-8E2A-653EB31D5592}" dt="2025-03-05T12:29:56.623" v="4692"/>
        <pc:sldMkLst>
          <pc:docMk/>
          <pc:sldMk cId="1054575827" sldId="506"/>
        </pc:sldMkLst>
        <pc:spChg chg="mod">
          <ac:chgData name="Hanna Kossowsky" userId="56e21b23dc263710" providerId="LiveId" clId="{93FE5A26-3064-4B3F-8E2A-653EB31D5592}" dt="2025-03-05T12:29:23.295" v="4686" actId="20577"/>
          <ac:spMkLst>
            <pc:docMk/>
            <pc:sldMk cId="1054575827" sldId="506"/>
            <ac:spMk id="3" creationId="{073F87EC-8146-927A-E255-FF36FF3B2246}"/>
          </ac:spMkLst>
        </pc:spChg>
        <pc:picChg chg="mod">
          <ac:chgData name="Hanna Kossowsky" userId="56e21b23dc263710" providerId="LiveId" clId="{93FE5A26-3064-4B3F-8E2A-653EB31D5592}" dt="2025-03-05T12:29:12.203" v="4685" actId="1076"/>
          <ac:picMkLst>
            <pc:docMk/>
            <pc:sldMk cId="1054575827" sldId="506"/>
            <ac:picMk id="21" creationId="{CD2F50CD-3C6D-3D8C-31B7-BBF2CB1462EF}"/>
          </ac:picMkLst>
        </pc:picChg>
      </pc:sldChg>
      <pc:sldChg chg="add mod modShow">
        <pc:chgData name="Hanna Kossowsky" userId="56e21b23dc263710" providerId="LiveId" clId="{93FE5A26-3064-4B3F-8E2A-653EB31D5592}" dt="2025-03-05T12:29:04.763" v="4683" actId="729"/>
        <pc:sldMkLst>
          <pc:docMk/>
          <pc:sldMk cId="4190892384" sldId="507"/>
        </pc:sldMkLst>
      </pc:sldChg>
      <pc:sldChg chg="addSp delSp modSp add mod modNotesTx">
        <pc:chgData name="Hanna Kossowsky" userId="56e21b23dc263710" providerId="LiveId" clId="{93FE5A26-3064-4B3F-8E2A-653EB31D5592}" dt="2025-03-05T12:38:44.895" v="5006"/>
        <pc:sldMkLst>
          <pc:docMk/>
          <pc:sldMk cId="3855974872" sldId="508"/>
        </pc:sldMkLst>
        <pc:spChg chg="mod">
          <ac:chgData name="Hanna Kossowsky" userId="56e21b23dc263710" providerId="LiveId" clId="{93FE5A26-3064-4B3F-8E2A-653EB31D5592}" dt="2025-03-05T12:30:34.583" v="4812" actId="20577"/>
          <ac:spMkLst>
            <pc:docMk/>
            <pc:sldMk cId="3855974872" sldId="508"/>
            <ac:spMk id="2" creationId="{50637977-C985-4680-1207-6AD0CEA85C88}"/>
          </ac:spMkLst>
        </pc:spChg>
        <pc:spChg chg="mod">
          <ac:chgData name="Hanna Kossowsky" userId="56e21b23dc263710" providerId="LiveId" clId="{93FE5A26-3064-4B3F-8E2A-653EB31D5592}" dt="2025-03-05T12:38:13.887" v="4975" actId="20577"/>
          <ac:spMkLst>
            <pc:docMk/>
            <pc:sldMk cId="3855974872" sldId="508"/>
            <ac:spMk id="3" creationId="{61E11BAF-2110-53CF-C502-81DCE8C0099B}"/>
          </ac:spMkLst>
        </pc:spChg>
        <pc:picChg chg="add del mod">
          <ac:chgData name="Hanna Kossowsky" userId="56e21b23dc263710" providerId="LiveId" clId="{93FE5A26-3064-4B3F-8E2A-653EB31D5592}" dt="2025-03-05T12:30:44.123" v="4816" actId="1076"/>
          <ac:picMkLst>
            <pc:docMk/>
            <pc:sldMk cId="3855974872" sldId="508"/>
            <ac:picMk id="21" creationId="{36986627-DA98-B47E-EE40-B010B8CF4F78}"/>
          </ac:picMkLst>
        </pc:picChg>
      </pc:sldChg>
      <pc:sldChg chg="addSp delSp modSp add mod modNotesTx">
        <pc:chgData name="Hanna Kossowsky" userId="56e21b23dc263710" providerId="LiveId" clId="{93FE5A26-3064-4B3F-8E2A-653EB31D5592}" dt="2025-03-06T08:12:03.408" v="5766" actId="478"/>
        <pc:sldMkLst>
          <pc:docMk/>
          <pc:sldMk cId="2867229305" sldId="509"/>
        </pc:sldMkLst>
        <pc:spChg chg="mod">
          <ac:chgData name="Hanna Kossowsky" userId="56e21b23dc263710" providerId="LiveId" clId="{93FE5A26-3064-4B3F-8E2A-653EB31D5592}" dt="2025-03-05T13:05:41.909" v="5054" actId="20577"/>
          <ac:spMkLst>
            <pc:docMk/>
            <pc:sldMk cId="2867229305" sldId="509"/>
            <ac:spMk id="2" creationId="{A2DE27C2-6BD2-1012-6373-F8DFB145B707}"/>
          </ac:spMkLst>
        </pc:spChg>
        <pc:spChg chg="mod">
          <ac:chgData name="Hanna Kossowsky" userId="56e21b23dc263710" providerId="LiveId" clId="{93FE5A26-3064-4B3F-8E2A-653EB31D5592}" dt="2025-03-06T08:10:46.028" v="5751" actId="962"/>
          <ac:spMkLst>
            <pc:docMk/>
            <pc:sldMk cId="2867229305" sldId="509"/>
            <ac:spMk id="3" creationId="{2896C0C8-A562-7350-63AD-2EF76CED191C}"/>
          </ac:spMkLst>
        </pc:spChg>
        <pc:picChg chg="add mod ord">
          <ac:chgData name="Hanna Kossowsky" userId="56e21b23dc263710" providerId="LiveId" clId="{93FE5A26-3064-4B3F-8E2A-653EB31D5592}" dt="2025-03-06T08:10:52.412" v="5756" actId="167"/>
          <ac:picMkLst>
            <pc:docMk/>
            <pc:sldMk cId="2867229305" sldId="509"/>
            <ac:picMk id="13" creationId="{01059F7B-351E-EC05-0C13-3E4026572913}"/>
          </ac:picMkLst>
        </pc:picChg>
        <pc:picChg chg="add mod ord">
          <ac:chgData name="Hanna Kossowsky" userId="56e21b23dc263710" providerId="LiveId" clId="{93FE5A26-3064-4B3F-8E2A-653EB31D5592}" dt="2025-03-06T08:12:02.409" v="5765" actId="167"/>
          <ac:picMkLst>
            <pc:docMk/>
            <pc:sldMk cId="2867229305" sldId="509"/>
            <ac:picMk id="17" creationId="{B9C623DA-B5F4-2172-CA46-FD91F0002A5A}"/>
          </ac:picMkLst>
        </pc:picChg>
      </pc:sldChg>
      <pc:sldChg chg="delSp modSp add mod modAnim">
        <pc:chgData name="Hanna Kossowsky" userId="56e21b23dc263710" providerId="LiveId" clId="{93FE5A26-3064-4B3F-8E2A-653EB31D5592}" dt="2025-03-06T11:51:45.498" v="10987"/>
        <pc:sldMkLst>
          <pc:docMk/>
          <pc:sldMk cId="828241172" sldId="510"/>
        </pc:sldMkLst>
        <pc:spChg chg="mod">
          <ac:chgData name="Hanna Kossowsky" userId="56e21b23dc263710" providerId="LiveId" clId="{93FE5A26-3064-4B3F-8E2A-653EB31D5592}" dt="2025-03-05T13:05:54.252" v="5080" actId="20577"/>
          <ac:spMkLst>
            <pc:docMk/>
            <pc:sldMk cId="828241172" sldId="510"/>
            <ac:spMk id="2" creationId="{C1966069-AD02-041E-C8B0-58F8737EE371}"/>
          </ac:spMkLst>
        </pc:spChg>
        <pc:spChg chg="mod">
          <ac:chgData name="Hanna Kossowsky" userId="56e21b23dc263710" providerId="LiveId" clId="{93FE5A26-3064-4B3F-8E2A-653EB31D5592}" dt="2025-03-05T13:08:44.166" v="5471" actId="20577"/>
          <ac:spMkLst>
            <pc:docMk/>
            <pc:sldMk cId="828241172" sldId="510"/>
            <ac:spMk id="3" creationId="{AB3B6208-ACA5-81D9-3CD0-607B49CB9AA2}"/>
          </ac:spMkLst>
        </pc:spChg>
      </pc:sldChg>
      <pc:sldChg chg="modSp add mod">
        <pc:chgData name="Hanna Kossowsky" userId="56e21b23dc263710" providerId="LiveId" clId="{93FE5A26-3064-4B3F-8E2A-653EB31D5592}" dt="2025-03-05T13:13:12.926" v="5736" actId="403"/>
        <pc:sldMkLst>
          <pc:docMk/>
          <pc:sldMk cId="51624475" sldId="511"/>
        </pc:sldMkLst>
        <pc:spChg chg="mod">
          <ac:chgData name="Hanna Kossowsky" userId="56e21b23dc263710" providerId="LiveId" clId="{93FE5A26-3064-4B3F-8E2A-653EB31D5592}" dt="2025-03-05T13:09:04.759" v="5490" actId="20577"/>
          <ac:spMkLst>
            <pc:docMk/>
            <pc:sldMk cId="51624475" sldId="511"/>
            <ac:spMk id="2" creationId="{7D70C0F2-0CCB-A15C-E5CE-79DF2623922C}"/>
          </ac:spMkLst>
        </pc:spChg>
        <pc:spChg chg="mod">
          <ac:chgData name="Hanna Kossowsky" userId="56e21b23dc263710" providerId="LiveId" clId="{93FE5A26-3064-4B3F-8E2A-653EB31D5592}" dt="2025-03-05T13:13:12.926" v="5736" actId="403"/>
          <ac:spMkLst>
            <pc:docMk/>
            <pc:sldMk cId="51624475" sldId="511"/>
            <ac:spMk id="3" creationId="{460F14FD-8308-A0DF-27E4-25F470ABBEE5}"/>
          </ac:spMkLst>
        </pc:spChg>
      </pc:sldChg>
      <pc:sldChg chg="addSp delSp modSp add mod modAnim modNotesTx">
        <pc:chgData name="Hanna Kossowsky" userId="56e21b23dc263710" providerId="LiveId" clId="{93FE5A26-3064-4B3F-8E2A-653EB31D5592}" dt="2025-03-06T08:35:04.210" v="6152" actId="20577"/>
        <pc:sldMkLst>
          <pc:docMk/>
          <pc:sldMk cId="2386161512" sldId="512"/>
        </pc:sldMkLst>
        <pc:spChg chg="mod">
          <ac:chgData name="Hanna Kossowsky" userId="56e21b23dc263710" providerId="LiveId" clId="{93FE5A26-3064-4B3F-8E2A-653EB31D5592}" dt="2025-03-06T08:13:13.900" v="5789" actId="20577"/>
          <ac:spMkLst>
            <pc:docMk/>
            <pc:sldMk cId="2386161512" sldId="512"/>
            <ac:spMk id="2" creationId="{A3F3753C-3566-41C9-33F1-8AEE620E0A0C}"/>
          </ac:spMkLst>
        </pc:spChg>
        <pc:spChg chg="add mod">
          <ac:chgData name="Hanna Kossowsky" userId="56e21b23dc263710" providerId="LiveId" clId="{93FE5A26-3064-4B3F-8E2A-653EB31D5592}" dt="2025-03-06T08:23:24.895" v="6145" actId="1076"/>
          <ac:spMkLst>
            <pc:docMk/>
            <pc:sldMk cId="2386161512" sldId="512"/>
            <ac:spMk id="8" creationId="{F6436967-3ED0-2438-2CFD-E437E2C1B6D6}"/>
          </ac:spMkLst>
        </pc:spChg>
        <pc:picChg chg="add mod">
          <ac:chgData name="Hanna Kossowsky" userId="56e21b23dc263710" providerId="LiveId" clId="{93FE5A26-3064-4B3F-8E2A-653EB31D5592}" dt="2025-03-06T08:21:45.397" v="5798" actId="1076"/>
          <ac:picMkLst>
            <pc:docMk/>
            <pc:sldMk cId="2386161512" sldId="512"/>
            <ac:picMk id="5" creationId="{2931D227-9E64-7B05-22A4-F73DE529F47B}"/>
          </ac:picMkLst>
        </pc:picChg>
        <pc:picChg chg="add mod">
          <ac:chgData name="Hanna Kossowsky" userId="56e21b23dc263710" providerId="LiveId" clId="{93FE5A26-3064-4B3F-8E2A-653EB31D5592}" dt="2025-03-06T08:21:45.397" v="5798" actId="1076"/>
          <ac:picMkLst>
            <pc:docMk/>
            <pc:sldMk cId="2386161512" sldId="512"/>
            <ac:picMk id="7" creationId="{172B3E3A-4485-61D9-D9A3-BF32061E87C9}"/>
          </ac:picMkLst>
        </pc:picChg>
      </pc:sldChg>
      <pc:sldChg chg="addSp delSp modSp add mod delAnim modNotesTx">
        <pc:chgData name="Hanna Kossowsky" userId="56e21b23dc263710" providerId="LiveId" clId="{93FE5A26-3064-4B3F-8E2A-653EB31D5592}" dt="2025-03-06T08:35:48.575" v="6173" actId="6549"/>
        <pc:sldMkLst>
          <pc:docMk/>
          <pc:sldMk cId="2235912606" sldId="513"/>
        </pc:sldMkLst>
        <pc:spChg chg="mod">
          <ac:chgData name="Hanna Kossowsky" userId="56e21b23dc263710" providerId="LiveId" clId="{93FE5A26-3064-4B3F-8E2A-653EB31D5592}" dt="2025-03-06T08:35:11.425" v="6161" actId="20577"/>
          <ac:spMkLst>
            <pc:docMk/>
            <pc:sldMk cId="2235912606" sldId="513"/>
            <ac:spMk id="2" creationId="{BA7F9031-A794-A9BE-70E8-62E53BEBDFC8}"/>
          </ac:spMkLst>
        </pc:spChg>
        <pc:picChg chg="add mod ord">
          <ac:chgData name="Hanna Kossowsky" userId="56e21b23dc263710" providerId="LiveId" clId="{93FE5A26-3064-4B3F-8E2A-653EB31D5592}" dt="2025-03-06T08:35:41.275" v="6171" actId="167"/>
          <ac:picMkLst>
            <pc:docMk/>
            <pc:sldMk cId="2235912606" sldId="513"/>
            <ac:picMk id="6" creationId="{E577D2D2-21A7-8122-F243-F2A66094C5F7}"/>
          </ac:picMkLst>
        </pc:picChg>
        <pc:picChg chg="add mod ord">
          <ac:chgData name="Hanna Kossowsky" userId="56e21b23dc263710" providerId="LiveId" clId="{93FE5A26-3064-4B3F-8E2A-653EB31D5592}" dt="2025-03-06T08:35:34.785" v="6167" actId="167"/>
          <ac:picMkLst>
            <pc:docMk/>
            <pc:sldMk cId="2235912606" sldId="513"/>
            <ac:picMk id="10" creationId="{33A9F56C-894E-0530-97AA-C43879AADA2E}"/>
          </ac:picMkLst>
        </pc:picChg>
      </pc:sldChg>
      <pc:sldChg chg="addSp delSp modSp add mod modNotesTx">
        <pc:chgData name="Hanna Kossowsky" userId="56e21b23dc263710" providerId="LiveId" clId="{93FE5A26-3064-4B3F-8E2A-653EB31D5592}" dt="2025-03-06T08:42:46.405" v="6204" actId="732"/>
        <pc:sldMkLst>
          <pc:docMk/>
          <pc:sldMk cId="3237501719" sldId="514"/>
        </pc:sldMkLst>
        <pc:spChg chg="mod">
          <ac:chgData name="Hanna Kossowsky" userId="56e21b23dc263710" providerId="LiveId" clId="{93FE5A26-3064-4B3F-8E2A-653EB31D5592}" dt="2025-03-06T08:38:05.843" v="6200" actId="20577"/>
          <ac:spMkLst>
            <pc:docMk/>
            <pc:sldMk cId="3237501719" sldId="514"/>
            <ac:spMk id="2" creationId="{5728D441-5102-E967-BE2C-0BC06D921B9F}"/>
          </ac:spMkLst>
        </pc:spChg>
        <pc:picChg chg="add mod modCrop">
          <ac:chgData name="Hanna Kossowsky" userId="56e21b23dc263710" providerId="LiveId" clId="{93FE5A26-3064-4B3F-8E2A-653EB31D5592}" dt="2025-03-06T08:42:46.405" v="6204" actId="732"/>
          <ac:picMkLst>
            <pc:docMk/>
            <pc:sldMk cId="3237501719" sldId="514"/>
            <ac:picMk id="8" creationId="{9C5DF579-FBEC-4A78-9DCB-CCABC53B4724}"/>
          </ac:picMkLst>
        </pc:picChg>
      </pc:sldChg>
      <pc:sldChg chg="addSp delSp modSp add mod modAnim modNotesTx">
        <pc:chgData name="Hanna Kossowsky" userId="56e21b23dc263710" providerId="LiveId" clId="{93FE5A26-3064-4B3F-8E2A-653EB31D5592}" dt="2025-03-06T08:56:52.497" v="6770"/>
        <pc:sldMkLst>
          <pc:docMk/>
          <pc:sldMk cId="1632131466" sldId="515"/>
        </pc:sldMkLst>
        <pc:spChg chg="add mod topLvl">
          <ac:chgData name="Hanna Kossowsky" userId="56e21b23dc263710" providerId="LiveId" clId="{93FE5A26-3064-4B3F-8E2A-653EB31D5592}" dt="2025-03-06T08:50:52.765" v="6460" actId="207"/>
          <ac:spMkLst>
            <pc:docMk/>
            <pc:sldMk cId="1632131466" sldId="515"/>
            <ac:spMk id="6" creationId="{C78C0265-A27C-8FCB-07B8-6DA352AC557E}"/>
          </ac:spMkLst>
        </pc:spChg>
        <pc:spChg chg="add mod topLvl">
          <ac:chgData name="Hanna Kossowsky" userId="56e21b23dc263710" providerId="LiveId" clId="{93FE5A26-3064-4B3F-8E2A-653EB31D5592}" dt="2025-03-06T08:50:52.765" v="6460" actId="207"/>
          <ac:spMkLst>
            <pc:docMk/>
            <pc:sldMk cId="1632131466" sldId="515"/>
            <ac:spMk id="7" creationId="{A7409540-4617-969C-4C18-7045E6ADB46F}"/>
          </ac:spMkLst>
        </pc:spChg>
        <pc:spChg chg="add mod topLvl">
          <ac:chgData name="Hanna Kossowsky" userId="56e21b23dc263710" providerId="LiveId" clId="{93FE5A26-3064-4B3F-8E2A-653EB31D5592}" dt="2025-03-06T08:50:52.765" v="6460" actId="207"/>
          <ac:spMkLst>
            <pc:docMk/>
            <pc:sldMk cId="1632131466" sldId="515"/>
            <ac:spMk id="8" creationId="{27DE478A-17CA-BD3B-B9D1-031C3B5BEC0D}"/>
          </ac:spMkLst>
        </pc:spChg>
        <pc:spChg chg="add mod">
          <ac:chgData name="Hanna Kossowsky" userId="56e21b23dc263710" providerId="LiveId" clId="{93FE5A26-3064-4B3F-8E2A-653EB31D5592}" dt="2025-03-06T08:55:33.025" v="6585" actId="164"/>
          <ac:spMkLst>
            <pc:docMk/>
            <pc:sldMk cId="1632131466" sldId="515"/>
            <ac:spMk id="10" creationId="{9E2A5E54-FD84-89C8-E0F3-098FDADCD4B7}"/>
          </ac:spMkLst>
        </pc:spChg>
        <pc:spChg chg="add mod">
          <ac:chgData name="Hanna Kossowsky" userId="56e21b23dc263710" providerId="LiveId" clId="{93FE5A26-3064-4B3F-8E2A-653EB31D5592}" dt="2025-03-06T08:55:45.092" v="6588" actId="113"/>
          <ac:spMkLst>
            <pc:docMk/>
            <pc:sldMk cId="1632131466" sldId="515"/>
            <ac:spMk id="11" creationId="{3EAA75A9-F2F8-6F7F-C5CE-A5F447808B4B}"/>
          </ac:spMkLst>
        </pc:spChg>
        <pc:spChg chg="add mod">
          <ac:chgData name="Hanna Kossowsky" userId="56e21b23dc263710" providerId="LiveId" clId="{93FE5A26-3064-4B3F-8E2A-653EB31D5592}" dt="2025-03-06T08:54:38.937" v="6577" actId="1076"/>
          <ac:spMkLst>
            <pc:docMk/>
            <pc:sldMk cId="1632131466" sldId="515"/>
            <ac:spMk id="12" creationId="{EFE3C756-6BC7-8C5D-9BA1-C7382091A30D}"/>
          </ac:spMkLst>
        </pc:spChg>
        <pc:spChg chg="add mod">
          <ac:chgData name="Hanna Kossowsky" userId="56e21b23dc263710" providerId="LiveId" clId="{93FE5A26-3064-4B3F-8E2A-653EB31D5592}" dt="2025-03-06T08:51:50.943" v="6507" actId="20577"/>
          <ac:spMkLst>
            <pc:docMk/>
            <pc:sldMk cId="1632131466" sldId="515"/>
            <ac:spMk id="13" creationId="{D3730DD3-EAA8-580B-1C85-31F26B38980F}"/>
          </ac:spMkLst>
        </pc:spChg>
        <pc:spChg chg="add mod">
          <ac:chgData name="Hanna Kossowsky" userId="56e21b23dc263710" providerId="LiveId" clId="{93FE5A26-3064-4B3F-8E2A-653EB31D5592}" dt="2025-03-06T08:53:41.500" v="6573" actId="790"/>
          <ac:spMkLst>
            <pc:docMk/>
            <pc:sldMk cId="1632131466" sldId="515"/>
            <ac:spMk id="14" creationId="{4A9E73FA-8001-CE00-A853-EDDB54FB5181}"/>
          </ac:spMkLst>
        </pc:spChg>
        <pc:spChg chg="add mod">
          <ac:chgData name="Hanna Kossowsky" userId="56e21b23dc263710" providerId="LiveId" clId="{93FE5A26-3064-4B3F-8E2A-653EB31D5592}" dt="2025-03-06T08:52:45.140" v="6544" actId="1076"/>
          <ac:spMkLst>
            <pc:docMk/>
            <pc:sldMk cId="1632131466" sldId="515"/>
            <ac:spMk id="15" creationId="{FE1BA521-975E-5B9A-737C-78CEEAD5E7C0}"/>
          </ac:spMkLst>
        </pc:spChg>
        <pc:spChg chg="add mod">
          <ac:chgData name="Hanna Kossowsky" userId="56e21b23dc263710" providerId="LiveId" clId="{93FE5A26-3064-4B3F-8E2A-653EB31D5592}" dt="2025-03-06T08:54:10.326" v="6576" actId="1076"/>
          <ac:spMkLst>
            <pc:docMk/>
            <pc:sldMk cId="1632131466" sldId="515"/>
            <ac:spMk id="16" creationId="{91D34B21-AC42-1342-C8AD-5821CC96294B}"/>
          </ac:spMkLst>
        </pc:spChg>
        <pc:cxnChg chg="add mod">
          <ac:chgData name="Hanna Kossowsky" userId="56e21b23dc263710" providerId="LiveId" clId="{93FE5A26-3064-4B3F-8E2A-653EB31D5592}" dt="2025-03-06T08:55:33.025" v="6585" actId="164"/>
          <ac:cxnSpMkLst>
            <pc:docMk/>
            <pc:sldMk cId="1632131466" sldId="515"/>
            <ac:cxnSpMk id="18" creationId="{CC43240F-96C1-6F81-6282-52C32ED6A2CE}"/>
          </ac:cxnSpMkLst>
        </pc:cxnChg>
        <pc:cxnChg chg="add mod">
          <ac:chgData name="Hanna Kossowsky" userId="56e21b23dc263710" providerId="LiveId" clId="{93FE5A26-3064-4B3F-8E2A-653EB31D5592}" dt="2025-03-06T08:55:16.837" v="6582" actId="208"/>
          <ac:cxnSpMkLst>
            <pc:docMk/>
            <pc:sldMk cId="1632131466" sldId="515"/>
            <ac:cxnSpMk id="20" creationId="{7E5407CA-039F-B260-A703-D641C0301C78}"/>
          </ac:cxnSpMkLst>
        </pc:cxnChg>
        <pc:cxnChg chg="add mod">
          <ac:chgData name="Hanna Kossowsky" userId="56e21b23dc263710" providerId="LiveId" clId="{93FE5A26-3064-4B3F-8E2A-653EB31D5592}" dt="2025-03-06T08:55:16.837" v="6582" actId="208"/>
          <ac:cxnSpMkLst>
            <pc:docMk/>
            <pc:sldMk cId="1632131466" sldId="515"/>
            <ac:cxnSpMk id="22" creationId="{030B35F5-7A5F-FFE0-6AEB-C4E87EA26E5C}"/>
          </ac:cxnSpMkLst>
        </pc:cxnChg>
        <pc:cxnChg chg="add mod">
          <ac:chgData name="Hanna Kossowsky" userId="56e21b23dc263710" providerId="LiveId" clId="{93FE5A26-3064-4B3F-8E2A-653EB31D5592}" dt="2025-03-06T08:55:27.627" v="6583" actId="208"/>
          <ac:cxnSpMkLst>
            <pc:docMk/>
            <pc:sldMk cId="1632131466" sldId="515"/>
            <ac:cxnSpMk id="24" creationId="{2763C64F-B880-3732-75AD-670423B6B1EA}"/>
          </ac:cxnSpMkLst>
        </pc:cxnChg>
        <pc:cxnChg chg="add mod">
          <ac:chgData name="Hanna Kossowsky" userId="56e21b23dc263710" providerId="LiveId" clId="{93FE5A26-3064-4B3F-8E2A-653EB31D5592}" dt="2025-03-06T08:55:27.627" v="6583" actId="208"/>
          <ac:cxnSpMkLst>
            <pc:docMk/>
            <pc:sldMk cId="1632131466" sldId="515"/>
            <ac:cxnSpMk id="26" creationId="{CE208607-5249-DABB-0ABF-F7609AB431A1}"/>
          </ac:cxnSpMkLst>
        </pc:cxnChg>
        <pc:cxnChg chg="add mod">
          <ac:chgData name="Hanna Kossowsky" userId="56e21b23dc263710" providerId="LiveId" clId="{93FE5A26-3064-4B3F-8E2A-653EB31D5592}" dt="2025-03-06T08:55:05.052" v="6581" actId="208"/>
          <ac:cxnSpMkLst>
            <pc:docMk/>
            <pc:sldMk cId="1632131466" sldId="515"/>
            <ac:cxnSpMk id="30" creationId="{2077AB95-7DAA-32D6-7E6E-826BC0A3A55F}"/>
          </ac:cxnSpMkLst>
        </pc:cxnChg>
        <pc:cxnChg chg="add mod">
          <ac:chgData name="Hanna Kossowsky" userId="56e21b23dc263710" providerId="LiveId" clId="{93FE5A26-3064-4B3F-8E2A-653EB31D5592}" dt="2025-03-06T08:55:05.052" v="6581" actId="208"/>
          <ac:cxnSpMkLst>
            <pc:docMk/>
            <pc:sldMk cId="1632131466" sldId="515"/>
            <ac:cxnSpMk id="32" creationId="{9DEE5883-ED64-5AE7-2DE0-7C4D8A0DE9FF}"/>
          </ac:cxnSpMkLst>
        </pc:cxnChg>
      </pc:sldChg>
      <pc:sldChg chg="modSp add mod modAnim modNotesTx">
        <pc:chgData name="Hanna Kossowsky" userId="56e21b23dc263710" providerId="LiveId" clId="{93FE5A26-3064-4B3F-8E2A-653EB31D5592}" dt="2025-03-06T11:51:24.293" v="10982"/>
        <pc:sldMkLst>
          <pc:docMk/>
          <pc:sldMk cId="3588309127" sldId="516"/>
        </pc:sldMkLst>
        <pc:spChg chg="mod">
          <ac:chgData name="Hanna Kossowsky" userId="56e21b23dc263710" providerId="LiveId" clId="{93FE5A26-3064-4B3F-8E2A-653EB31D5592}" dt="2025-03-06T09:03:21.973" v="7491" actId="20577"/>
          <ac:spMkLst>
            <pc:docMk/>
            <pc:sldMk cId="3588309127" sldId="516"/>
            <ac:spMk id="3" creationId="{F2C03DFB-4CB4-91CA-B3C6-F904AC6BF5D8}"/>
          </ac:spMkLst>
        </pc:spChg>
      </pc:sldChg>
      <pc:sldChg chg="addSp delSp modSp add mod modNotesTx">
        <pc:chgData name="Hanna Kossowsky" userId="56e21b23dc263710" providerId="LiveId" clId="{93FE5A26-3064-4B3F-8E2A-653EB31D5592}" dt="2025-03-06T09:27:21.859" v="8244" actId="1076"/>
        <pc:sldMkLst>
          <pc:docMk/>
          <pc:sldMk cId="1760677101" sldId="517"/>
        </pc:sldMkLst>
        <pc:spChg chg="mod">
          <ac:chgData name="Hanna Kossowsky" userId="56e21b23dc263710" providerId="LiveId" clId="{93FE5A26-3064-4B3F-8E2A-653EB31D5592}" dt="2025-03-06T09:09:36.615" v="8008" actId="20577"/>
          <ac:spMkLst>
            <pc:docMk/>
            <pc:sldMk cId="1760677101" sldId="517"/>
            <ac:spMk id="2" creationId="{6F5622E2-138E-D70E-17E7-73282EE2D552}"/>
          </ac:spMkLst>
        </pc:spChg>
        <pc:spChg chg="add mod ord">
          <ac:chgData name="Hanna Kossowsky" userId="56e21b23dc263710" providerId="LiveId" clId="{93FE5A26-3064-4B3F-8E2A-653EB31D5592}" dt="2025-03-06T09:10:05.663" v="8072" actId="6549"/>
          <ac:spMkLst>
            <pc:docMk/>
            <pc:sldMk cId="1760677101" sldId="517"/>
            <ac:spMk id="7" creationId="{8C1CE0F7-A843-F011-ACF9-9AEB3D8AF177}"/>
          </ac:spMkLst>
        </pc:spChg>
        <pc:picChg chg="add mod">
          <ac:chgData name="Hanna Kossowsky" userId="56e21b23dc263710" providerId="LiveId" clId="{93FE5A26-3064-4B3F-8E2A-653EB31D5592}" dt="2025-03-06T09:27:21.859" v="8244" actId="1076"/>
          <ac:picMkLst>
            <pc:docMk/>
            <pc:sldMk cId="1760677101" sldId="517"/>
            <ac:picMk id="9" creationId="{C2012851-49EA-EA35-F0D9-3D45ED9126B0}"/>
          </ac:picMkLst>
        </pc:picChg>
      </pc:sldChg>
      <pc:sldChg chg="addSp delSp add del mod">
        <pc:chgData name="Hanna Kossowsky" userId="56e21b23dc263710" providerId="LiveId" clId="{93FE5A26-3064-4B3F-8E2A-653EB31D5592}" dt="2025-03-06T09:27:37.609" v="8248"/>
        <pc:sldMkLst>
          <pc:docMk/>
          <pc:sldMk cId="2260997917" sldId="518"/>
        </pc:sldMkLst>
      </pc:sldChg>
      <pc:sldChg chg="modSp add mod modAnim modShow modNotesTx">
        <pc:chgData name="Hanna Kossowsky" userId="56e21b23dc263710" providerId="LiveId" clId="{93FE5A26-3064-4B3F-8E2A-653EB31D5592}" dt="2025-03-06T11:53:02.287" v="11003" actId="113"/>
        <pc:sldMkLst>
          <pc:docMk/>
          <pc:sldMk cId="3482875913" sldId="518"/>
        </pc:sldMkLst>
        <pc:spChg chg="mod">
          <ac:chgData name="Hanna Kossowsky" userId="56e21b23dc263710" providerId="LiveId" clId="{93FE5A26-3064-4B3F-8E2A-653EB31D5592}" dt="2025-03-06T11:53:02.287" v="11003" actId="113"/>
          <ac:spMkLst>
            <pc:docMk/>
            <pc:sldMk cId="3482875913" sldId="518"/>
            <ac:spMk id="3" creationId="{8A840773-E86B-5447-F23B-20FEA98D993E}"/>
          </ac:spMkLst>
        </pc:spChg>
      </pc:sldChg>
      <pc:sldChg chg="modSp add mod modAnim modShow">
        <pc:chgData name="Hanna Kossowsky" userId="56e21b23dc263710" providerId="LiveId" clId="{93FE5A26-3064-4B3F-8E2A-653EB31D5592}" dt="2025-03-06T11:53:19.933" v="11009"/>
        <pc:sldMkLst>
          <pc:docMk/>
          <pc:sldMk cId="2651264121" sldId="519"/>
        </pc:sldMkLst>
        <pc:spChg chg="mod">
          <ac:chgData name="Hanna Kossowsky" userId="56e21b23dc263710" providerId="LiveId" clId="{93FE5A26-3064-4B3F-8E2A-653EB31D5592}" dt="2025-03-06T09:31:45.475" v="8327" actId="20577"/>
          <ac:spMkLst>
            <pc:docMk/>
            <pc:sldMk cId="2651264121" sldId="519"/>
            <ac:spMk id="3" creationId="{CF9D8032-D11D-7385-5ECE-B8DF29D70163}"/>
          </ac:spMkLst>
        </pc:spChg>
      </pc:sldChg>
      <pc:sldChg chg="modSp add mod modAnim modShow">
        <pc:chgData name="Hanna Kossowsky" userId="56e21b23dc263710" providerId="LiveId" clId="{93FE5A26-3064-4B3F-8E2A-653EB31D5592}" dt="2025-03-06T11:55:01.460" v="11031" actId="20577"/>
        <pc:sldMkLst>
          <pc:docMk/>
          <pc:sldMk cId="3412365443" sldId="520"/>
        </pc:sldMkLst>
        <pc:spChg chg="mod">
          <ac:chgData name="Hanna Kossowsky" userId="56e21b23dc263710" providerId="LiveId" clId="{93FE5A26-3064-4B3F-8E2A-653EB31D5592}" dt="2025-03-06T11:54:45.250" v="11029" actId="20577"/>
          <ac:spMkLst>
            <pc:docMk/>
            <pc:sldMk cId="3412365443" sldId="520"/>
            <ac:spMk id="3" creationId="{8BE8D34C-F5C9-5C69-ED02-4B1AA4A6ECA4}"/>
          </ac:spMkLst>
        </pc:spChg>
      </pc:sldChg>
      <pc:sldChg chg="add mod modShow modNotesTx">
        <pc:chgData name="Hanna Kossowsky" userId="56e21b23dc263710" providerId="LiveId" clId="{93FE5A26-3064-4B3F-8E2A-653EB31D5592}" dt="2025-03-06T11:54:22.182" v="11014" actId="729"/>
        <pc:sldMkLst>
          <pc:docMk/>
          <pc:sldMk cId="441010310" sldId="521"/>
        </pc:sldMkLst>
      </pc:sldChg>
      <pc:sldChg chg="modSp add mod">
        <pc:chgData name="Hanna Kossowsky" userId="56e21b23dc263710" providerId="LiveId" clId="{93FE5A26-3064-4B3F-8E2A-653EB31D5592}" dt="2025-03-06T09:56:47.488" v="8504" actId="20577"/>
        <pc:sldMkLst>
          <pc:docMk/>
          <pc:sldMk cId="623768375" sldId="522"/>
        </pc:sldMkLst>
        <pc:spChg chg="mod">
          <ac:chgData name="Hanna Kossowsky" userId="56e21b23dc263710" providerId="LiveId" clId="{93FE5A26-3064-4B3F-8E2A-653EB31D5592}" dt="2025-03-06T09:38:14.014" v="8410" actId="20577"/>
          <ac:spMkLst>
            <pc:docMk/>
            <pc:sldMk cId="623768375" sldId="522"/>
            <ac:spMk id="2" creationId="{CC1B9583-E2F7-FD57-58DF-E946634BAEAD}"/>
          </ac:spMkLst>
        </pc:spChg>
        <pc:spChg chg="mod">
          <ac:chgData name="Hanna Kossowsky" userId="56e21b23dc263710" providerId="LiveId" clId="{93FE5A26-3064-4B3F-8E2A-653EB31D5592}" dt="2025-03-06T09:56:47.488" v="8504" actId="20577"/>
          <ac:spMkLst>
            <pc:docMk/>
            <pc:sldMk cId="623768375" sldId="522"/>
            <ac:spMk id="3" creationId="{748408BC-2960-ADCB-005F-E49CC6D209DF}"/>
          </ac:spMkLst>
        </pc:spChg>
      </pc:sldChg>
      <pc:sldChg chg="addSp delSp modSp add mod modAnim modNotesTx">
        <pc:chgData name="Hanna Kossowsky" userId="56e21b23dc263710" providerId="LiveId" clId="{93FE5A26-3064-4B3F-8E2A-653EB31D5592}" dt="2025-03-06T11:55:06.328" v="11033"/>
        <pc:sldMkLst>
          <pc:docMk/>
          <pc:sldMk cId="4227726318" sldId="523"/>
        </pc:sldMkLst>
        <pc:spChg chg="mod">
          <ac:chgData name="Hanna Kossowsky" userId="56e21b23dc263710" providerId="LiveId" clId="{93FE5A26-3064-4B3F-8E2A-653EB31D5592}" dt="2025-03-06T09:56:56.998" v="8532" actId="20577"/>
          <ac:spMkLst>
            <pc:docMk/>
            <pc:sldMk cId="4227726318" sldId="523"/>
            <ac:spMk id="2" creationId="{4E83916E-D049-F810-79F0-619FB9823182}"/>
          </ac:spMkLst>
        </pc:spChg>
        <pc:spChg chg="add mod ord">
          <ac:chgData name="Hanna Kossowsky" userId="56e21b23dc263710" providerId="LiveId" clId="{93FE5A26-3064-4B3F-8E2A-653EB31D5592}" dt="2025-03-06T10:01:55.528" v="8790" actId="20577"/>
          <ac:spMkLst>
            <pc:docMk/>
            <pc:sldMk cId="4227726318" sldId="523"/>
            <ac:spMk id="8" creationId="{1544E184-B73F-D016-70F4-11263D512CF3}"/>
          </ac:spMkLst>
        </pc:spChg>
        <pc:picChg chg="add mod modCrop">
          <ac:chgData name="Hanna Kossowsky" userId="56e21b23dc263710" providerId="LiveId" clId="{93FE5A26-3064-4B3F-8E2A-653EB31D5592}" dt="2025-03-06T10:05:24.787" v="8796" actId="1076"/>
          <ac:picMkLst>
            <pc:docMk/>
            <pc:sldMk cId="4227726318" sldId="523"/>
            <ac:picMk id="10" creationId="{7FB99ED7-428A-557F-D844-D3389E2DE3D4}"/>
          </ac:picMkLst>
        </pc:picChg>
      </pc:sldChg>
      <pc:sldChg chg="addSp delSp modSp add mod modAnim modNotesTx">
        <pc:chgData name="Hanna Kossowsky" userId="56e21b23dc263710" providerId="LiveId" clId="{93FE5A26-3064-4B3F-8E2A-653EB31D5592}" dt="2025-03-06T11:55:10.372" v="11035"/>
        <pc:sldMkLst>
          <pc:docMk/>
          <pc:sldMk cId="1620925595" sldId="524"/>
        </pc:sldMkLst>
        <pc:spChg chg="mod">
          <ac:chgData name="Hanna Kossowsky" userId="56e21b23dc263710" providerId="LiveId" clId="{93FE5A26-3064-4B3F-8E2A-653EB31D5592}" dt="2025-03-06T10:08:57.914" v="8817" actId="20577"/>
          <ac:spMkLst>
            <pc:docMk/>
            <pc:sldMk cId="1620925595" sldId="524"/>
            <ac:spMk id="2" creationId="{C8AA51BA-C82C-87F2-88CD-80608877EE5C}"/>
          </ac:spMkLst>
        </pc:spChg>
        <pc:spChg chg="mod">
          <ac:chgData name="Hanna Kossowsky" userId="56e21b23dc263710" providerId="LiveId" clId="{93FE5A26-3064-4B3F-8E2A-653EB31D5592}" dt="2025-03-06T10:41:18.112" v="9725" actId="1035"/>
          <ac:spMkLst>
            <pc:docMk/>
            <pc:sldMk cId="1620925595" sldId="524"/>
            <ac:spMk id="8" creationId="{CE1218FD-5BD4-60F0-2AB1-4FEF247B4EBA}"/>
          </ac:spMkLst>
        </pc:spChg>
        <pc:picChg chg="add mod">
          <ac:chgData name="Hanna Kossowsky" userId="56e21b23dc263710" providerId="LiveId" clId="{93FE5A26-3064-4B3F-8E2A-653EB31D5592}" dt="2025-03-06T10:41:25.805" v="9726" actId="1076"/>
          <ac:picMkLst>
            <pc:docMk/>
            <pc:sldMk cId="1620925595" sldId="524"/>
            <ac:picMk id="6" creationId="{07BB31D5-955A-5FD5-CFA0-54782E4FC513}"/>
          </ac:picMkLst>
        </pc:picChg>
      </pc:sldChg>
      <pc:sldChg chg="addSp delSp modSp add mod modAnim modNotesTx">
        <pc:chgData name="Hanna Kossowsky" userId="56e21b23dc263710" providerId="LiveId" clId="{93FE5A26-3064-4B3F-8E2A-653EB31D5592}" dt="2025-03-06T11:55:23.895" v="11040"/>
        <pc:sldMkLst>
          <pc:docMk/>
          <pc:sldMk cId="2150263255" sldId="525"/>
        </pc:sldMkLst>
        <pc:spChg chg="mod">
          <ac:chgData name="Hanna Kossowsky" userId="56e21b23dc263710" providerId="LiveId" clId="{93FE5A26-3064-4B3F-8E2A-653EB31D5592}" dt="2025-03-06T10:13:31.635" v="9083" actId="20577"/>
          <ac:spMkLst>
            <pc:docMk/>
            <pc:sldMk cId="2150263255" sldId="525"/>
            <ac:spMk id="2" creationId="{14821926-1462-4C51-E9E5-B54EFA5429B8}"/>
          </ac:spMkLst>
        </pc:spChg>
        <pc:spChg chg="mod">
          <ac:chgData name="Hanna Kossowsky" userId="56e21b23dc263710" providerId="LiveId" clId="{93FE5A26-3064-4B3F-8E2A-653EB31D5592}" dt="2025-03-06T10:25:49.324" v="9403" actId="113"/>
          <ac:spMkLst>
            <pc:docMk/>
            <pc:sldMk cId="2150263255" sldId="525"/>
            <ac:spMk id="8" creationId="{6E499D9F-B565-3145-65DE-A7280B78F1CD}"/>
          </ac:spMkLst>
        </pc:spChg>
        <pc:picChg chg="add mod">
          <ac:chgData name="Hanna Kossowsky" userId="56e21b23dc263710" providerId="LiveId" clId="{93FE5A26-3064-4B3F-8E2A-653EB31D5592}" dt="2025-03-06T10:38:31.064" v="9417" actId="1076"/>
          <ac:picMkLst>
            <pc:docMk/>
            <pc:sldMk cId="2150263255" sldId="525"/>
            <ac:picMk id="7" creationId="{E3441864-3D77-7057-16B2-96145B6F7757}"/>
          </ac:picMkLst>
        </pc:picChg>
        <pc:picChg chg="add mod">
          <ac:chgData name="Hanna Kossowsky" userId="56e21b23dc263710" providerId="LiveId" clId="{93FE5A26-3064-4B3F-8E2A-653EB31D5592}" dt="2025-03-06T10:38:27.380" v="9416" actId="1076"/>
          <ac:picMkLst>
            <pc:docMk/>
            <pc:sldMk cId="2150263255" sldId="525"/>
            <ac:picMk id="10" creationId="{B4E94445-F598-7534-2E49-E2DC720DF303}"/>
          </ac:picMkLst>
        </pc:picChg>
      </pc:sldChg>
      <pc:sldChg chg="addSp delSp modSp add mod modAnim modNotesTx">
        <pc:chgData name="Hanna Kossowsky" userId="56e21b23dc263710" providerId="LiveId" clId="{93FE5A26-3064-4B3F-8E2A-653EB31D5592}" dt="2025-03-06T11:55:31.942" v="11043"/>
        <pc:sldMkLst>
          <pc:docMk/>
          <pc:sldMk cId="1026139402" sldId="526"/>
        </pc:sldMkLst>
        <pc:spChg chg="mod">
          <ac:chgData name="Hanna Kossowsky" userId="56e21b23dc263710" providerId="LiveId" clId="{93FE5A26-3064-4B3F-8E2A-653EB31D5592}" dt="2025-03-06T10:40:05.038" v="9677" actId="20577"/>
          <ac:spMkLst>
            <pc:docMk/>
            <pc:sldMk cId="1026139402" sldId="526"/>
            <ac:spMk id="2" creationId="{502D73BC-AC8D-1D9B-95DC-23CCEC94CF3B}"/>
          </ac:spMkLst>
        </pc:spChg>
        <pc:spChg chg="mod">
          <ac:chgData name="Hanna Kossowsky" userId="56e21b23dc263710" providerId="LiveId" clId="{93FE5A26-3064-4B3F-8E2A-653EB31D5592}" dt="2025-03-06T10:50:31.345" v="10085" actId="20577"/>
          <ac:spMkLst>
            <pc:docMk/>
            <pc:sldMk cId="1026139402" sldId="526"/>
            <ac:spMk id="8" creationId="{503CCA17-CA42-9144-4088-0F07CB09EFCF}"/>
          </ac:spMkLst>
        </pc:spChg>
        <pc:picChg chg="add mod">
          <ac:chgData name="Hanna Kossowsky" userId="56e21b23dc263710" providerId="LiveId" clId="{93FE5A26-3064-4B3F-8E2A-653EB31D5592}" dt="2025-03-06T10:47:08.678" v="9799" actId="1076"/>
          <ac:picMkLst>
            <pc:docMk/>
            <pc:sldMk cId="1026139402" sldId="526"/>
            <ac:picMk id="6" creationId="{802F42FC-5EC0-69F6-D8AB-356B13BAFE6D}"/>
          </ac:picMkLst>
        </pc:picChg>
        <pc:picChg chg="add mod">
          <ac:chgData name="Hanna Kossowsky" userId="56e21b23dc263710" providerId="LiveId" clId="{93FE5A26-3064-4B3F-8E2A-653EB31D5592}" dt="2025-03-06T10:47:11.127" v="9800" actId="1076"/>
          <ac:picMkLst>
            <pc:docMk/>
            <pc:sldMk cId="1026139402" sldId="526"/>
            <ac:picMk id="11" creationId="{D0084808-EDA1-3191-4A32-6A269612B2B6}"/>
          </ac:picMkLst>
        </pc:picChg>
      </pc:sldChg>
      <pc:sldChg chg="addSp delSp modSp add mod modNotesTx">
        <pc:chgData name="Hanna Kossowsky" userId="56e21b23dc263710" providerId="LiveId" clId="{93FE5A26-3064-4B3F-8E2A-653EB31D5592}" dt="2025-03-06T10:55:16.510" v="10172"/>
        <pc:sldMkLst>
          <pc:docMk/>
          <pc:sldMk cId="84359965" sldId="527"/>
        </pc:sldMkLst>
        <pc:spChg chg="mod">
          <ac:chgData name="Hanna Kossowsky" userId="56e21b23dc263710" providerId="LiveId" clId="{93FE5A26-3064-4B3F-8E2A-653EB31D5592}" dt="2025-03-06T10:47:27.996" v="9808" actId="20577"/>
          <ac:spMkLst>
            <pc:docMk/>
            <pc:sldMk cId="84359965" sldId="527"/>
            <ac:spMk id="2" creationId="{FEF5B489-DBFA-6F7A-C626-434630E1343B}"/>
          </ac:spMkLst>
        </pc:spChg>
        <pc:spChg chg="mod">
          <ac:chgData name="Hanna Kossowsky" userId="56e21b23dc263710" providerId="LiveId" clId="{93FE5A26-3064-4B3F-8E2A-653EB31D5592}" dt="2025-03-06T10:52:36.820" v="10163" actId="27636"/>
          <ac:spMkLst>
            <pc:docMk/>
            <pc:sldMk cId="84359965" sldId="527"/>
            <ac:spMk id="8" creationId="{B05183B1-D865-F6B2-D63B-B5CE3308D138}"/>
          </ac:spMkLst>
        </pc:spChg>
      </pc:sldChg>
      <pc:sldChg chg="addSp delSp modSp add mod modNotesTx">
        <pc:chgData name="Hanna Kossowsky" userId="56e21b23dc263710" providerId="LiveId" clId="{93FE5A26-3064-4B3F-8E2A-653EB31D5592}" dt="2025-03-06T11:25:37.798" v="10235"/>
        <pc:sldMkLst>
          <pc:docMk/>
          <pc:sldMk cId="244645760" sldId="528"/>
        </pc:sldMkLst>
        <pc:picChg chg="add mod">
          <ac:chgData name="Hanna Kossowsky" userId="56e21b23dc263710" providerId="LiveId" clId="{93FE5A26-3064-4B3F-8E2A-653EB31D5592}" dt="2025-03-06T10:58:26.085" v="10182" actId="1076"/>
          <ac:picMkLst>
            <pc:docMk/>
            <pc:sldMk cId="244645760" sldId="528"/>
            <ac:picMk id="6" creationId="{5109DA1D-4E40-4865-995E-38E74F223489}"/>
          </ac:picMkLst>
        </pc:picChg>
      </pc:sldChg>
      <pc:sldChg chg="modSp add mod modAnim modShow modNotesTx">
        <pc:chgData name="Hanna Kossowsky" userId="56e21b23dc263710" providerId="LiveId" clId="{93FE5A26-3064-4B3F-8E2A-653EB31D5592}" dt="2025-03-06T11:55:58.964" v="11046"/>
        <pc:sldMkLst>
          <pc:docMk/>
          <pc:sldMk cId="4026744843" sldId="529"/>
        </pc:sldMkLst>
        <pc:spChg chg="mod">
          <ac:chgData name="Hanna Kossowsky" userId="56e21b23dc263710" providerId="LiveId" clId="{93FE5A26-3064-4B3F-8E2A-653EB31D5592}" dt="2025-03-06T11:30:33.799" v="10292" actId="27636"/>
          <ac:spMkLst>
            <pc:docMk/>
            <pc:sldMk cId="4026744843" sldId="529"/>
            <ac:spMk id="3" creationId="{292E075D-8ED4-F345-024B-6E656BE29345}"/>
          </ac:spMkLst>
        </pc:spChg>
      </pc:sldChg>
      <pc:sldChg chg="modSp add mod modShow">
        <pc:chgData name="Hanna Kossowsky" userId="56e21b23dc263710" providerId="LiveId" clId="{93FE5A26-3064-4B3F-8E2A-653EB31D5592}" dt="2025-03-06T11:08:01.482" v="10185" actId="113"/>
        <pc:sldMkLst>
          <pc:docMk/>
          <pc:sldMk cId="4170254886" sldId="530"/>
        </pc:sldMkLst>
        <pc:spChg chg="mod">
          <ac:chgData name="Hanna Kossowsky" userId="56e21b23dc263710" providerId="LiveId" clId="{93FE5A26-3064-4B3F-8E2A-653EB31D5592}" dt="2025-03-06T11:08:01.482" v="10185" actId="113"/>
          <ac:spMkLst>
            <pc:docMk/>
            <pc:sldMk cId="4170254886" sldId="530"/>
            <ac:spMk id="3" creationId="{EC88359F-03A3-2909-31A4-09FD34729349}"/>
          </ac:spMkLst>
        </pc:spChg>
      </pc:sldChg>
      <pc:sldChg chg="addSp delSp modSp add mod">
        <pc:chgData name="Hanna Kossowsky" userId="56e21b23dc263710" providerId="LiveId" clId="{93FE5A26-3064-4B3F-8E2A-653EB31D5592}" dt="2025-03-06T11:43:11.362" v="10727"/>
        <pc:sldMkLst>
          <pc:docMk/>
          <pc:sldMk cId="1421728410" sldId="531"/>
        </pc:sldMkLst>
        <pc:spChg chg="mod">
          <ac:chgData name="Hanna Kossowsky" userId="56e21b23dc263710" providerId="LiveId" clId="{93FE5A26-3064-4B3F-8E2A-653EB31D5592}" dt="2025-03-06T11:24:44.091" v="10234" actId="20577"/>
          <ac:spMkLst>
            <pc:docMk/>
            <pc:sldMk cId="1421728410" sldId="531"/>
            <ac:spMk id="2" creationId="{9CB8A624-CE41-D4EC-CBB1-E4413AEF2AC9}"/>
          </ac:spMkLst>
        </pc:spChg>
        <pc:spChg chg="add mod">
          <ac:chgData name="Hanna Kossowsky" userId="56e21b23dc263710" providerId="LiveId" clId="{93FE5A26-3064-4B3F-8E2A-653EB31D5592}" dt="2025-03-06T11:28:17.538" v="10285" actId="1076"/>
          <ac:spMkLst>
            <pc:docMk/>
            <pc:sldMk cId="1421728410" sldId="531"/>
            <ac:spMk id="3" creationId="{D1C9B14D-04A5-6492-042F-D67AA3F06BFA}"/>
          </ac:spMkLst>
        </pc:spChg>
        <pc:spChg chg="add mod">
          <ac:chgData name="Hanna Kossowsky" userId="56e21b23dc263710" providerId="LiveId" clId="{93FE5A26-3064-4B3F-8E2A-653EB31D5592}" dt="2025-03-06T11:43:11.362" v="10727"/>
          <ac:spMkLst>
            <pc:docMk/>
            <pc:sldMk cId="1421728410" sldId="531"/>
            <ac:spMk id="7" creationId="{8F4C6F74-59DE-E81A-6DC4-EAB4F561600C}"/>
          </ac:spMkLst>
        </pc:spChg>
        <pc:grpChg chg="add mod">
          <ac:chgData name="Hanna Kossowsky" userId="56e21b23dc263710" providerId="LiveId" clId="{93FE5A26-3064-4B3F-8E2A-653EB31D5592}" dt="2025-03-06T11:43:11.362" v="10727"/>
          <ac:grpSpMkLst>
            <pc:docMk/>
            <pc:sldMk cId="1421728410" sldId="531"/>
            <ac:grpSpMk id="11" creationId="{0231702D-74F1-0066-9BDD-7EC34798FE34}"/>
          </ac:grpSpMkLst>
        </pc:grpChg>
        <pc:picChg chg="add del mod">
          <ac:chgData name="Hanna Kossowsky" userId="56e21b23dc263710" providerId="LiveId" clId="{93FE5A26-3064-4B3F-8E2A-653EB31D5592}" dt="2025-03-06T11:28:28.091" v="10288" actId="555"/>
          <ac:picMkLst>
            <pc:docMk/>
            <pc:sldMk cId="1421728410" sldId="531"/>
            <ac:picMk id="4" creationId="{141918CB-0D4B-9439-9B90-1790241E8B2D}"/>
          </ac:picMkLst>
        </pc:picChg>
        <pc:picChg chg="add mod">
          <ac:chgData name="Hanna Kossowsky" userId="56e21b23dc263710" providerId="LiveId" clId="{93FE5A26-3064-4B3F-8E2A-653EB31D5592}" dt="2025-03-06T11:28:28.091" v="10288" actId="555"/>
          <ac:picMkLst>
            <pc:docMk/>
            <pc:sldMk cId="1421728410" sldId="531"/>
            <ac:picMk id="5" creationId="{24034350-83E0-AB3F-6C41-6EAC1EDC3306}"/>
          </ac:picMkLst>
        </pc:picChg>
        <pc:picChg chg="add mod">
          <ac:chgData name="Hanna Kossowsky" userId="56e21b23dc263710" providerId="LiveId" clId="{93FE5A26-3064-4B3F-8E2A-653EB31D5592}" dt="2025-03-06T11:43:11.362" v="10727"/>
          <ac:picMkLst>
            <pc:docMk/>
            <pc:sldMk cId="1421728410" sldId="531"/>
            <ac:picMk id="8" creationId="{D5C4F69B-328A-3FCC-2AE7-817FD8498A7D}"/>
          </ac:picMkLst>
        </pc:picChg>
      </pc:sldChg>
      <pc:sldChg chg="modSp add mod modAnim">
        <pc:chgData name="Hanna Kossowsky" userId="56e21b23dc263710" providerId="LiveId" clId="{93FE5A26-3064-4B3F-8E2A-653EB31D5592}" dt="2025-03-06T11:56:14.571" v="11050"/>
        <pc:sldMkLst>
          <pc:docMk/>
          <pc:sldMk cId="3605855625" sldId="532"/>
        </pc:sldMkLst>
        <pc:spChg chg="mod">
          <ac:chgData name="Hanna Kossowsky" userId="56e21b23dc263710" providerId="LiveId" clId="{93FE5A26-3064-4B3F-8E2A-653EB31D5592}" dt="2025-03-06T11:38:32.449" v="10523" actId="2711"/>
          <ac:spMkLst>
            <pc:docMk/>
            <pc:sldMk cId="3605855625" sldId="532"/>
            <ac:spMk id="3" creationId="{C34F130C-95AE-A460-FC09-70CC84A4F381}"/>
          </ac:spMkLst>
        </pc:spChg>
      </pc:sldChg>
      <pc:sldChg chg="add del">
        <pc:chgData name="Hanna Kossowsky" userId="56e21b23dc263710" providerId="LiveId" clId="{93FE5A26-3064-4B3F-8E2A-653EB31D5592}" dt="2025-03-06T11:35:54.183" v="10485" actId="47"/>
        <pc:sldMkLst>
          <pc:docMk/>
          <pc:sldMk cId="103985867" sldId="533"/>
        </pc:sldMkLst>
      </pc:sldChg>
      <pc:sldChg chg="modSp add mod modAnim modNotesTx">
        <pc:chgData name="Hanna Kossowsky" userId="56e21b23dc263710" providerId="LiveId" clId="{93FE5A26-3064-4B3F-8E2A-653EB31D5592}" dt="2025-03-06T11:56:24.739" v="11054"/>
        <pc:sldMkLst>
          <pc:docMk/>
          <pc:sldMk cId="896862057" sldId="534"/>
        </pc:sldMkLst>
        <pc:spChg chg="mod">
          <ac:chgData name="Hanna Kossowsky" userId="56e21b23dc263710" providerId="LiveId" clId="{93FE5A26-3064-4B3F-8E2A-653EB31D5592}" dt="2025-03-06T11:38:28.319" v="10522" actId="2711"/>
          <ac:spMkLst>
            <pc:docMk/>
            <pc:sldMk cId="896862057" sldId="534"/>
            <ac:spMk id="3" creationId="{65C6A45D-D728-4CAF-48DF-10C13DEECEA1}"/>
          </ac:spMkLst>
        </pc:spChg>
      </pc:sldChg>
      <pc:sldChg chg="modSp add mod modAnim">
        <pc:chgData name="Hanna Kossowsky" userId="56e21b23dc263710" providerId="LiveId" clId="{93FE5A26-3064-4B3F-8E2A-653EB31D5592}" dt="2025-03-06T11:56:38.909" v="11058"/>
        <pc:sldMkLst>
          <pc:docMk/>
          <pc:sldMk cId="2999151397" sldId="535"/>
        </pc:sldMkLst>
        <pc:spChg chg="mod">
          <ac:chgData name="Hanna Kossowsky" userId="56e21b23dc263710" providerId="LiveId" clId="{93FE5A26-3064-4B3F-8E2A-653EB31D5592}" dt="2025-03-06T11:38:35.754" v="10524" actId="2711"/>
          <ac:spMkLst>
            <pc:docMk/>
            <pc:sldMk cId="2999151397" sldId="535"/>
            <ac:spMk id="3" creationId="{D5636DDD-4461-2FDC-122A-7A1F9CE41C1C}"/>
          </ac:spMkLst>
        </pc:spChg>
      </pc:sldChg>
      <pc:sldChg chg="modSp add mod modAnim">
        <pc:chgData name="Hanna Kossowsky" userId="56e21b23dc263710" providerId="LiveId" clId="{93FE5A26-3064-4B3F-8E2A-653EB31D5592}" dt="2025-03-06T11:56:59.554" v="11064"/>
        <pc:sldMkLst>
          <pc:docMk/>
          <pc:sldMk cId="1801946880" sldId="536"/>
        </pc:sldMkLst>
        <pc:spChg chg="mod">
          <ac:chgData name="Hanna Kossowsky" userId="56e21b23dc263710" providerId="LiveId" clId="{93FE5A26-3064-4B3F-8E2A-653EB31D5592}" dt="2025-03-06T11:41:20.852" v="10708" actId="20577"/>
          <ac:spMkLst>
            <pc:docMk/>
            <pc:sldMk cId="1801946880" sldId="536"/>
            <ac:spMk id="3" creationId="{610FE1F9-545E-721B-7126-30CCBC845939}"/>
          </ac:spMkLst>
        </pc:spChg>
      </pc:sldChg>
      <pc:sldChg chg="addSp delSp modSp add mod delAnim modAnim modShow">
        <pc:chgData name="Hanna Kossowsky" userId="56e21b23dc263710" providerId="LiveId" clId="{93FE5A26-3064-4B3F-8E2A-653EB31D5592}" dt="2025-03-06T11:57:17.639" v="11069"/>
        <pc:sldMkLst>
          <pc:docMk/>
          <pc:sldMk cId="3785699570" sldId="537"/>
        </pc:sldMkLst>
        <pc:spChg chg="add mod">
          <ac:chgData name="Hanna Kossowsky" userId="56e21b23dc263710" providerId="LiveId" clId="{93FE5A26-3064-4B3F-8E2A-653EB31D5592}" dt="2025-03-06T11:43:33.526" v="10740" actId="1076"/>
          <ac:spMkLst>
            <pc:docMk/>
            <pc:sldMk cId="3785699570" sldId="537"/>
            <ac:spMk id="7" creationId="{33D34505-74B7-993F-C501-7CFD39C2EA0B}"/>
          </ac:spMkLst>
        </pc:spChg>
        <pc:spChg chg="add mod">
          <ac:chgData name="Hanna Kossowsky" userId="56e21b23dc263710" providerId="LiveId" clId="{93FE5A26-3064-4B3F-8E2A-653EB31D5592}" dt="2025-03-06T11:47:07.201" v="10857" actId="403"/>
          <ac:spMkLst>
            <pc:docMk/>
            <pc:sldMk cId="3785699570" sldId="537"/>
            <ac:spMk id="15" creationId="{27ABD816-3319-F741-0612-4609A4D5CD68}"/>
          </ac:spMkLst>
        </pc:spChg>
      </pc:sldChg>
      <pc:sldChg chg="add del">
        <pc:chgData name="Hanna Kossowsky" userId="56e21b23dc263710" providerId="LiveId" clId="{93FE5A26-3064-4B3F-8E2A-653EB31D5592}" dt="2025-03-06T11:48:43.726" v="10880" actId="47"/>
        <pc:sldMkLst>
          <pc:docMk/>
          <pc:sldMk cId="834424979" sldId="538"/>
        </pc:sldMkLst>
      </pc:sldChg>
      <pc:sldChg chg="addSp delSp modSp add mod delAnim modAnim modShow">
        <pc:chgData name="Hanna Kossowsky" userId="56e21b23dc263710" providerId="LiveId" clId="{93FE5A26-3064-4B3F-8E2A-653EB31D5592}" dt="2025-03-25T13:37:16.655" v="11450" actId="207"/>
        <pc:sldMkLst>
          <pc:docMk/>
          <pc:sldMk cId="4269804765" sldId="539"/>
        </pc:sldMkLst>
        <pc:spChg chg="mod">
          <ac:chgData name="Hanna Kossowsky" userId="56e21b23dc263710" providerId="LiveId" clId="{93FE5A26-3064-4B3F-8E2A-653EB31D5592}" dt="2025-03-06T11:49:49.689" v="10901" actId="207"/>
          <ac:spMkLst>
            <pc:docMk/>
            <pc:sldMk cId="4269804765" sldId="539"/>
            <ac:spMk id="3" creationId="{A8F4D9C8-8F29-9F02-B1DC-E85F4964AD1A}"/>
          </ac:spMkLst>
        </pc:spChg>
        <pc:spChg chg="add mod">
          <ac:chgData name="Hanna Kossowsky" userId="56e21b23dc263710" providerId="LiveId" clId="{93FE5A26-3064-4B3F-8E2A-653EB31D5592}" dt="2025-03-25T13:37:16.655" v="11450" actId="207"/>
          <ac:spMkLst>
            <pc:docMk/>
            <pc:sldMk cId="4269804765" sldId="539"/>
            <ac:spMk id="11" creationId="{611B8008-765B-5D32-B417-1F92E4D9FADE}"/>
          </ac:spMkLst>
        </pc:spChg>
      </pc:sldChg>
      <pc:sldChg chg="modSp add del mod">
        <pc:chgData name="Hanna Kossowsky" userId="56e21b23dc263710" providerId="LiveId" clId="{93FE5A26-3064-4B3F-8E2A-653EB31D5592}" dt="2025-03-06T11:54:27.446" v="11017" actId="47"/>
        <pc:sldMkLst>
          <pc:docMk/>
          <pc:sldMk cId="2310994890" sldId="540"/>
        </pc:sldMkLst>
      </pc:sldChg>
    </pc:docChg>
  </pc:docChgLst>
  <pc:docChgLst>
    <pc:chgData name="Hanna Kossowsky" userId="56e21b23dc263710" providerId="LiveId" clId="{D4356A06-506A-4A03-A0A0-04D064873A56}"/>
    <pc:docChg chg="undo redo custSel addSld delSld modSld sldOrd">
      <pc:chgData name="Hanna Kossowsky" userId="56e21b23dc263710" providerId="LiveId" clId="{D4356A06-506A-4A03-A0A0-04D064873A56}" dt="2024-04-29T19:49:13.920" v="9928" actId="13926"/>
      <pc:docMkLst>
        <pc:docMk/>
      </pc:docMkLst>
      <pc:sldChg chg="modSp new mod modAnim">
        <pc:chgData name="Hanna Kossowsky" userId="56e21b23dc263710" providerId="LiveId" clId="{D4356A06-506A-4A03-A0A0-04D064873A56}" dt="2024-04-11T07:41:51.193" v="7616" actId="13926"/>
        <pc:sldMkLst>
          <pc:docMk/>
          <pc:sldMk cId="653706785" sldId="257"/>
        </pc:sldMkLst>
      </pc:sldChg>
      <pc:sldChg chg="add del">
        <pc:chgData name="Hanna Kossowsky" userId="56e21b23dc263710" providerId="LiveId" clId="{D4356A06-506A-4A03-A0A0-04D064873A56}" dt="2024-04-07T06:06:22.474" v="616" actId="47"/>
        <pc:sldMkLst>
          <pc:docMk/>
          <pc:sldMk cId="268565533" sldId="258"/>
        </pc:sldMkLst>
      </pc:sldChg>
      <pc:sldChg chg="modSp add mod">
        <pc:chgData name="Hanna Kossowsky" userId="56e21b23dc263710" providerId="LiveId" clId="{D4356A06-506A-4A03-A0A0-04D064873A56}" dt="2024-04-27T18:54:58.035" v="9451" actId="2710"/>
        <pc:sldMkLst>
          <pc:docMk/>
          <pc:sldMk cId="2932639354" sldId="259"/>
        </pc:sldMkLst>
      </pc:sldChg>
      <pc:sldChg chg="modSp add del mod modNotesTx">
        <pc:chgData name="Hanna Kossowsky" userId="56e21b23dc263710" providerId="LiveId" clId="{D4356A06-506A-4A03-A0A0-04D064873A56}" dt="2024-04-07T06:15:07.105" v="815" actId="47"/>
        <pc:sldMkLst>
          <pc:docMk/>
          <pc:sldMk cId="4210115471" sldId="260"/>
        </pc:sldMkLst>
      </pc:sldChg>
      <pc:sldChg chg="modSp add mod ord modAnim">
        <pc:chgData name="Hanna Kossowsky" userId="56e21b23dc263710" providerId="LiveId" clId="{D4356A06-506A-4A03-A0A0-04D064873A56}" dt="2024-04-27T19:02:50.908" v="9459" actId="5793"/>
        <pc:sldMkLst>
          <pc:docMk/>
          <pc:sldMk cId="1607538850" sldId="261"/>
        </pc:sldMkLst>
      </pc:sldChg>
      <pc:sldChg chg="modSp add mod modAnim modNotesTx">
        <pc:chgData name="Hanna Kossowsky" userId="56e21b23dc263710" providerId="LiveId" clId="{D4356A06-506A-4A03-A0A0-04D064873A56}" dt="2024-04-07T10:19:12.855" v="4277" actId="20577"/>
        <pc:sldMkLst>
          <pc:docMk/>
          <pc:sldMk cId="3047956201" sldId="262"/>
        </pc:sldMkLst>
      </pc:sldChg>
      <pc:sldChg chg="modSp add mod ord modNotesTx">
        <pc:chgData name="Hanna Kossowsky" userId="56e21b23dc263710" providerId="LiveId" clId="{D4356A06-506A-4A03-A0A0-04D064873A56}" dt="2024-04-27T19:00:36.108" v="9453"/>
        <pc:sldMkLst>
          <pc:docMk/>
          <pc:sldMk cId="2774208767" sldId="263"/>
        </pc:sldMkLst>
      </pc:sldChg>
      <pc:sldChg chg="add del modNotesTx">
        <pc:chgData name="Hanna Kossowsky" userId="56e21b23dc263710" providerId="LiveId" clId="{D4356A06-506A-4A03-A0A0-04D064873A56}" dt="2024-04-07T06:36:41.897" v="1060" actId="47"/>
        <pc:sldMkLst>
          <pc:docMk/>
          <pc:sldMk cId="1611133810" sldId="264"/>
        </pc:sldMkLst>
      </pc:sldChg>
      <pc:sldChg chg="modSp add mod modAnim">
        <pc:chgData name="Hanna Kossowsky" userId="56e21b23dc263710" providerId="LiveId" clId="{D4356A06-506A-4A03-A0A0-04D064873A56}" dt="2024-04-27T19:08:03.126" v="9460" actId="20577"/>
        <pc:sldMkLst>
          <pc:docMk/>
          <pc:sldMk cId="729297336" sldId="265"/>
        </pc:sldMkLst>
      </pc:sldChg>
      <pc:sldChg chg="addSp modSp add mod modAnim modNotesTx">
        <pc:chgData name="Hanna Kossowsky" userId="56e21b23dc263710" providerId="LiveId" clId="{D4356A06-506A-4A03-A0A0-04D064873A56}" dt="2024-04-27T19:11:15.743" v="9462" actId="20577"/>
        <pc:sldMkLst>
          <pc:docMk/>
          <pc:sldMk cId="2801949394" sldId="266"/>
        </pc:sldMkLst>
      </pc:sldChg>
      <pc:sldChg chg="delSp modSp add mod modNotesTx">
        <pc:chgData name="Hanna Kossowsky" userId="56e21b23dc263710" providerId="LiveId" clId="{D4356A06-506A-4A03-A0A0-04D064873A56}" dt="2024-04-07T07:34:58.144" v="2063" actId="207"/>
        <pc:sldMkLst>
          <pc:docMk/>
          <pc:sldMk cId="1782198291" sldId="267"/>
        </pc:sldMkLst>
      </pc:sldChg>
      <pc:sldChg chg="modSp add mod modNotesTx">
        <pc:chgData name="Hanna Kossowsky" userId="56e21b23dc263710" providerId="LiveId" clId="{D4356A06-506A-4A03-A0A0-04D064873A56}" dt="2024-04-27T19:13:12.723" v="9465" actId="20577"/>
        <pc:sldMkLst>
          <pc:docMk/>
          <pc:sldMk cId="1691764609" sldId="268"/>
        </pc:sldMkLst>
      </pc:sldChg>
      <pc:sldChg chg="modSp add mod modNotesTx">
        <pc:chgData name="Hanna Kossowsky" userId="56e21b23dc263710" providerId="LiveId" clId="{D4356A06-506A-4A03-A0A0-04D064873A56}" dt="2024-04-27T19:12:31.250" v="9463" actId="207"/>
        <pc:sldMkLst>
          <pc:docMk/>
          <pc:sldMk cId="766664880" sldId="269"/>
        </pc:sldMkLst>
      </pc:sldChg>
      <pc:sldChg chg="modSp add mod modNotesTx">
        <pc:chgData name="Hanna Kossowsky" userId="56e21b23dc263710" providerId="LiveId" clId="{D4356A06-506A-4A03-A0A0-04D064873A56}" dt="2024-04-07T10:09:54.828" v="4196" actId="113"/>
        <pc:sldMkLst>
          <pc:docMk/>
          <pc:sldMk cId="1905021401" sldId="270"/>
        </pc:sldMkLst>
      </pc:sldChg>
      <pc:sldChg chg="addSp modSp add mod modNotesTx">
        <pc:chgData name="Hanna Kossowsky" userId="56e21b23dc263710" providerId="LiveId" clId="{D4356A06-506A-4A03-A0A0-04D064873A56}" dt="2024-04-07T07:44:33.484" v="2317" actId="1076"/>
        <pc:sldMkLst>
          <pc:docMk/>
          <pc:sldMk cId="2188517806" sldId="271"/>
        </pc:sldMkLst>
      </pc:sldChg>
      <pc:sldChg chg="addSp delSp modSp add mod ord delAnim modAnim modNotesTx">
        <pc:chgData name="Hanna Kossowsky" userId="56e21b23dc263710" providerId="LiveId" clId="{D4356A06-506A-4A03-A0A0-04D064873A56}" dt="2024-04-29T19:47:25.005" v="9919" actId="478"/>
        <pc:sldMkLst>
          <pc:docMk/>
          <pc:sldMk cId="2889954775" sldId="272"/>
        </pc:sldMkLst>
      </pc:sldChg>
      <pc:sldChg chg="delSp modSp add mod addAnim delAnim modAnim modNotesTx">
        <pc:chgData name="Hanna Kossowsky" userId="56e21b23dc263710" providerId="LiveId" clId="{D4356A06-506A-4A03-A0A0-04D064873A56}" dt="2024-04-11T08:40:58.941" v="7929" actId="13926"/>
        <pc:sldMkLst>
          <pc:docMk/>
          <pc:sldMk cId="434505505" sldId="273"/>
        </pc:sldMkLst>
      </pc:sldChg>
      <pc:sldChg chg="new del">
        <pc:chgData name="Hanna Kossowsky" userId="56e21b23dc263710" providerId="LiveId" clId="{D4356A06-506A-4A03-A0A0-04D064873A56}" dt="2024-04-07T08:29:48.302" v="2992" actId="680"/>
        <pc:sldMkLst>
          <pc:docMk/>
          <pc:sldMk cId="1524437667" sldId="274"/>
        </pc:sldMkLst>
      </pc:sldChg>
      <pc:sldChg chg="addSp delSp modSp add mod ord modAnim modNotesTx">
        <pc:chgData name="Hanna Kossowsky" userId="56e21b23dc263710" providerId="LiveId" clId="{D4356A06-506A-4A03-A0A0-04D064873A56}" dt="2024-04-29T17:38:22.771" v="9534"/>
        <pc:sldMkLst>
          <pc:docMk/>
          <pc:sldMk cId="1783530971" sldId="274"/>
        </pc:sldMkLst>
      </pc:sldChg>
      <pc:sldChg chg="new del">
        <pc:chgData name="Hanna Kossowsky" userId="56e21b23dc263710" providerId="LiveId" clId="{D4356A06-506A-4A03-A0A0-04D064873A56}" dt="2024-04-07T09:52:59.782" v="3853" actId="47"/>
        <pc:sldMkLst>
          <pc:docMk/>
          <pc:sldMk cId="530024951" sldId="275"/>
        </pc:sldMkLst>
      </pc:sldChg>
      <pc:sldChg chg="modSp add mod ord addAnim delAnim modAnim modNotesTx">
        <pc:chgData name="Hanna Kossowsky" userId="56e21b23dc263710" providerId="LiveId" clId="{D4356A06-506A-4A03-A0A0-04D064873A56}" dt="2024-04-29T17:50:17.958" v="9884"/>
        <pc:sldMkLst>
          <pc:docMk/>
          <pc:sldMk cId="2210417689" sldId="275"/>
        </pc:sldMkLst>
      </pc:sldChg>
      <pc:sldChg chg="addSp delSp modSp add mod ord modNotesTx">
        <pc:chgData name="Hanna Kossowsky" userId="56e21b23dc263710" providerId="LiveId" clId="{D4356A06-506A-4A03-A0A0-04D064873A56}" dt="2024-04-11T09:25:42.387" v="9119"/>
        <pc:sldMkLst>
          <pc:docMk/>
          <pc:sldMk cId="2567820192" sldId="276"/>
        </pc:sldMkLst>
      </pc:sldChg>
      <pc:sldChg chg="modSp add mod modAnim modNotesTx">
        <pc:chgData name="Hanna Kossowsky" userId="56e21b23dc263710" providerId="LiveId" clId="{D4356A06-506A-4A03-A0A0-04D064873A56}" dt="2024-04-27T19:17:03.592" v="9466" actId="12"/>
        <pc:sldMkLst>
          <pc:docMk/>
          <pc:sldMk cId="1988245967" sldId="277"/>
        </pc:sldMkLst>
      </pc:sldChg>
      <pc:sldChg chg="modSp add mod modShow">
        <pc:chgData name="Hanna Kossowsky" userId="56e21b23dc263710" providerId="LiveId" clId="{D4356A06-506A-4A03-A0A0-04D064873A56}" dt="2024-04-28T10:53:16.375" v="9488" actId="729"/>
        <pc:sldMkLst>
          <pc:docMk/>
          <pc:sldMk cId="2809128241" sldId="278"/>
        </pc:sldMkLst>
      </pc:sldChg>
      <pc:sldChg chg="addSp delSp modSp add mod modAnim modNotesTx">
        <pc:chgData name="Hanna Kossowsky" userId="56e21b23dc263710" providerId="LiveId" clId="{D4356A06-506A-4A03-A0A0-04D064873A56}" dt="2024-04-11T09:28:31.359" v="9184" actId="1076"/>
        <pc:sldMkLst>
          <pc:docMk/>
          <pc:sldMk cId="1511031208" sldId="279"/>
        </pc:sldMkLst>
      </pc:sldChg>
      <pc:sldChg chg="addSp delSp modSp add del mod delAnim">
        <pc:chgData name="Hanna Kossowsky" userId="56e21b23dc263710" providerId="LiveId" clId="{D4356A06-506A-4A03-A0A0-04D064873A56}" dt="2024-04-07T10:23:21.392" v="4395" actId="47"/>
        <pc:sldMkLst>
          <pc:docMk/>
          <pc:sldMk cId="2370869464" sldId="280"/>
        </pc:sldMkLst>
      </pc:sldChg>
      <pc:sldChg chg="modSp add mod modAnim">
        <pc:chgData name="Hanna Kossowsky" userId="56e21b23dc263710" providerId="LiveId" clId="{D4356A06-506A-4A03-A0A0-04D064873A56}" dt="2024-04-29T17:51:23.275" v="9896"/>
        <pc:sldMkLst>
          <pc:docMk/>
          <pc:sldMk cId="1857471371" sldId="281"/>
        </pc:sldMkLst>
      </pc:sldChg>
      <pc:sldChg chg="addSp delSp modSp add mod delAnim modAnim modNotesTx">
        <pc:chgData name="Hanna Kossowsky" userId="56e21b23dc263710" providerId="LiveId" clId="{D4356A06-506A-4A03-A0A0-04D064873A56}" dt="2024-04-29T19:48:30.999" v="9922"/>
        <pc:sldMkLst>
          <pc:docMk/>
          <pc:sldMk cId="2576418047" sldId="282"/>
        </pc:sldMkLst>
      </pc:sldChg>
      <pc:sldChg chg="delSp modSp add mod modNotesTx">
        <pc:chgData name="Hanna Kossowsky" userId="56e21b23dc263710" providerId="LiveId" clId="{D4356A06-506A-4A03-A0A0-04D064873A56}" dt="2024-04-07T11:17:20.635" v="4675" actId="12"/>
        <pc:sldMkLst>
          <pc:docMk/>
          <pc:sldMk cId="856824348" sldId="283"/>
        </pc:sldMkLst>
      </pc:sldChg>
      <pc:sldChg chg="modSp add del mod">
        <pc:chgData name="Hanna Kossowsky" userId="56e21b23dc263710" providerId="LiveId" clId="{D4356A06-506A-4A03-A0A0-04D064873A56}" dt="2024-04-07T11:15:49.888" v="4645" actId="47"/>
        <pc:sldMkLst>
          <pc:docMk/>
          <pc:sldMk cId="3035076308" sldId="284"/>
        </pc:sldMkLst>
      </pc:sldChg>
      <pc:sldChg chg="modSp add mod">
        <pc:chgData name="Hanna Kossowsky" userId="56e21b23dc263710" providerId="LiveId" clId="{D4356A06-506A-4A03-A0A0-04D064873A56}" dt="2024-04-07T12:24:20.311" v="5360" actId="2710"/>
        <pc:sldMkLst>
          <pc:docMk/>
          <pc:sldMk cId="3042682632" sldId="285"/>
        </pc:sldMkLst>
      </pc:sldChg>
      <pc:sldChg chg="add">
        <pc:chgData name="Hanna Kossowsky" userId="56e21b23dc263710" providerId="LiveId" clId="{D4356A06-506A-4A03-A0A0-04D064873A56}" dt="2024-04-07T11:17:06.672" v="4667"/>
        <pc:sldMkLst>
          <pc:docMk/>
          <pc:sldMk cId="3720169326" sldId="286"/>
        </pc:sldMkLst>
      </pc:sldChg>
      <pc:sldChg chg="addSp delSp modSp add mod modAnim modNotesTx">
        <pc:chgData name="Hanna Kossowsky" userId="56e21b23dc263710" providerId="LiveId" clId="{D4356A06-506A-4A03-A0A0-04D064873A56}" dt="2024-04-29T19:48:42.190" v="9924"/>
        <pc:sldMkLst>
          <pc:docMk/>
          <pc:sldMk cId="1841188842" sldId="287"/>
        </pc:sldMkLst>
      </pc:sldChg>
      <pc:sldChg chg="addSp delSp modSp add mod modNotesTx">
        <pc:chgData name="Hanna Kossowsky" userId="56e21b23dc263710" providerId="LiveId" clId="{D4356A06-506A-4A03-A0A0-04D064873A56}" dt="2024-04-29T19:49:10.831" v="9927" actId="13926"/>
        <pc:sldMkLst>
          <pc:docMk/>
          <pc:sldMk cId="2106269780" sldId="288"/>
        </pc:sldMkLst>
      </pc:sldChg>
      <pc:sldChg chg="add del modNotesTx">
        <pc:chgData name="Hanna Kossowsky" userId="56e21b23dc263710" providerId="LiveId" clId="{D4356A06-506A-4A03-A0A0-04D064873A56}" dt="2024-04-07T12:17:49.921" v="5036" actId="47"/>
        <pc:sldMkLst>
          <pc:docMk/>
          <pc:sldMk cId="1959779361" sldId="289"/>
        </pc:sldMkLst>
      </pc:sldChg>
      <pc:sldChg chg="addSp delSp modSp add mod modNotesTx">
        <pc:chgData name="Hanna Kossowsky" userId="56e21b23dc263710" providerId="LiveId" clId="{D4356A06-506A-4A03-A0A0-04D064873A56}" dt="2024-04-11T07:45:35.098" v="7657" actId="20577"/>
        <pc:sldMkLst>
          <pc:docMk/>
          <pc:sldMk cId="3572271568" sldId="315"/>
        </pc:sldMkLst>
      </pc:sldChg>
      <pc:sldChg chg="addSp delSp modSp add del mod modAnim">
        <pc:chgData name="Hanna Kossowsky" userId="56e21b23dc263710" providerId="LiveId" clId="{D4356A06-506A-4A03-A0A0-04D064873A56}" dt="2024-04-07T12:20:57.483" v="5136" actId="47"/>
        <pc:sldMkLst>
          <pc:docMk/>
          <pc:sldMk cId="985941570" sldId="385"/>
        </pc:sldMkLst>
      </pc:sldChg>
      <pc:sldChg chg="addSp modSp add mod modAnim modNotesTx">
        <pc:chgData name="Hanna Kossowsky" userId="56e21b23dc263710" providerId="LiveId" clId="{D4356A06-506A-4A03-A0A0-04D064873A56}" dt="2024-04-11T07:48:47.444" v="7927" actId="20577"/>
        <pc:sldMkLst>
          <pc:docMk/>
          <pc:sldMk cId="3252578053" sldId="386"/>
        </pc:sldMkLst>
      </pc:sldChg>
      <pc:sldChg chg="delSp modSp add del mod modNotesTx">
        <pc:chgData name="Hanna Kossowsky" userId="56e21b23dc263710" providerId="LiveId" clId="{D4356A06-506A-4A03-A0A0-04D064873A56}" dt="2024-04-07T12:46:09.881" v="6601" actId="47"/>
        <pc:sldMkLst>
          <pc:docMk/>
          <pc:sldMk cId="690614485" sldId="387"/>
        </pc:sldMkLst>
      </pc:sldChg>
      <pc:sldChg chg="add del">
        <pc:chgData name="Hanna Kossowsky" userId="56e21b23dc263710" providerId="LiveId" clId="{D4356A06-506A-4A03-A0A0-04D064873A56}" dt="2024-04-11T08:41:04.583" v="7931" actId="47"/>
        <pc:sldMkLst>
          <pc:docMk/>
          <pc:sldMk cId="1463522460" sldId="387"/>
        </pc:sldMkLst>
      </pc:sldChg>
      <pc:sldChg chg="addSp modSp add mod ord modAnim">
        <pc:chgData name="Hanna Kossowsky" userId="56e21b23dc263710" providerId="LiveId" clId="{D4356A06-506A-4A03-A0A0-04D064873A56}" dt="2024-04-29T17:38:11.079" v="9531"/>
        <pc:sldMkLst>
          <pc:docMk/>
          <pc:sldMk cId="3306194807" sldId="388"/>
        </pc:sldMkLst>
      </pc:sldChg>
      <pc:sldChg chg="addSp delSp modSp add mod modNotesTx">
        <pc:chgData name="Hanna Kossowsky" userId="56e21b23dc263710" providerId="LiveId" clId="{D4356A06-506A-4A03-A0A0-04D064873A56}" dt="2024-04-11T08:54:59.965" v="8426" actId="1076"/>
        <pc:sldMkLst>
          <pc:docMk/>
          <pc:sldMk cId="2487857439" sldId="389"/>
        </pc:sldMkLst>
      </pc:sldChg>
      <pc:sldChg chg="addSp delSp modSp add mod">
        <pc:chgData name="Hanna Kossowsky" userId="56e21b23dc263710" providerId="LiveId" clId="{D4356A06-506A-4A03-A0A0-04D064873A56}" dt="2024-04-11T09:00:18.910" v="8895" actId="478"/>
        <pc:sldMkLst>
          <pc:docMk/>
          <pc:sldMk cId="2205368609" sldId="390"/>
        </pc:sldMkLst>
      </pc:sldChg>
      <pc:sldChg chg="addSp delSp modSp add mod">
        <pc:chgData name="Hanna Kossowsky" userId="56e21b23dc263710" providerId="LiveId" clId="{D4356A06-506A-4A03-A0A0-04D064873A56}" dt="2024-04-11T09:18:30.125" v="9017" actId="1076"/>
        <pc:sldMkLst>
          <pc:docMk/>
          <pc:sldMk cId="2795164391" sldId="391"/>
        </pc:sldMkLst>
      </pc:sldChg>
      <pc:sldChg chg="addSp delSp modSp add mod">
        <pc:chgData name="Hanna Kossowsky" userId="56e21b23dc263710" providerId="LiveId" clId="{D4356A06-506A-4A03-A0A0-04D064873A56}" dt="2024-04-11T09:20:53.461" v="9073" actId="1076"/>
        <pc:sldMkLst>
          <pc:docMk/>
          <pc:sldMk cId="3046450321" sldId="392"/>
        </pc:sldMkLst>
      </pc:sldChg>
      <pc:sldChg chg="modSp add mod ord modAnim">
        <pc:chgData name="Hanna Kossowsky" userId="56e21b23dc263710" providerId="LiveId" clId="{D4356A06-506A-4A03-A0A0-04D064873A56}" dt="2024-04-29T17:50:41.364" v="9889"/>
        <pc:sldMkLst>
          <pc:docMk/>
          <pc:sldMk cId="577880875" sldId="393"/>
        </pc:sldMkLst>
      </pc:sldChg>
      <pc:sldChg chg="addSp modSp add mod ord">
        <pc:chgData name="Hanna Kossowsky" userId="56e21b23dc263710" providerId="LiveId" clId="{D4356A06-506A-4A03-A0A0-04D064873A56}" dt="2024-04-29T17:38:09.230" v="9529" actId="20577"/>
        <pc:sldMkLst>
          <pc:docMk/>
          <pc:sldMk cId="1814684987" sldId="394"/>
        </pc:sldMkLst>
      </pc:sldChg>
      <pc:sldChg chg="modSp add mod modAnim">
        <pc:chgData name="Hanna Kossowsky" userId="56e21b23dc263710" providerId="LiveId" clId="{D4356A06-506A-4A03-A0A0-04D064873A56}" dt="2024-04-29T19:48:04.439" v="9920"/>
        <pc:sldMkLst>
          <pc:docMk/>
          <pc:sldMk cId="1374448592" sldId="395"/>
        </pc:sldMkLst>
      </pc:sldChg>
      <pc:sldChg chg="add del">
        <pc:chgData name="Hanna Kossowsky" userId="56e21b23dc263710" providerId="LiveId" clId="{D4356A06-506A-4A03-A0A0-04D064873A56}" dt="2024-04-29T17:38:23.993" v="9535" actId="47"/>
        <pc:sldMkLst>
          <pc:docMk/>
          <pc:sldMk cId="4019324573" sldId="395"/>
        </pc:sldMkLst>
      </pc:sldChg>
      <pc:sldChg chg="modSp add mod">
        <pc:chgData name="Hanna Kossowsky" userId="56e21b23dc263710" providerId="LiveId" clId="{D4356A06-506A-4A03-A0A0-04D064873A56}" dt="2024-04-29T19:49:13.920" v="9928" actId="13926"/>
        <pc:sldMkLst>
          <pc:docMk/>
          <pc:sldMk cId="987074334" sldId="396"/>
        </pc:sldMkLst>
      </pc:sldChg>
    </pc:docChg>
  </pc:docChgLst>
  <pc:docChgLst>
    <pc:chgData name="Hanna Kossowsky" userId="56e21b23dc263710" providerId="LiveId" clId="{3B5D1565-E1D0-43F2-80F4-E5DCA54FBF51}"/>
    <pc:docChg chg="custSel addSld delSld modSld">
      <pc:chgData name="Hanna Kossowsky" userId="56e21b23dc263710" providerId="LiveId" clId="{3B5D1565-E1D0-43F2-80F4-E5DCA54FBF51}" dt="2025-02-19T06:58:49.006" v="53" actId="47"/>
      <pc:docMkLst>
        <pc:docMk/>
      </pc:docMkLst>
      <pc:sldChg chg="modSp mod modAnim">
        <pc:chgData name="Hanna Kossowsky" userId="56e21b23dc263710" providerId="LiveId" clId="{3B5D1565-E1D0-43F2-80F4-E5DCA54FBF51}" dt="2025-02-19T06:57:18.328" v="52" actId="1036"/>
        <pc:sldMkLst>
          <pc:docMk/>
          <pc:sldMk cId="653706785" sldId="257"/>
        </pc:sldMkLst>
      </pc:sldChg>
      <pc:sldChg chg="del">
        <pc:chgData name="Hanna Kossowsky" userId="56e21b23dc263710" providerId="LiveId" clId="{3B5D1565-E1D0-43F2-80F4-E5DCA54FBF51}" dt="2025-02-19T06:58:49.006" v="53" actId="47"/>
        <pc:sldMkLst>
          <pc:docMk/>
          <pc:sldMk cId="2889954775" sldId="272"/>
        </pc:sldMkLst>
      </pc:sldChg>
      <pc:sldChg chg="modSp add mod">
        <pc:chgData name="Hanna Kossowsky" userId="56e21b23dc263710" providerId="LiveId" clId="{3B5D1565-E1D0-43F2-80F4-E5DCA54FBF51}" dt="2025-02-19T06:55:53.653" v="4" actId="12"/>
        <pc:sldMkLst>
          <pc:docMk/>
          <pc:sldMk cId="143904550" sldId="398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David" panose="020E0502060401010101" pitchFamily="34" charset="-79"/>
              </a:defRPr>
            </a:lvl1pPr>
          </a:lstStyle>
          <a:p>
            <a:endParaRPr lang="LID4096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David" panose="020E0502060401010101" pitchFamily="34" charset="-79"/>
              </a:defRPr>
            </a:lvl1pPr>
          </a:lstStyle>
          <a:p>
            <a:fld id="{B9B7A0CB-AC5E-42C2-BB7C-8018833232CB}" type="datetimeFigureOut">
              <a:rPr lang="LID4096" smtClean="0"/>
              <a:pPr/>
              <a:t>05/05/2026</a:t>
            </a:fld>
            <a:endParaRPr lang="LID4096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LID4096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LID4096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David" panose="020E0502060401010101" pitchFamily="34" charset="-79"/>
              </a:defRPr>
            </a:lvl1pPr>
          </a:lstStyle>
          <a:p>
            <a:endParaRPr lang="LID4096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David" panose="020E0502060401010101" pitchFamily="34" charset="-79"/>
              </a:defRPr>
            </a:lvl1pPr>
          </a:lstStyle>
          <a:p>
            <a:fld id="{FA96E01F-8DBD-4634-ACB5-33D503B64F6E}" type="slidenum">
              <a:rPr lang="LID4096" smtClean="0"/>
              <a:pPr/>
              <a:t>‹#›</a:t>
            </a:fld>
            <a:endParaRPr lang="LID4096" dirty="0"/>
          </a:p>
        </p:txBody>
      </p:sp>
    </p:spTree>
    <p:extLst>
      <p:ext uri="{BB962C8B-B14F-4D97-AF65-F5344CB8AC3E}">
        <p14:creationId xmlns:p14="http://schemas.microsoft.com/office/powerpoint/2010/main" val="380133024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David" panose="020E0502060401010101" pitchFamily="34" charset="-79"/>
        <a:ea typeface="+mn-ea"/>
        <a:cs typeface="+mn-cs"/>
      </a:defRPr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LID4096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A96E01F-8DBD-4634-ACB5-33D503B64F6E}" type="slidenum">
              <a:rPr lang="LID4096" smtClean="0"/>
              <a:t>1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20665296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C39100-73ED-A9D3-203A-A9A89BC0E4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תמונת שקופית 1">
            <a:extLst>
              <a:ext uri="{FF2B5EF4-FFF2-40B4-BE49-F238E27FC236}">
                <a16:creationId xmlns:a16="http://schemas.microsoft.com/office/drawing/2014/main" id="{8825753D-1C63-0B56-E8D0-FFC2EAC3FDF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מציין מיקום של הערות 2">
                <a:extLst>
                  <a:ext uri="{FF2B5EF4-FFF2-40B4-BE49-F238E27FC236}">
                    <a16:creationId xmlns:a16="http://schemas.microsoft.com/office/drawing/2014/main" id="{DD404A69-812E-95D2-13C2-0DB0596E1A66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∏"/>
                          <m:ctrlPr>
                            <a:rPr lang="en-US" i="1" dirty="0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m:rPr>
                              <m:brk m:alnAt="23"/>
                            </m:rP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𝑁</m:t>
                          </m:r>
                        </m:sup>
                        <m:e>
                          <m:r>
                            <a:rPr lang="en-US" i="1" dirty="0" smtClean="0">
                              <a:latin typeface="Cambria Math" panose="02040503050406030204" pitchFamily="18" charset="0"/>
                            </a:rPr>
                            <m:t>𝐵𝑒𝑟𝑛𝑜𝑢𝑙𝑙𝑖</m:t>
                          </m:r>
                          <m:r>
                            <a:rPr lang="en-US" i="1" dirty="0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sSub>
                            <m:sSubPr>
                              <m:ctrlPr>
                                <a:rPr lang="en-US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i="1" dirty="0" smtClean="0">
                              <a:latin typeface="Cambria Math" panose="02040503050406030204" pitchFamily="18" charset="0"/>
                            </a:rPr>
                            <m:t>​∣</m:t>
                          </m:r>
                          <m:r>
                            <a:rPr lang="el-GR" i="1" dirty="0" smtClean="0">
                              <a:latin typeface="Cambria Math" panose="02040503050406030204" pitchFamily="18" charset="0"/>
                            </a:rPr>
                            <m:t>𝜃</m:t>
                          </m:r>
                          <m:r>
                            <a:rPr lang="el-GR" i="1" dirty="0" smtClean="0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nary>
                      <m:r>
                        <a:rPr lang="el-GR" i="1" dirty="0" smtClean="0">
                          <a:latin typeface="Cambria Math" panose="02040503050406030204" pitchFamily="18" charset="0"/>
                        </a:rPr>
                        <m:t>≡</m:t>
                      </m:r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𝐵𝑖𝑛𝑜𝑚𝑖𝑎𝑙</m:t>
                      </m:r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i="1" dirty="0" err="1" smtClean="0">
                          <a:latin typeface="Cambria Math" panose="02040503050406030204" pitchFamily="18" charset="0"/>
                        </a:rPr>
                        <m:t>𝑧</m:t>
                      </m:r>
                      <m:r>
                        <a:rPr lang="en-US" i="1" dirty="0" err="1" smtClean="0">
                          <a:latin typeface="Cambria Math" panose="02040503050406030204" pitchFamily="18" charset="0"/>
                        </a:rPr>
                        <m:t>∣</m:t>
                      </m:r>
                      <m:r>
                        <a:rPr lang="en-US" i="1" dirty="0" err="1" smtClean="0">
                          <a:latin typeface="Cambria Math" panose="02040503050406030204" pitchFamily="18" charset="0"/>
                        </a:rPr>
                        <m:t>𝑁</m:t>
                      </m:r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l-GR" i="1" dirty="0" smtClean="0">
                          <a:latin typeface="Cambria Math" panose="02040503050406030204" pitchFamily="18" charset="0"/>
                        </a:rPr>
                        <m:t>𝜃</m:t>
                      </m:r>
                      <m:r>
                        <a:rPr lang="el-GR" i="1" dirty="0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3" name="מציין מיקום של הערות 2">
                <a:extLst>
                  <a:ext uri="{FF2B5EF4-FFF2-40B4-BE49-F238E27FC236}">
                    <a16:creationId xmlns:a16="http://schemas.microsoft.com/office/drawing/2014/main" id="{DD404A69-812E-95D2-13C2-0DB0596E1A66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en-US" i="0" dirty="0">
                    <a:latin typeface="Cambria Math" panose="02040503050406030204" pitchFamily="18" charset="0"/>
                  </a:rPr>
                  <a:t>∏24_(</a:t>
                </a:r>
                <a:r>
                  <a:rPr lang="en-US" b="0" i="0" dirty="0">
                    <a:latin typeface="Cambria Math" panose="02040503050406030204" pitchFamily="18" charset="0"/>
                  </a:rPr>
                  <a:t>𝑖=1)^𝑁▒〖</a:t>
                </a:r>
                <a:r>
                  <a:rPr lang="en-US" i="0" dirty="0">
                    <a:latin typeface="Cambria Math" panose="02040503050406030204" pitchFamily="18" charset="0"/>
                  </a:rPr>
                  <a:t>𝐵𝑒𝑟𝑛𝑜𝑢𝑙𝑙𝑖(</a:t>
                </a:r>
                <a:r>
                  <a:rPr lang="en-US" b="0" i="0" dirty="0">
                    <a:latin typeface="Cambria Math" panose="02040503050406030204" pitchFamily="18" charset="0"/>
                  </a:rPr>
                  <a:t>𝑦_𝑖 </a:t>
                </a:r>
                <a:r>
                  <a:rPr lang="en-US" i="0" dirty="0">
                    <a:latin typeface="Cambria Math" panose="02040503050406030204" pitchFamily="18" charset="0"/>
                  </a:rPr>
                  <a:t>​∣</a:t>
                </a:r>
                <a:r>
                  <a:rPr lang="el-GR" i="0" dirty="0">
                    <a:latin typeface="Cambria Math" panose="02040503050406030204" pitchFamily="18" charset="0"/>
                  </a:rPr>
                  <a:t>𝜃)</a:t>
                </a:r>
                <a:r>
                  <a:rPr lang="en-US" i="0" dirty="0">
                    <a:latin typeface="Cambria Math" panose="02040503050406030204" pitchFamily="18" charset="0"/>
                  </a:rPr>
                  <a:t>〗</a:t>
                </a:r>
                <a:r>
                  <a:rPr lang="el-GR" i="0" dirty="0">
                    <a:latin typeface="Cambria Math" panose="02040503050406030204" pitchFamily="18" charset="0"/>
                  </a:rPr>
                  <a:t>≡</a:t>
                </a:r>
                <a:r>
                  <a:rPr lang="en-US" i="0" dirty="0">
                    <a:latin typeface="Cambria Math" panose="02040503050406030204" pitchFamily="18" charset="0"/>
                  </a:rPr>
                  <a:t>𝐵𝑖𝑛𝑜𝑚𝑖𝑎𝑙(</a:t>
                </a:r>
                <a:r>
                  <a:rPr lang="en-US" i="0" dirty="0" err="1">
                    <a:latin typeface="Cambria Math" panose="02040503050406030204" pitchFamily="18" charset="0"/>
                  </a:rPr>
                  <a:t>𝑧∣</a:t>
                </a:r>
                <a14:m xmlns:a14="http://schemas.microsoft.com/office/drawing/2010/main"/>
              </a:p>
            </p:txBody>
          </p:sp>
        </mc:Fallback>
      </mc:AlternateContent>
      <p:sp>
        <p:nvSpPr>
          <p:cNvPr id="4" name="מציין מיקום של מספר שקופית 3">
            <a:extLst>
              <a:ext uri="{FF2B5EF4-FFF2-40B4-BE49-F238E27FC236}">
                <a16:creationId xmlns:a16="http://schemas.microsoft.com/office/drawing/2014/main" id="{6785C2BF-1DBA-0AB0-2172-27816302187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A96E01F-8DBD-4634-ACB5-33D503B64F6E}" type="slidenum">
              <a:rPr lang="LID4096" smtClean="0"/>
              <a:pPr/>
              <a:t>5</a:t>
            </a:fld>
            <a:endParaRPr lang="LID4096" dirty="0"/>
          </a:p>
        </p:txBody>
      </p:sp>
    </p:spTree>
    <p:extLst>
      <p:ext uri="{BB962C8B-B14F-4D97-AF65-F5344CB8AC3E}">
        <p14:creationId xmlns:p14="http://schemas.microsoft.com/office/powerpoint/2010/main" val="257081720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תמונת שקופית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מציין מיקום של הערות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David" panose="020E0502060401010101" pitchFamily="34" charset="-79"/>
                <a:ea typeface="+mn-ea"/>
                <a:cs typeface="+mn-cs"/>
              </a:rPr>
              <a:t>Analytically intractable expressions are mathematical formulas that cannot be solved, simplified, or evaluated in a finite number of operations (a </a:t>
            </a:r>
            <a:r>
              <a:rPr lang="en-US" sz="1200" b="1" i="0" kern="1200" dirty="0">
                <a:solidFill>
                  <a:schemeClr val="tx1"/>
                </a:solidFill>
                <a:effectLst/>
                <a:latin typeface="David" panose="020E0502060401010101" pitchFamily="34" charset="-79"/>
                <a:ea typeface="+mn-ea"/>
                <a:cs typeface="+mn-cs"/>
              </a:rPr>
              <a:t>closed-form expression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David" panose="020E0502060401010101" pitchFamily="34" charset="-79"/>
                <a:ea typeface="+mn-ea"/>
                <a:cs typeface="+mn-cs"/>
              </a:rPr>
              <a:t>) using standard functions (addition, logarithms, trigonometric functions, etc.). </a:t>
            </a:r>
            <a:br>
              <a:rPr lang="en-US" dirty="0"/>
            </a:br>
            <a:endParaRPr lang="he-IL" dirty="0"/>
          </a:p>
        </p:txBody>
      </p:sp>
      <p:sp>
        <p:nvSpPr>
          <p:cNvPr id="4" name="מציין מיקום של מספר שקופית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A96E01F-8DBD-4634-ACB5-33D503B64F6E}" type="slidenum">
              <a:rPr lang="LID4096" smtClean="0"/>
              <a:pPr/>
              <a:t>6</a:t>
            </a:fld>
            <a:endParaRPr lang="LID4096" dirty="0"/>
          </a:p>
        </p:txBody>
      </p:sp>
    </p:spTree>
    <p:extLst>
      <p:ext uri="{BB962C8B-B14F-4D97-AF65-F5344CB8AC3E}">
        <p14:creationId xmlns:p14="http://schemas.microsoft.com/office/powerpoint/2010/main" val="216317891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תמונת שקופית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מציין מיקום של הערות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https://www.pymc.io/welcome.html</a:t>
            </a:r>
            <a:endParaRPr lang="he-IL" dirty="0"/>
          </a:p>
        </p:txBody>
      </p:sp>
      <p:sp>
        <p:nvSpPr>
          <p:cNvPr id="4" name="מציין מיקום של מספר שקופית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A96E01F-8DBD-4634-ACB5-33D503B64F6E}" type="slidenum">
              <a:rPr lang="LID4096" smtClean="0"/>
              <a:pPr/>
              <a:t>7</a:t>
            </a:fld>
            <a:endParaRPr lang="LID4096" dirty="0"/>
          </a:p>
        </p:txBody>
      </p:sp>
    </p:spTree>
    <p:extLst>
      <p:ext uri="{BB962C8B-B14F-4D97-AF65-F5344CB8AC3E}">
        <p14:creationId xmlns:p14="http://schemas.microsoft.com/office/powerpoint/2010/main" val="48701227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תמונת שקופית 1"/>
          <p:cNvSpPr>
            <a:spLocks noGrp="1" noRot="1" noChangeAspect="1"/>
          </p:cNvSpPr>
          <p:nvPr>
            <p:ph type="sldImg"/>
          </p:nvPr>
        </p:nvSpPr>
        <p:spPr/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מציין מיקום של הערות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∏"/>
                          <m:ctrlPr>
                            <a:rPr lang="en-US" i="1" dirty="0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m:rPr>
                              <m:brk m:alnAt="23"/>
                            </m:rP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𝑁</m:t>
                          </m:r>
                        </m:sup>
                        <m:e>
                          <m:r>
                            <a:rPr lang="en-US" i="1" dirty="0" smtClean="0">
                              <a:latin typeface="Cambria Math" panose="02040503050406030204" pitchFamily="18" charset="0"/>
                            </a:rPr>
                            <m:t>𝐵𝑒𝑟𝑛𝑜𝑢𝑙𝑙𝑖</m:t>
                          </m:r>
                          <m:r>
                            <a:rPr lang="en-US" i="1" dirty="0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sSub>
                            <m:sSubPr>
                              <m:ctrlPr>
                                <a:rPr lang="en-US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i="1" dirty="0" smtClean="0">
                              <a:latin typeface="Cambria Math" panose="02040503050406030204" pitchFamily="18" charset="0"/>
                            </a:rPr>
                            <m:t>​∣</m:t>
                          </m:r>
                          <m:r>
                            <a:rPr lang="el-GR" i="1" dirty="0" smtClean="0">
                              <a:latin typeface="Cambria Math" panose="02040503050406030204" pitchFamily="18" charset="0"/>
                            </a:rPr>
                            <m:t>𝜃</m:t>
                          </m:r>
                          <m:r>
                            <a:rPr lang="el-GR" i="1" dirty="0" smtClean="0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nary>
                      <m:r>
                        <a:rPr lang="el-GR" i="1" dirty="0" smtClean="0">
                          <a:latin typeface="Cambria Math" panose="02040503050406030204" pitchFamily="18" charset="0"/>
                        </a:rPr>
                        <m:t>≡</m:t>
                      </m:r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𝐵𝑖𝑛𝑜𝑚𝑖𝑎𝑙</m:t>
                      </m:r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i="1" dirty="0" err="1" smtClean="0">
                          <a:latin typeface="Cambria Math" panose="02040503050406030204" pitchFamily="18" charset="0"/>
                        </a:rPr>
                        <m:t>∣</m:t>
                      </m:r>
                      <m:r>
                        <a:rPr lang="en-US" i="1" dirty="0" err="1" smtClean="0">
                          <a:latin typeface="Cambria Math" panose="02040503050406030204" pitchFamily="18" charset="0"/>
                        </a:rPr>
                        <m:t>𝑁</m:t>
                      </m:r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l-GR" i="1" dirty="0" smtClean="0">
                          <a:latin typeface="Cambria Math" panose="02040503050406030204" pitchFamily="18" charset="0"/>
                        </a:rPr>
                        <m:t>𝜃</m:t>
                      </m:r>
                      <m:r>
                        <a:rPr lang="el-GR" i="1" dirty="0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dirty="0"/>
              </a:p>
              <a:p>
                <a:endParaRPr lang="en-US" dirty="0"/>
              </a:p>
              <a:p>
                <a:r>
                  <a:rPr lang="en-US" dirty="0"/>
                  <a:t>It’s common to call the sum “z” and not “y” to avoid confusion. </a:t>
                </a:r>
                <a:endParaRPr dirty="0"/>
              </a:p>
            </p:txBody>
          </p:sp>
        </mc:Choice>
        <mc:Fallback xmlns="">
          <p:sp>
            <p:nvSpPr>
              <p:cNvPr id="3" name="מציין מיקום של הערות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en-US" i="0" dirty="0">
                    <a:latin typeface="Cambria Math" panose="02040503050406030204" pitchFamily="18" charset="0"/>
                  </a:rPr>
                  <a:t>∏24_(</a:t>
                </a:r>
                <a:r>
                  <a:rPr lang="en-US" b="0" i="0" dirty="0">
                    <a:latin typeface="Cambria Math" panose="02040503050406030204" pitchFamily="18" charset="0"/>
                  </a:rPr>
                  <a:t>𝑖=1)^𝑁▒〖</a:t>
                </a:r>
                <a:r>
                  <a:rPr lang="en-US" i="0" dirty="0">
                    <a:latin typeface="Cambria Math" panose="02040503050406030204" pitchFamily="18" charset="0"/>
                  </a:rPr>
                  <a:t>𝐵𝑒𝑟𝑛𝑜𝑢𝑙𝑙𝑖(</a:t>
                </a:r>
                <a:r>
                  <a:rPr lang="en-US" b="0" i="0" dirty="0">
                    <a:latin typeface="Cambria Math" panose="02040503050406030204" pitchFamily="18" charset="0"/>
                  </a:rPr>
                  <a:t>𝑦_𝑖 </a:t>
                </a:r>
                <a:r>
                  <a:rPr lang="en-US" i="0" dirty="0">
                    <a:latin typeface="Cambria Math" panose="02040503050406030204" pitchFamily="18" charset="0"/>
                  </a:rPr>
                  <a:t>​∣</a:t>
                </a:r>
                <a:r>
                  <a:rPr lang="el-GR" i="0" dirty="0">
                    <a:latin typeface="Cambria Math" panose="02040503050406030204" pitchFamily="18" charset="0"/>
                  </a:rPr>
                  <a:t>𝜃)</a:t>
                </a:r>
                <a:r>
                  <a:rPr lang="en-US" i="0" dirty="0">
                    <a:latin typeface="Cambria Math" panose="02040503050406030204" pitchFamily="18" charset="0"/>
                  </a:rPr>
                  <a:t>〗</a:t>
                </a:r>
                <a:r>
                  <a:rPr lang="el-GR" i="0" dirty="0">
                    <a:latin typeface="Cambria Math" panose="02040503050406030204" pitchFamily="18" charset="0"/>
                  </a:rPr>
                  <a:t>≡</a:t>
                </a:r>
                <a:r>
                  <a:rPr lang="en-US" i="0" dirty="0">
                    <a:latin typeface="Cambria Math" panose="02040503050406030204" pitchFamily="18" charset="0"/>
                  </a:rPr>
                  <a:t>𝐵𝑖𝑛𝑜𝑚𝑖𝑎𝑙(</a:t>
                </a:r>
                <a:r>
                  <a:rPr lang="en-US" i="0" dirty="0" err="1">
                    <a:latin typeface="Cambria Math" panose="02040503050406030204" pitchFamily="18" charset="0"/>
                  </a:rPr>
                  <a:t>𝑧∣</a:t>
                </a:r>
                <a14:m xmlns:a14="http://schemas.microsoft.com/office/drawing/2010/main"/>
              </a:p>
            </p:txBody>
          </p:sp>
        </mc:Fallback>
      </mc:AlternateContent>
      <p:sp>
        <p:nvSpPr>
          <p:cNvPr id="4" name="מציין מיקום של מספר שקופית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A96E01F-8DBD-4634-ACB5-33D503B64F6E}" type="slidenum">
              <a:rPr lang="LID4096" smtClean="0"/>
              <a:pPr/>
              <a:t>8</a:t>
            </a:fld>
            <a:endParaRPr lang="LID4096" dirty="0"/>
          </a:p>
        </p:txBody>
      </p:sp>
    </p:spTree>
    <p:extLst>
      <p:ext uri="{BB962C8B-B14F-4D97-AF65-F5344CB8AC3E}">
        <p14:creationId xmlns:p14="http://schemas.microsoft.com/office/powerpoint/2010/main" val="121800065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ACE846-1038-664D-E4B3-05F287C497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CB19EAE-9ABD-2050-0003-7DCCEB295E0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B4A74D9-26D2-5F5D-0BAF-F4BEB164857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LID4096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961FD18-7B42-977C-47F9-93B7D09BC91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A96E01F-8DBD-4634-ACB5-33D503B64F6E}" type="slidenum">
              <a:rPr lang="LID4096" smtClean="0"/>
              <a:t>9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86020268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E26AB7-6DC0-678E-FEC3-88229ABE98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FDF371F-C94A-2B69-A60B-02EF8F10692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BCA6556-C03A-58A6-96FA-5B1E80500CD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We’ll learn more about line 4 later on.</a:t>
            </a:r>
            <a:endParaRPr lang="LID4096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736CACA-535E-3ADE-EAB3-527256A243B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A96E01F-8DBD-4634-ACB5-33D503B64F6E}" type="slidenum">
              <a:rPr lang="LID4096" smtClean="0"/>
              <a:t>10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371485954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9FB4BC-10A1-629D-9CE5-0D65D79D95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DE99E62-F24C-DC52-712C-335FA6990E7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5F6D487-3C08-B739-3CA2-82DA48ECABA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LID4096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851F4C5-69BC-19EF-73AF-87F8E350763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A96E01F-8DBD-4634-ACB5-33D503B64F6E}" type="slidenum">
              <a:rPr lang="LID4096" smtClean="0"/>
              <a:t>11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329304096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A227EC-4EC2-AC74-151C-AEA13CA9BA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7702940-8F7E-4334-C63C-0DBD44D7547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AD6B18F-F85E-10CC-F91C-2A9DFC57264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LID4096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974CB08-2EC5-4635-A342-D2A66ACF646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A96E01F-8DBD-4634-ACB5-33D503B64F6E}" type="slidenum">
              <a:rPr lang="LID4096" smtClean="0"/>
              <a:t>12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70087832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BF182C-FC5C-5C91-74B6-6D15F162A2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C39AFC6-322A-8677-65ED-ED4B07E8AF6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F1E8A70-1799-F82E-27AE-4F1244A6B35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LID4096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3CD9148-E531-420A-C276-8A5D5B7255E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A96E01F-8DBD-4634-ACB5-33D503B64F6E}" type="slidenum">
              <a:rPr lang="LID4096" smtClean="0"/>
              <a:t>13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7255881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1EF4B5-A15D-A4CF-2850-D520288CF5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A89653C-4B2C-8932-F009-82EE6C2A300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970BB0B-BA23-ACEC-8C81-BBF24229CD4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LID4096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04C4CFC-A851-5DD2-C2DE-3CD382E7EEF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A96E01F-8DBD-4634-ACB5-33D503B64F6E}" type="slidenum">
              <a:rPr lang="LID4096" smtClean="0"/>
              <a:t>14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34736481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C9CE76-9BBF-74FF-F898-5EA07C5A04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05022E2-B573-D0C0-7825-501CF6279D7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5DB468A-6344-A97C-7E4B-BB0C800FB60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We’ll learn more about line 4 later on.</a:t>
            </a:r>
            <a:endParaRPr lang="LID4096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2B959A9-DD2B-7579-C2EE-468E78D8CF7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A96E01F-8DBD-4634-ACB5-33D503B64F6E}" type="slidenum">
              <a:rPr lang="LID4096" smtClean="0"/>
              <a:t>15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64135331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C8E15E-3DF7-FBCD-E530-E761B5CB03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7E64148-B246-23EB-5506-078E115DD9E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7B38495-DCFC-0E50-BE3D-74103938498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Make sure to add these from now on </a:t>
            </a:r>
            <a:endParaRPr lang="LID4096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8757479-5117-1813-F45E-4DB1E0CA844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A96E01F-8DBD-4634-ACB5-33D503B64F6E}" type="slidenum">
              <a:rPr lang="LID4096" smtClean="0"/>
              <a:t>16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9707938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EF41DE-E196-67BB-95FD-2B126DD1E9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3CA2F06-82AC-5551-99FC-4E4D6E3F0C2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2A43343-372E-DAAB-5C0A-71B9D4624E3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LID4096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081B2E1-FA6F-8B30-2B88-D7A695965F4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A96E01F-8DBD-4634-ACB5-33D503B64F6E}" type="slidenum">
              <a:rPr lang="LID4096" smtClean="0"/>
              <a:t>17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721933653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F85256-8F86-1F52-F023-371EA4532F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7A8608A-F192-89EE-BF7B-732D10A8665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F1743E9-3424-0455-3FE7-2A03E88C226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Optional but recommended </a:t>
            </a:r>
            <a:endParaRPr lang="LID4096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2F7E5D3-5BE2-27CE-34DE-12B0196D5A4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A96E01F-8DBD-4634-ACB5-33D503B64F6E}" type="slidenum">
              <a:rPr lang="LID4096" smtClean="0"/>
              <a:t>18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3664649053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96BF87-15AB-9DB2-6E2C-859FE65727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D49AB4B-38B3-A4E1-06FA-EA40C223AEA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6ED4B50-F233-12D6-C92B-D3592032FD8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Xarray</a:t>
            </a:r>
            <a:r>
              <a:rPr lang="en-US" dirty="0"/>
              <a:t> object - 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David" panose="020E0502060401010101" pitchFamily="34" charset="-79"/>
                <a:ea typeface="+mn-ea"/>
                <a:cs typeface="+mn-cs"/>
              </a:rPr>
              <a:t>labelled multi-dimensional arrays in Python</a:t>
            </a:r>
            <a:endParaRPr lang="LID4096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C21BE48-F7A5-8A2B-17B3-BFDF09AA35D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A96E01F-8DBD-4634-ACB5-33D503B64F6E}" type="slidenum">
              <a:rPr lang="LID4096" smtClean="0"/>
              <a:t>22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959023794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E2203B-320E-ADC1-EA1B-CAD7AA7CE0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33B3616-A44F-95D0-CC6F-D0323BF80F9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4FB9FD5-AEED-1F07-A174-938C31DDC54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LID4096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B11D6CD-AAEA-2D09-0976-25BA2C2AA10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A96E01F-8DBD-4634-ACB5-33D503B64F6E}" type="slidenum">
              <a:rPr lang="LID4096" smtClean="0"/>
              <a:t>23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4147727969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935ABB-1A61-820E-57B1-7CBD1A3031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B916413-DBDA-E8E3-180B-0D14A60671D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ABD0B6F-700A-F2C0-B3D3-A4193EC07E2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LID4096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6ECFA83-238F-9C9B-FDD5-CE8291263C0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A96E01F-8DBD-4634-ACB5-33D503B64F6E}" type="slidenum">
              <a:rPr lang="LID4096" smtClean="0"/>
              <a:t>24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983691815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B98932-0867-7CCE-49C6-CEFD89FF79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C778244-0BD1-02D9-FF63-5815198E058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ED715E7-0E9F-5DF9-24B8-0F21834E0DC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LID4096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5975C0B-A8F9-E1CE-639A-142A9838F1E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A96E01F-8DBD-4634-ACB5-33D503B64F6E}" type="slidenum">
              <a:rPr lang="LID4096" smtClean="0"/>
              <a:t>25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661091610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21BB48-141E-F071-5189-CD8A7D34FC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E5C955F-EDC4-0F28-6980-B9D22EE47FA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D58A5E0-AE6B-C2A8-F2AC-6483DF857EC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>
              <a:buNone/>
            </a:pPr>
            <a:r>
              <a:rPr lang="en-GB" sz="1800" dirty="0">
                <a:effectLst/>
                <a:latin typeface="Calibri" panose="020F0502020204030204" pitchFamily="34" charset="0"/>
              </a:rPr>
              <a:t>Every chain needs to be trained.</a:t>
            </a:r>
          </a:p>
          <a:p>
            <a:pPr marL="0" marR="0">
              <a:buNone/>
            </a:pPr>
            <a:r>
              <a:rPr lang="en-GB" sz="1800" dirty="0">
                <a:effectLst/>
                <a:latin typeface="Calibri" panose="020F0502020204030204" pitchFamily="34" charset="0"/>
              </a:rPr>
              <a:t>Using more than 3-4 chains is a waste.</a:t>
            </a:r>
          </a:p>
          <a:p>
            <a:pPr marL="0" marR="0">
              <a:buNone/>
            </a:pPr>
            <a:r>
              <a:rPr lang="en-GB" sz="1800" dirty="0">
                <a:effectLst/>
                <a:latin typeface="Calibri" panose="020F0502020204030204" pitchFamily="34" charset="0"/>
              </a:rPr>
              <a:t>2 – can’t tell if a chain is messed up or if the sampling is. </a:t>
            </a:r>
          </a:p>
          <a:p>
            <a:pPr marL="0" marR="0"/>
            <a:r>
              <a:rPr lang="en-GB" sz="1800" dirty="0" err="1">
                <a:effectLst/>
                <a:latin typeface="Calibri" panose="020F0502020204030204" pitchFamily="34" charset="0"/>
              </a:rPr>
              <a:t>Tradeoff</a:t>
            </a:r>
            <a:r>
              <a:rPr lang="en-GB" sz="1800" dirty="0">
                <a:effectLst/>
                <a:latin typeface="Calibri" panose="020F0502020204030204" pitchFamily="34" charset="0"/>
              </a:rPr>
              <a:t> between sample efficiency and how well you can evaluate how good your sampling is.</a:t>
            </a:r>
          </a:p>
          <a:p>
            <a:pPr marL="0" marR="0"/>
            <a:endParaRPr lang="en-GB" sz="1800" dirty="0">
              <a:effectLst/>
              <a:latin typeface="Calibri" panose="020F0502020204030204" pitchFamily="34" charset="0"/>
            </a:endParaRPr>
          </a:p>
          <a:p>
            <a:pPr marL="0" marR="0"/>
            <a:r>
              <a:rPr lang="en-GB" sz="1800" dirty="0">
                <a:effectLst/>
                <a:latin typeface="Calibri" panose="020F0502020204030204" pitchFamily="34" charset="0"/>
              </a:rPr>
              <a:t>The right graph – the samples we got for each chain in the order we got them</a:t>
            </a:r>
          </a:p>
          <a:p>
            <a:endParaRPr lang="LID4096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8644062-DF7E-8FE6-2405-41F4F2DA164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A96E01F-8DBD-4634-ACB5-33D503B64F6E}" type="slidenum">
              <a:rPr lang="LID4096" smtClean="0"/>
              <a:t>26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523958432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5933AF-19F7-A4EE-8229-8F38465922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0E801C5-79B5-9403-BA11-53C5FAD0C43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2C55A1F-5F5D-0D22-0874-97455A2C514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LID4096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3EBF700-7C58-730F-C427-F06B307B5D7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A96E01F-8DBD-4634-ACB5-33D503B64F6E}" type="slidenum">
              <a:rPr lang="LID4096" smtClean="0"/>
              <a:t>27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252685718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DAB000-D452-8E49-4C94-958F175724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ED6DF98-15E4-CCB4-D0CE-9CF85D474BD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C145AA4-8906-D311-3938-148212B4008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LID4096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0417DA8-00AB-52E9-AC30-5C1B58B9BED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A96E01F-8DBD-4634-ACB5-33D503B64F6E}" type="slidenum">
              <a:rPr lang="LID4096" smtClean="0"/>
              <a:t>28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4217207082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2A6217-3378-E33D-56CD-0DC649F24F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25AC0CE-1660-553C-3E06-C4BDF45ED12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90506A1-79E0-4CA7-E012-64DBDA37B16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LID4096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8885B35-9784-579A-D150-A8AC47B75C2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A96E01F-8DBD-4634-ACB5-33D503B64F6E}" type="slidenum">
              <a:rPr lang="LID4096" smtClean="0"/>
              <a:t>29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297743114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44F01E-54D7-EEDB-5035-E5C821624F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F03CE3B-1D22-62C9-EA72-91FE3901EB9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DA1D3E2-217F-C4E5-CEA8-42B9AF8F417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LID4096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EC95C76-1D81-4AB5-7658-4C34B1C5D29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A96E01F-8DBD-4634-ACB5-33D503B64F6E}" type="slidenum">
              <a:rPr lang="LID4096" smtClean="0"/>
              <a:t>30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3536769142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8A2C15-7EAF-F56B-C31F-6955A7C4EB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FF367D4-9130-E917-DD29-FFCCEFF2925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AD8FD06-67DE-D9C8-8FD5-9425BF519FA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LID4096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A488ED0-5C91-0C44-D0BE-97FCC2082FF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A96E01F-8DBD-4634-ACB5-33D503B64F6E}" type="slidenum">
              <a:rPr lang="LID4096" smtClean="0"/>
              <a:t>32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608156487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0D486B-E575-3604-A26E-4277CD5D72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489825C-459D-918D-8A5D-562D8CDDFED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5AE51E4-012C-8894-7726-31400913F75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LID4096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1426BD4-A6BA-1745-B467-37FDFF0EDB3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A96E01F-8DBD-4634-ACB5-33D503B64F6E}" type="slidenum">
              <a:rPr lang="LID4096" smtClean="0"/>
              <a:t>33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97020593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73665A-C71D-B481-3545-FC0B117E73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14EA4A3-FDBB-2C0A-5045-D1AF252471B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BD5E50B-E6ED-35F9-207D-24E3B54161A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LID4096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A6778C7-E893-F76B-0B91-E4AB2625673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A96E01F-8DBD-4634-ACB5-33D503B64F6E}" type="slidenum">
              <a:rPr lang="LID4096" smtClean="0"/>
              <a:t>34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707821480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300E25-0B17-2C35-9B1E-DB660C0CD1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61FCD12-99B9-79B5-71EA-FBB0D36B88C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7C22DB5-4B3C-4726-6E16-F75A94CBBEB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LID4096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736C5AE-276B-63CE-8641-EC034CFE88F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A96E01F-8DBD-4634-ACB5-33D503B64F6E}" type="slidenum">
              <a:rPr lang="LID4096" smtClean="0"/>
              <a:t>35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4269821155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E130BD-C57E-970B-361B-EA20D3EBBE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02DFDFA-BC00-6AF0-395E-5B0F82965AA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DABCBEB-E24F-519A-0B33-2698B08E5B3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LID4096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4FC31C8-83FB-2CCB-A31A-0EA3BE0B234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A96E01F-8DBD-4634-ACB5-33D503B64F6E}" type="slidenum">
              <a:rPr lang="LID4096" smtClean="0"/>
              <a:t>36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56978466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DE196A-19B6-9D6E-7010-87E700DFD3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C53A71D-B9F9-E8CD-DEE5-747635CBD98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B28FBBB-6F2A-B1B9-5A41-16DF76E8616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LID4096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D93B874-561E-5DBB-2296-36A0EAFF8BB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A96E01F-8DBD-4634-ACB5-33D503B64F6E}" type="slidenum">
              <a:rPr lang="LID4096" smtClean="0"/>
              <a:t>37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866471363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תמונת שקופית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מציין מיקום של הערות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Also exist in Bayesian statistics </a:t>
            </a:r>
            <a:endParaRPr lang="he-IL" dirty="0"/>
          </a:p>
        </p:txBody>
      </p:sp>
      <p:sp>
        <p:nvSpPr>
          <p:cNvPr id="4" name="מציין מיקום של מספר שקופית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A96E01F-8DBD-4634-ACB5-33D503B64F6E}" type="slidenum">
              <a:rPr lang="LID4096" smtClean="0"/>
              <a:pPr/>
              <a:t>40</a:t>
            </a:fld>
            <a:endParaRPr lang="LID4096" dirty="0"/>
          </a:p>
        </p:txBody>
      </p:sp>
    </p:spTree>
    <p:extLst>
      <p:ext uri="{BB962C8B-B14F-4D97-AF65-F5344CB8AC3E}">
        <p14:creationId xmlns:p14="http://schemas.microsoft.com/office/powerpoint/2010/main" val="1744652398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B9A498-E7ED-584F-0FF9-E17F993B4B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תמונת שקופית 1">
            <a:extLst>
              <a:ext uri="{FF2B5EF4-FFF2-40B4-BE49-F238E27FC236}">
                <a16:creationId xmlns:a16="http://schemas.microsoft.com/office/drawing/2014/main" id="{1DFC79B3-3792-BF66-B0F2-DA133B09063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מציין מיקום של הערות 2">
            <a:extLst>
              <a:ext uri="{FF2B5EF4-FFF2-40B4-BE49-F238E27FC236}">
                <a16:creationId xmlns:a16="http://schemas.microsoft.com/office/drawing/2014/main" id="{9FB90AF6-0D10-812F-B7C1-A3C937181D6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This means that MLE is the value of where the likelihood is at its highest — just like the mode of a probability density function is the point of its peak.</a:t>
            </a:r>
          </a:p>
          <a:p>
            <a:pPr algn="l" rtl="0"/>
            <a:endParaRPr lang="he-IL" dirty="0"/>
          </a:p>
        </p:txBody>
      </p:sp>
      <p:sp>
        <p:nvSpPr>
          <p:cNvPr id="4" name="מציין מיקום של מספר שקופית 3">
            <a:extLst>
              <a:ext uri="{FF2B5EF4-FFF2-40B4-BE49-F238E27FC236}">
                <a16:creationId xmlns:a16="http://schemas.microsoft.com/office/drawing/2014/main" id="{57AB47FA-5A1A-E346-FE00-7A8CE973527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A3F8A2A-03FC-48C8-9562-35D3D4B97255}" type="slidenum">
              <a:rPr lang="he-IL" smtClean="0"/>
              <a:t>43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923141604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0499E2-874D-F695-B230-5AB76D53BD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תמונת שקופית 1">
            <a:extLst>
              <a:ext uri="{FF2B5EF4-FFF2-40B4-BE49-F238E27FC236}">
                <a16:creationId xmlns:a16="http://schemas.microsoft.com/office/drawing/2014/main" id="{3D216D52-BB68-BE5E-BE77-3FDE25A065E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מציין מיקום של הערות 2">
            <a:extLst>
              <a:ext uri="{FF2B5EF4-FFF2-40B4-BE49-F238E27FC236}">
                <a16:creationId xmlns:a16="http://schemas.microsoft.com/office/drawing/2014/main" id="{F472FF8A-738F-CF23-FD56-4D566E70E1F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This means that MLE is the value of where the likelihood is at its highest — just like the mode of a probability density function is the point of its peak.</a:t>
            </a:r>
          </a:p>
          <a:p>
            <a:pPr algn="l" rtl="0"/>
            <a:endParaRPr lang="he-IL" dirty="0"/>
          </a:p>
        </p:txBody>
      </p:sp>
      <p:sp>
        <p:nvSpPr>
          <p:cNvPr id="4" name="מציין מיקום של מספר שקופית 3">
            <a:extLst>
              <a:ext uri="{FF2B5EF4-FFF2-40B4-BE49-F238E27FC236}">
                <a16:creationId xmlns:a16="http://schemas.microsoft.com/office/drawing/2014/main" id="{16532ACE-908B-A104-EE07-23AB87288BE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A3F8A2A-03FC-48C8-9562-35D3D4B97255}" type="slidenum">
              <a:rPr lang="he-IL" smtClean="0"/>
              <a:t>44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65950451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659869-8413-4983-988C-CE086DCE87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תמונת שקופית 1">
            <a:extLst>
              <a:ext uri="{FF2B5EF4-FFF2-40B4-BE49-F238E27FC236}">
                <a16:creationId xmlns:a16="http://schemas.microsoft.com/office/drawing/2014/main" id="{E026C092-4E8A-736C-9B7D-E7602C8553A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מציין מיקום של הערות 2">
            <a:extLst>
              <a:ext uri="{FF2B5EF4-FFF2-40B4-BE49-F238E27FC236}">
                <a16:creationId xmlns:a16="http://schemas.microsoft.com/office/drawing/2014/main" id="{2FA7DC72-E28C-F3AA-A4BD-EA11ED3A6D1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This means that MLE is the value of where the likelihood is at its highest — just like the mode of a probability density function is the point of its peak.</a:t>
            </a:r>
          </a:p>
          <a:p>
            <a:pPr algn="l" rtl="0"/>
            <a:endParaRPr lang="he-IL" dirty="0"/>
          </a:p>
        </p:txBody>
      </p:sp>
      <p:sp>
        <p:nvSpPr>
          <p:cNvPr id="4" name="מציין מיקום של מספר שקופית 3">
            <a:extLst>
              <a:ext uri="{FF2B5EF4-FFF2-40B4-BE49-F238E27FC236}">
                <a16:creationId xmlns:a16="http://schemas.microsoft.com/office/drawing/2014/main" id="{63A06FA6-B765-E7F8-83DC-C5667CE8CC9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A3F8A2A-03FC-48C8-9562-35D3D4B97255}" type="slidenum">
              <a:rPr lang="he-IL" smtClean="0"/>
              <a:t>45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728183350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38B4FC-EEF0-658E-7FEA-DCB617D189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תמונת שקופית 1">
            <a:extLst>
              <a:ext uri="{FF2B5EF4-FFF2-40B4-BE49-F238E27FC236}">
                <a16:creationId xmlns:a16="http://schemas.microsoft.com/office/drawing/2014/main" id="{6CFE49B8-0304-8AB0-F76B-199D593C80D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מציין מיקום של הערות 2">
            <a:extLst>
              <a:ext uri="{FF2B5EF4-FFF2-40B4-BE49-F238E27FC236}">
                <a16:creationId xmlns:a16="http://schemas.microsoft.com/office/drawing/2014/main" id="{9D8F43B9-F08F-C8A4-43D9-F4DAFAA08CC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 rtl="0"/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We use the </a:t>
            </a: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log-likelihood</a:t>
            </a:r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instead of the likelihood because it is </a:t>
            </a: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numerically stable, mathematically convenient, and gives the same MLE</a:t>
            </a:r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pPr algn="l" rtl="0"/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This is standard practice in both frequentist and Bayesian inference.</a:t>
            </a:r>
          </a:p>
          <a:p>
            <a:pPr algn="l" rtl="0"/>
            <a:endParaRPr lang="en-US" dirty="0"/>
          </a:p>
          <a:p>
            <a:pPr algn="l" rtl="0"/>
            <a:endParaRPr lang="en-US" dirty="0"/>
          </a:p>
          <a:p>
            <a:pPr algn="l" rtl="0"/>
            <a:endParaRPr lang="he-IL" dirty="0"/>
          </a:p>
        </p:txBody>
      </p:sp>
      <p:sp>
        <p:nvSpPr>
          <p:cNvPr id="4" name="מציין מיקום של מספר שקופית 3">
            <a:extLst>
              <a:ext uri="{FF2B5EF4-FFF2-40B4-BE49-F238E27FC236}">
                <a16:creationId xmlns:a16="http://schemas.microsoft.com/office/drawing/2014/main" id="{A63768E4-51C6-D299-4912-BFA91FF9151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A3F8A2A-03FC-48C8-9562-35D3D4B97255}" type="slidenum">
              <a:rPr lang="he-IL" smtClean="0"/>
              <a:t>46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551510869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E60ADD-4E23-FC3C-95BC-35A5A1C5DF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תמונת שקופית 1">
            <a:extLst>
              <a:ext uri="{FF2B5EF4-FFF2-40B4-BE49-F238E27FC236}">
                <a16:creationId xmlns:a16="http://schemas.microsoft.com/office/drawing/2014/main" id="{328503FA-C448-728C-DCF3-9C58CA2E907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מציין מיקום של הערות 2">
            <a:extLst>
              <a:ext uri="{FF2B5EF4-FFF2-40B4-BE49-F238E27FC236}">
                <a16:creationId xmlns:a16="http://schemas.microsoft.com/office/drawing/2014/main" id="{1C1B8165-1377-A574-3EAB-ABDAA26ED06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 rtl="0"/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We use the </a:t>
            </a: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log-likelihood</a:t>
            </a:r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instead of the likelihood because it is </a:t>
            </a: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numerically stable, mathematically convenient, and gives the same MLE</a:t>
            </a:r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pPr algn="l" rtl="0"/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This is standard practice in both frequentist and Bayesian inference.</a:t>
            </a:r>
          </a:p>
          <a:p>
            <a:pPr algn="l" rtl="0"/>
            <a:endParaRPr lang="en-US" dirty="0"/>
          </a:p>
          <a:p>
            <a:pPr algn="l" rtl="0"/>
            <a:endParaRPr lang="en-US" dirty="0"/>
          </a:p>
          <a:p>
            <a:pPr algn="l" rtl="0"/>
            <a:endParaRPr lang="he-IL" dirty="0"/>
          </a:p>
        </p:txBody>
      </p:sp>
      <p:sp>
        <p:nvSpPr>
          <p:cNvPr id="4" name="מציין מיקום של מספר שקופית 3">
            <a:extLst>
              <a:ext uri="{FF2B5EF4-FFF2-40B4-BE49-F238E27FC236}">
                <a16:creationId xmlns:a16="http://schemas.microsoft.com/office/drawing/2014/main" id="{A4F47AD9-6BF9-55C2-376E-AAAF96A0BDF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A3F8A2A-03FC-48C8-9562-35D3D4B97255}" type="slidenum">
              <a:rPr lang="he-IL" smtClean="0"/>
              <a:t>47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048312800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B596AE-59CD-0318-DD6C-865E86451C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תמונת שקופית 1">
            <a:extLst>
              <a:ext uri="{FF2B5EF4-FFF2-40B4-BE49-F238E27FC236}">
                <a16:creationId xmlns:a16="http://schemas.microsoft.com/office/drawing/2014/main" id="{975246CC-B31C-E8D2-A564-B6DA6057BAE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מציין מיקום של הערות 2">
            <a:extLst>
              <a:ext uri="{FF2B5EF4-FFF2-40B4-BE49-F238E27FC236}">
                <a16:creationId xmlns:a16="http://schemas.microsoft.com/office/drawing/2014/main" id="{0FCC0D15-74A5-5428-2A16-C28E5C4DA53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This means that MLE is the value of where the likelihood is at its highest - just like the mode of a probability density function is the point of its peak.</a:t>
            </a:r>
          </a:p>
          <a:p>
            <a:pPr algn="l" rtl="0"/>
            <a:endParaRPr lang="he-IL" dirty="0"/>
          </a:p>
        </p:txBody>
      </p:sp>
      <p:sp>
        <p:nvSpPr>
          <p:cNvPr id="4" name="מציין מיקום של מספר שקופית 3">
            <a:extLst>
              <a:ext uri="{FF2B5EF4-FFF2-40B4-BE49-F238E27FC236}">
                <a16:creationId xmlns:a16="http://schemas.microsoft.com/office/drawing/2014/main" id="{96A494DC-0FFB-C9F5-6D0F-C0FB6CB4C14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A3F8A2A-03FC-48C8-9562-35D3D4B97255}" type="slidenum">
              <a:rPr lang="he-IL" smtClean="0"/>
              <a:t>49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795734179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EBD79E-50CB-F616-4329-78FBADB729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תמונת שקופית 1">
            <a:extLst>
              <a:ext uri="{FF2B5EF4-FFF2-40B4-BE49-F238E27FC236}">
                <a16:creationId xmlns:a16="http://schemas.microsoft.com/office/drawing/2014/main" id="{B71371D1-EFEA-2518-1F84-7A163390476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מציין מיקום של הערות 2">
            <a:extLst>
              <a:ext uri="{FF2B5EF4-FFF2-40B4-BE49-F238E27FC236}">
                <a16:creationId xmlns:a16="http://schemas.microsoft.com/office/drawing/2014/main" id="{3DDA504D-CD92-4B00-F943-5B69762A538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 rtl="0"/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We use the </a:t>
            </a: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log-likelihood</a:t>
            </a:r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instead of the likelihood because it is </a:t>
            </a: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numerically stable, mathematically convenient, and gives the same MLE</a:t>
            </a:r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pPr algn="l" rtl="0"/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This is standard practice in both frequentist and Bayesian inference.</a:t>
            </a:r>
          </a:p>
          <a:p>
            <a:pPr algn="l" rtl="0"/>
            <a:endParaRPr lang="en-US" dirty="0"/>
          </a:p>
          <a:p>
            <a:pPr algn="l" rtl="0"/>
            <a:endParaRPr lang="en-US" dirty="0"/>
          </a:p>
          <a:p>
            <a:pPr algn="l" rtl="0"/>
            <a:endParaRPr lang="he-IL" dirty="0"/>
          </a:p>
        </p:txBody>
      </p:sp>
      <p:sp>
        <p:nvSpPr>
          <p:cNvPr id="4" name="מציין מיקום של מספר שקופית 3">
            <a:extLst>
              <a:ext uri="{FF2B5EF4-FFF2-40B4-BE49-F238E27FC236}">
                <a16:creationId xmlns:a16="http://schemas.microsoft.com/office/drawing/2014/main" id="{C29520CC-B917-B6BD-B5F0-EF43ED83398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A3F8A2A-03FC-48C8-9562-35D3D4B97255}" type="slidenum">
              <a:rPr lang="he-IL" smtClean="0"/>
              <a:t>50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563778055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תמונת שקופית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מציין מיקום של הערות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 rtl="0"/>
            <a:endParaRPr lang="he-IL" dirty="0"/>
          </a:p>
        </p:txBody>
      </p:sp>
      <p:sp>
        <p:nvSpPr>
          <p:cNvPr id="4" name="מציין מיקום של מספר שקופית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A3F8A2A-03FC-48C8-9562-35D3D4B97255}" type="slidenum">
              <a:rPr lang="he-IL" smtClean="0"/>
              <a:t>51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298533974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7DB537-CE88-C015-369C-81F3E95ECB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תמונת שקופית 1">
            <a:extLst>
              <a:ext uri="{FF2B5EF4-FFF2-40B4-BE49-F238E27FC236}">
                <a16:creationId xmlns:a16="http://schemas.microsoft.com/office/drawing/2014/main" id="{000721A3-98A8-05CF-D092-B0D5F9C5ECE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מציין מיקום של הערות 2">
            <a:extLst>
              <a:ext uri="{FF2B5EF4-FFF2-40B4-BE49-F238E27FC236}">
                <a16:creationId xmlns:a16="http://schemas.microsoft.com/office/drawing/2014/main" id="{D60A8C07-C59E-DF50-9018-13D28C9AE4C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 rtl="0"/>
            <a:r>
              <a:rPr lang="en-US" dirty="0"/>
              <a:t>A CI does </a:t>
            </a:r>
            <a:r>
              <a:rPr lang="en-US" b="1" dirty="0"/>
              <a:t>not</a:t>
            </a:r>
            <a:r>
              <a:rPr lang="en-US" dirty="0"/>
              <a:t> tell us the probability that the true value lies within the interval.</a:t>
            </a:r>
          </a:p>
          <a:p>
            <a:pPr algn="l" rtl="0"/>
            <a:r>
              <a:rPr lang="en-US" dirty="0"/>
              <a:t>Instead, it means: </a:t>
            </a:r>
            <a:r>
              <a:rPr lang="en-US" i="1" dirty="0"/>
              <a:t>If we repeat the experiment many times, approximately 95% of the computed intervals would contain the true value.</a:t>
            </a:r>
          </a:p>
          <a:p>
            <a:pPr algn="l" rtl="0"/>
            <a:endParaRPr lang="en-US" dirty="0"/>
          </a:p>
          <a:p>
            <a:pPr algn="l" rtl="0"/>
            <a:endParaRPr lang="he-IL" dirty="0"/>
          </a:p>
        </p:txBody>
      </p:sp>
      <p:sp>
        <p:nvSpPr>
          <p:cNvPr id="4" name="מציין מיקום של מספר שקופית 3">
            <a:extLst>
              <a:ext uri="{FF2B5EF4-FFF2-40B4-BE49-F238E27FC236}">
                <a16:creationId xmlns:a16="http://schemas.microsoft.com/office/drawing/2014/main" id="{73FCD49B-ED51-8420-DA73-FAC904F3952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A3F8A2A-03FC-48C8-9562-35D3D4B97255}" type="slidenum">
              <a:rPr lang="he-IL" smtClean="0"/>
              <a:t>53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492537708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תמונת שקופית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מציין מיקום של הערות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 rtl="0"/>
            <a:r>
              <a:rPr lang="en-US" dirty="0"/>
              <a:t>We don’t have to use two-sided CI, but it’s the most common</a:t>
            </a:r>
            <a:endParaRPr lang="he-IL" dirty="0"/>
          </a:p>
        </p:txBody>
      </p:sp>
      <p:sp>
        <p:nvSpPr>
          <p:cNvPr id="4" name="מציין מיקום של מספר שקופית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A3F8A2A-03FC-48C8-9562-35D3D4B97255}" type="slidenum">
              <a:rPr lang="he-IL" smtClean="0"/>
              <a:t>54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388586409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191DC3-6947-35D4-D308-D701C6F5F7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תמונת שקופית 1">
            <a:extLst>
              <a:ext uri="{FF2B5EF4-FFF2-40B4-BE49-F238E27FC236}">
                <a16:creationId xmlns:a16="http://schemas.microsoft.com/office/drawing/2014/main" id="{8EB1F364-ABBE-0E94-B8C5-45220F151BC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מציין מיקום של הערות 2">
                <a:extLst>
                  <a:ext uri="{FF2B5EF4-FFF2-40B4-BE49-F238E27FC236}">
                    <a16:creationId xmlns:a16="http://schemas.microsoft.com/office/drawing/2014/main" id="{E4170931-FCA2-043D-F848-B6F3B42A75A0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en-US" dirty="0"/>
                  <a:t>After collecting the data, we observe one value of this random variable, denoted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sz="1200" i="1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sSubPr>
                      <m:e>
                        <m:r>
                          <a:rPr lang="ar-AE" sz="1200" i="1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𝑦</m:t>
                        </m:r>
                      </m:e>
                      <m:sub>
                        <m:r>
                          <m:rPr>
                            <m:nor/>
                          </m:rPr>
                          <a:rPr lang="en-US" sz="1200" b="0" i="1" kern="1200">
                            <a:solidFill>
                              <a:schemeClr val="tx1"/>
                            </a:solidFill>
                            <a:latin typeface="David" panose="020E0502060401010101" pitchFamily="34" charset="-79"/>
                            <a:ea typeface="+mn-ea"/>
                            <a:cs typeface="+mn-cs"/>
                          </a:rPr>
                          <m:t>obs</m:t>
                        </m:r>
                      </m:sub>
                    </m:sSub>
                  </m:oMath>
                </a14:m>
                <a:r>
                  <a:rPr lang="ar-AE" dirty="0"/>
                  <a:t>. </a:t>
                </a:r>
                <a:r>
                  <a:rPr lang="en-US" dirty="0"/>
                  <a:t>In other words, we observed a specific number of successes.</a:t>
                </a:r>
              </a:p>
              <a:p>
                <a:r>
                  <a:rPr lang="en-US" dirty="0"/>
                  <a:t>The </a:t>
                </a:r>
                <a:r>
                  <a:rPr lang="en-US" b="1" dirty="0"/>
                  <a:t>lower tail</a:t>
                </a:r>
                <a:r>
                  <a:rPr lang="en-US" dirty="0"/>
                  <a:t> is the probability of getting a value less than or equal to the observed value, assuming a particular value of </a:t>
                </a:r>
                <a14:m>
                  <m:oMath xmlns:m="http://schemas.openxmlformats.org/officeDocument/2006/math">
                    <m:r>
                      <a:rPr lang="en-US" sz="1200" i="1" kern="12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𝜃</m:t>
                    </m:r>
                  </m:oMath>
                </a14:m>
                <a:r>
                  <a:rPr lang="en-US" dirty="0"/>
                  <a:t>. </a:t>
                </a:r>
                <a:endParaRPr lang="he-IL" dirty="0"/>
              </a:p>
              <a:p>
                <a:endParaRPr lang="en-US" dirty="0"/>
              </a:p>
              <a:p>
                <a:r>
                  <a:rPr lang="en-US" dirty="0"/>
                  <a:t>The </a:t>
                </a:r>
                <a:r>
                  <a:rPr lang="en-US" b="1" dirty="0"/>
                  <a:t>upper tail</a:t>
                </a:r>
                <a:r>
                  <a:rPr lang="en-US" dirty="0"/>
                  <a:t> is the probability of getting a value greater than or equal to the observed value, assuming a particular value of </a:t>
                </a:r>
                <a14:m>
                  <m:oMath xmlns:m="http://schemas.openxmlformats.org/officeDocument/2006/math">
                    <m:r>
                      <a:rPr lang="en-US" sz="1200" i="1" kern="12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𝜃</m:t>
                    </m:r>
                  </m:oMath>
                </a14:m>
                <a:r>
                  <a:rPr lang="en-US" dirty="0"/>
                  <a:t>. Since the Binomial distribution is discrete, this is calculated as one minus the probability of getting a value less than or equal to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sz="1200" i="1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sSubPr>
                      <m:e>
                        <m:r>
                          <a:rPr lang="ar-AE" sz="1200" i="1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𝑦</m:t>
                        </m:r>
                      </m:e>
                      <m:sub>
                        <m:r>
                          <m:rPr>
                            <m:nor/>
                          </m:rPr>
                          <a:rPr lang="en-US" sz="1200" b="0" i="1" kern="1200">
                            <a:solidFill>
                              <a:schemeClr val="tx1"/>
                            </a:solidFill>
                            <a:latin typeface="David" panose="020E0502060401010101" pitchFamily="34" charset="-79"/>
                            <a:ea typeface="+mn-ea"/>
                            <a:cs typeface="+mn-cs"/>
                          </a:rPr>
                          <m:t>obs</m:t>
                        </m:r>
                      </m:sub>
                    </m:sSub>
                    <m:r>
                      <a:rPr lang="ar-AE" sz="1200" b="0" i="0" kern="12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+mn-ea"/>
                        <a:cs typeface="+mn-cs"/>
                      </a:rPr>
                      <m:t>−</m:t>
                    </m:r>
                    <m:r>
                      <a:rPr lang="ar-AE" sz="1200" b="0" i="0" kern="12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+mn-ea"/>
                        <a:cs typeface="+mn-cs"/>
                      </a:rPr>
                      <m:t>1</m:t>
                    </m:r>
                  </m:oMath>
                </a14:m>
                <a:r>
                  <a:rPr lang="ar-AE" dirty="0"/>
                  <a:t>.</a:t>
                </a:r>
                <a:endParaRPr lang="he-IL" dirty="0"/>
              </a:p>
              <a:p>
                <a:endParaRPr lang="ar-AE" dirty="0"/>
              </a:p>
              <a:p>
                <a:r>
                  <a:rPr lang="en-US" dirty="0"/>
                  <a:t>Finally, the confidence interval keeps all values of </a:t>
                </a:r>
                <a14:m>
                  <m:oMath xmlns:m="http://schemas.openxmlformats.org/officeDocument/2006/math">
                    <m:r>
                      <a:rPr lang="en-US" sz="1200" i="1" kern="12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𝜃</m:t>
                    </m:r>
                  </m:oMath>
                </a14:m>
                <a:r>
                  <a:rPr lang="he-IL" dirty="0"/>
                  <a:t> </a:t>
                </a:r>
                <a:r>
                  <a:rPr lang="en-US" dirty="0"/>
                  <a:t>for which the observed result is not too extreme. Specifically, we keep values of </a:t>
                </a:r>
                <a14:m>
                  <m:oMath xmlns:m="http://schemas.openxmlformats.org/officeDocument/2006/math">
                    <m:r>
                      <a:rPr lang="en-US" sz="1200" i="1" kern="12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𝜃</m:t>
                    </m:r>
                  </m:oMath>
                </a14:m>
                <a:r>
                  <a:rPr lang="he-IL" dirty="0"/>
                  <a:t> </a:t>
                </a:r>
                <a:r>
                  <a:rPr lang="en-US" dirty="0"/>
                  <a:t>where both the lower tail and the upper tail are larger than </a:t>
                </a:r>
                <a14:m>
                  <m:oMath xmlns:m="http://schemas.openxmlformats.org/officeDocument/2006/math">
                    <m:r>
                      <a:rPr lang="en-US" sz="1200" i="1" kern="12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𝛼</m:t>
                    </m:r>
                    <m:r>
                      <a:rPr lang="en-US" sz="1200" i="0" kern="12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+mn-ea"/>
                        <a:cs typeface="+mn-cs"/>
                      </a:rPr>
                      <m:t>/</m:t>
                    </m:r>
                    <m:r>
                      <a:rPr lang="en-US" sz="1200" i="0" kern="12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+mn-ea"/>
                        <a:cs typeface="+mn-cs"/>
                      </a:rPr>
                      <m:t>2</m:t>
                    </m:r>
                  </m:oMath>
                </a14:m>
                <a:r>
                  <a:rPr lang="en-US" dirty="0"/>
                  <a:t>.</a:t>
                </a:r>
              </a:p>
              <a:p>
                <a:pPr algn="l" rtl="0"/>
                <a:endParaRPr lang="he-IL" dirty="0"/>
              </a:p>
            </p:txBody>
          </p:sp>
        </mc:Choice>
        <mc:Fallback xmlns="">
          <p:sp>
            <p:nvSpPr>
              <p:cNvPr id="3" name="מציין מיקום של הערות 2">
                <a:extLst>
                  <a:ext uri="{FF2B5EF4-FFF2-40B4-BE49-F238E27FC236}">
                    <a16:creationId xmlns:a16="http://schemas.microsoft.com/office/drawing/2014/main" id="{E4170931-FCA2-043D-F848-B6F3B42A75A0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 algn="l" rtl="0"/>
                <a:r>
                  <a:rPr lang="en-US" i="0">
                    <a:latin typeface="Cambria Math" panose="02040503050406030204" pitchFamily="18" charset="0"/>
                  </a:rPr>
                  <a:t>𝑥 ̅</a:t>
                </a:r>
                <a:r>
                  <a:rPr lang="en-US" b="0" i="0">
                    <a:latin typeface="Cambria Math" panose="02040503050406030204" pitchFamily="18" charset="0"/>
                  </a:rPr>
                  <a:t>  </a:t>
                </a:r>
                <a:r>
                  <a:rPr lang="en-US" dirty="0"/>
                  <a:t> =</a:t>
                </a:r>
                <a:r>
                  <a:rPr lang="en-US" baseline="0" dirty="0"/>
                  <a:t> sample mean</a:t>
                </a: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b="0" i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𝑍_(𝛼/2,𝑛−1)</a:t>
                </a:r>
                <a:r>
                  <a:rPr lang="en-US" baseline="0" dirty="0"/>
                  <a:t> = </a:t>
                </a:r>
                <a:r>
                  <a:rPr lang="en-US" dirty="0"/>
                  <a:t>is the critical value from the standard normal distribution with n-1 degrees of freedom </a:t>
                </a:r>
                <a:endParaRPr lang="en-US" baseline="0" dirty="0"/>
              </a:p>
              <a:p>
                <a:pPr algn="l" rtl="0"/>
                <a:r>
                  <a:rPr lang="en-US" dirty="0"/>
                  <a:t>S = sample std</a:t>
                </a:r>
              </a:p>
              <a:p>
                <a:pPr algn="l" rtl="0"/>
                <a:r>
                  <a:rPr lang="en-US" dirty="0"/>
                  <a:t>n = </a:t>
                </a:r>
                <a:endParaRPr lang="he-IL" dirty="0"/>
              </a:p>
            </p:txBody>
          </p:sp>
        </mc:Fallback>
      </mc:AlternateContent>
      <p:sp>
        <p:nvSpPr>
          <p:cNvPr id="4" name="מציין מיקום של מספר שקופית 3">
            <a:extLst>
              <a:ext uri="{FF2B5EF4-FFF2-40B4-BE49-F238E27FC236}">
                <a16:creationId xmlns:a16="http://schemas.microsoft.com/office/drawing/2014/main" id="{8276919F-6E47-113A-0CF6-6B4FD295AB2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A3F8A2A-03FC-48C8-9562-35D3D4B97255}" type="slidenum">
              <a:rPr lang="he-IL" smtClean="0"/>
              <a:t>55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205271424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F8EA00-0000-0017-3CAA-BC7852C8E6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תמונת שקופית 1">
            <a:extLst>
              <a:ext uri="{FF2B5EF4-FFF2-40B4-BE49-F238E27FC236}">
                <a16:creationId xmlns:a16="http://schemas.microsoft.com/office/drawing/2014/main" id="{48E26301-3725-4A35-AA8B-C7B74875BEF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מציין מיקום של הערות 2">
                <a:extLst>
                  <a:ext uri="{FF2B5EF4-FFF2-40B4-BE49-F238E27FC236}">
                    <a16:creationId xmlns:a16="http://schemas.microsoft.com/office/drawing/2014/main" id="{0C669CF2-3C39-A6AC-1AA4-2993F6A7BDA1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 algn="l" rtl="0"/>
                <a:r>
                  <a:rPr lang="en-US" dirty="0"/>
                  <a:t>we look for the values of </a:t>
                </a:r>
                <a14:m>
                  <m:oMath xmlns:m="http://schemas.openxmlformats.org/officeDocument/2006/math">
                    <m:r>
                      <a:rPr lang="en-US" sz="1200" i="1" kern="12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𝜃</m:t>
                    </m:r>
                  </m:oMath>
                </a14:m>
                <a:r>
                  <a:rPr lang="en-US" dirty="0"/>
                  <a:t>for which our observed data fall in the central part of the Binomial distribution, not in one of the extreme tails.</a:t>
                </a:r>
                <a:endParaRPr lang="he-IL" dirty="0"/>
              </a:p>
            </p:txBody>
          </p:sp>
        </mc:Choice>
        <mc:Fallback xmlns="">
          <p:sp>
            <p:nvSpPr>
              <p:cNvPr id="3" name="מציין מיקום של הערות 2">
                <a:extLst>
                  <a:ext uri="{FF2B5EF4-FFF2-40B4-BE49-F238E27FC236}">
                    <a16:creationId xmlns:a16="http://schemas.microsoft.com/office/drawing/2014/main" id="{E4170931-FCA2-043D-F848-B6F3B42A75A0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 algn="l" rtl="0"/>
                <a:r>
                  <a:rPr lang="en-US" i="0">
                    <a:latin typeface="Cambria Math" panose="02040503050406030204" pitchFamily="18" charset="0"/>
                  </a:rPr>
                  <a:t>𝑥 ̅</a:t>
                </a:r>
                <a:r>
                  <a:rPr lang="en-US" b="0" i="0">
                    <a:latin typeface="Cambria Math" panose="02040503050406030204" pitchFamily="18" charset="0"/>
                  </a:rPr>
                  <a:t>  </a:t>
                </a:r>
                <a:r>
                  <a:rPr lang="en-US" dirty="0"/>
                  <a:t> =</a:t>
                </a:r>
                <a:r>
                  <a:rPr lang="en-US" baseline="0" dirty="0"/>
                  <a:t> sample mean</a:t>
                </a: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b="0" i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𝑍_(𝛼/2,𝑛−1)</a:t>
                </a:r>
                <a:r>
                  <a:rPr lang="en-US" baseline="0" dirty="0"/>
                  <a:t> = </a:t>
                </a:r>
                <a:r>
                  <a:rPr lang="en-US" dirty="0"/>
                  <a:t>is the critical value from the standard normal distribution with n-1 degrees of freedom </a:t>
                </a:r>
                <a:endParaRPr lang="en-US" baseline="0" dirty="0"/>
              </a:p>
              <a:p>
                <a:pPr algn="l" rtl="0"/>
                <a:r>
                  <a:rPr lang="en-US" dirty="0"/>
                  <a:t>S = sample std</a:t>
                </a:r>
              </a:p>
              <a:p>
                <a:pPr algn="l" rtl="0"/>
                <a:r>
                  <a:rPr lang="en-US" dirty="0"/>
                  <a:t>n = </a:t>
                </a:r>
                <a:endParaRPr lang="he-IL" dirty="0"/>
              </a:p>
            </p:txBody>
          </p:sp>
        </mc:Fallback>
      </mc:AlternateContent>
      <p:sp>
        <p:nvSpPr>
          <p:cNvPr id="4" name="מציין מיקום של מספר שקופית 3">
            <a:extLst>
              <a:ext uri="{FF2B5EF4-FFF2-40B4-BE49-F238E27FC236}">
                <a16:creationId xmlns:a16="http://schemas.microsoft.com/office/drawing/2014/main" id="{4C6893E8-E749-0786-10E5-FBDD49198A0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A3F8A2A-03FC-48C8-9562-35D3D4B97255}" type="slidenum">
              <a:rPr lang="he-IL" smtClean="0"/>
              <a:t>56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935364805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תמונת שקופית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מציין מיקום של הערות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457200" marR="0" lvl="1" indent="0" algn="l" defTabSz="91440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This visualizes the frequentist interpretation: intervals either contain the true value or not, but across many repetitions, approximately 95% should.</a:t>
            </a:r>
            <a:endParaRPr lang="he-IL" dirty="0"/>
          </a:p>
          <a:p>
            <a:pPr lvl="1" algn="l"/>
            <a:endParaRPr lang="he-IL" dirty="0"/>
          </a:p>
        </p:txBody>
      </p:sp>
      <p:sp>
        <p:nvSpPr>
          <p:cNvPr id="4" name="מציין מיקום של מספר שקופית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A3F8A2A-03FC-48C8-9562-35D3D4B97255}" type="slidenum">
              <a:rPr lang="he-IL" smtClean="0"/>
              <a:t>57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77467966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65EA5D-9082-8B50-C2CB-8C194BFD4B6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LID4096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CC9C88C-53ED-A99C-164C-B66D55AA7BB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LID4096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A26CD88-4E86-62E8-F9AD-DFC2729313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EF945A-F9B1-477C-B0B2-BFE0DED01A78}" type="datetime1">
              <a:rPr lang="LID4096" smtClean="0"/>
              <a:t>05/05/2026</a:t>
            </a:fld>
            <a:endParaRPr lang="LID4096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F0ADA09-9293-FE46-C0B0-CBD283A83A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F793D30-9C24-C87C-DFA4-5634561296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796F57-8306-40D4-9229-37A3D19F0B5F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40864702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010CFB-94FB-899A-6F7D-9A3C4A8A8B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LID4096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2E0BF3-E866-B2F5-FD7E-348E477E13D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LID4096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90DACFE-DF7A-E74F-415E-167982C620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217E77-D9EE-4C38-ABFD-1E167D25404A}" type="datetime1">
              <a:rPr lang="LID4096" smtClean="0"/>
              <a:t>05/05/2026</a:t>
            </a:fld>
            <a:endParaRPr lang="LID4096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9D1DAD7-B6E6-BD5E-1DD8-D78C33883D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824AA16-39B0-9A68-3C40-9FB0740E7C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796F57-8306-40D4-9229-37A3D19F0B5F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72752731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5AF091-154E-BD2F-E6AF-24575C5C10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LID4096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D30A529-131C-E126-2116-183280C605E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387E6FB-66D8-D724-6038-8731456D28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80EABB-A201-4983-A941-040CD200CF34}" type="datetime1">
              <a:rPr lang="LID4096" smtClean="0"/>
              <a:t>05/05/2026</a:t>
            </a:fld>
            <a:endParaRPr lang="LID4096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7461F62-D767-ECE0-D357-3FC63E0DA8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9E35B5C-E7C6-6119-7A96-6532F1355E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796F57-8306-40D4-9229-37A3D19F0B5F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44393188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7E0956-058F-808E-39B3-AA05081C1D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LID4096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7D539F-FC59-B6A8-994C-189EA266EF7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LID4096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2EEC07F-1177-2E70-8082-C6B81DCB56C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LID4096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B0D3672-7429-CD91-0DF7-0020375CF3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F942C4-2484-4A7D-8DE8-716C1CFAC2BA}" type="datetime1">
              <a:rPr lang="LID4096" smtClean="0"/>
              <a:t>05/05/2026</a:t>
            </a:fld>
            <a:endParaRPr lang="LID4096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EDC6F78-6047-887B-93E7-6ED4BE9A53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0286C30-618F-19F9-5F37-6C51000705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796F57-8306-40D4-9229-37A3D19F0B5F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304777976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2B4DE0-356D-7E84-2F9A-7595780A9A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LID4096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A1A16DA-9440-95C9-5EA8-C18E3A72080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970D21E-2B31-F453-41BD-10E3D4543C0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LID4096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F39BC02-5B4E-D0BC-0398-7D98F72B943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BF1F848-E9CF-B18E-89BB-FFF72B6A03A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LID4096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D9775C7-FF66-2F68-1764-3541D01661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A0AF5D-6B7E-4400-B5C1-6ED5F06D234C}" type="datetime1">
              <a:rPr lang="LID4096" smtClean="0"/>
              <a:t>05/05/2026</a:t>
            </a:fld>
            <a:endParaRPr lang="LID4096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006387B-F658-E383-3DDD-5173623940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A547C07-7FA3-5181-F7D5-350F664B29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796F57-8306-40D4-9229-37A3D19F0B5F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03164742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43B1F1-2E4A-EC20-A9C4-FCDC8032BC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LID4096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54B357B-0C70-4B99-CB46-FF5645FF57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ED150F-2913-44AD-B92A-1880E741E0D4}" type="datetime1">
              <a:rPr lang="LID4096" smtClean="0"/>
              <a:t>05/05/2026</a:t>
            </a:fld>
            <a:endParaRPr lang="LID4096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7ED5F11-06CC-4FF6-9800-04C1B0E2AB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94389A5-4ECD-C6CC-4A14-43DC50F22E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796F57-8306-40D4-9229-37A3D19F0B5F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09963236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A6836A7-1230-5AD4-53EE-6E4296E942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B71AA3-5A30-4FA5-ADC5-E1562893FFB6}" type="datetime1">
              <a:rPr lang="LID4096" smtClean="0"/>
              <a:t>05/05/2026</a:t>
            </a:fld>
            <a:endParaRPr lang="LID4096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D107943-AA07-9089-464A-38817EF5CB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EA56913-7FC4-3665-8713-755BF97D0C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796F57-8306-40D4-9229-37A3D19F0B5F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4012544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1949A5-878A-277C-9979-9DC703922D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LID4096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BC887C-0D58-9B79-85C8-AE5DCC7F533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LID4096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F5C2B4D-C2F4-8F81-F8E3-1A5936C0EFF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6F12F21-6FE5-F6B9-BD8B-61163D6253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A44995-508A-481C-A9E7-13251F4718D9}" type="datetime1">
              <a:rPr lang="LID4096" smtClean="0"/>
              <a:t>05/05/2026</a:t>
            </a:fld>
            <a:endParaRPr lang="LID4096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079CE8D-FC36-FDC9-E949-C7AD84812B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19B04B8-2DBC-7977-E013-9BE99308AA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796F57-8306-40D4-9229-37A3D19F0B5F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28006487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D31D25-6DEF-30A7-C4A7-F013C7BA75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LID4096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488D0D1-CCA5-7875-975C-A4E57510645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LID4096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0A41E8B-7D75-71E4-9599-229536A611E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D881348-4474-AC3F-8AEC-E257F9A3CC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647A35-D6CE-40EA-BDB2-758534EDF522}" type="datetime1">
              <a:rPr lang="LID4096" smtClean="0"/>
              <a:t>05/05/2026</a:t>
            </a:fld>
            <a:endParaRPr lang="LID4096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648FC70-F32D-DB5F-9508-06B2C30CEE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0A057F1-3FB9-9772-AB8C-CD2D96A421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796F57-8306-40D4-9229-37A3D19F0B5F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74428303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54AD82-967C-F3DB-D7BA-ADE3A341EB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LID4096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32AB70C-A54D-DF29-D2F0-D190B6F55E3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LID4096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7BDA0C6-CAD8-C40A-2BE3-A48F20CEB6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BB5621-8B99-49EA-A8B3-95F693B287EA}" type="datetime1">
              <a:rPr lang="LID4096" smtClean="0"/>
              <a:t>05/05/2026</a:t>
            </a:fld>
            <a:endParaRPr lang="LID4096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2E9214B-0371-2E01-3ABB-7924107A8D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9C49898-8164-C09F-3C10-7262D72987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796F57-8306-40D4-9229-37A3D19F0B5F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72049969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22DA5A9-50BD-759F-AE0C-329A5658387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LID4096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DDEC2BF-3CDE-D7BA-2BD3-9F66DF6E765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LID4096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A93F827-D925-D561-3543-1E5ECC35F1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27CAA1-6618-48D3-B370-E5851287EEFC}" type="datetime1">
              <a:rPr lang="LID4096" smtClean="0"/>
              <a:t>05/05/2026</a:t>
            </a:fld>
            <a:endParaRPr lang="LID4096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795F0B3-735C-EECF-DC2D-7C30967383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795D63A-E7FF-CB05-AB0C-B6BA7A05AC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796F57-8306-40D4-9229-37A3D19F0B5F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16079220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CF00A38-8196-1EF1-2634-123CD66B73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 dirty="0"/>
              <a:t>Click to edit Master title style</a:t>
            </a:r>
            <a:endParaRPr lang="LID4096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F04DE0E-D934-E8BE-B56A-B045D2F3F76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LID4096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A8EB8E1-28F4-B938-9A4F-0FDD1790768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  <a:latin typeface="David" panose="020E0502060401010101" pitchFamily="34" charset="-79"/>
              </a:defRPr>
            </a:lvl1pPr>
          </a:lstStyle>
          <a:p>
            <a:fld id="{49174A1A-C10B-4B8F-993E-CD7A60EC8BB3}" type="datetime1">
              <a:rPr lang="LID4096" smtClean="0"/>
              <a:t>05/05/2026</a:t>
            </a:fld>
            <a:endParaRPr lang="LID4096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83B577B-D1AC-D180-B6E4-A6FBD9215F7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  <a:latin typeface="David" panose="020E0502060401010101" pitchFamily="34" charset="-79"/>
              </a:defRPr>
            </a:lvl1pPr>
          </a:lstStyle>
          <a:p>
            <a:endParaRPr lang="LID4096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0825EEA-DA44-8179-BA57-C77D0A793F3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  <a:latin typeface="David" panose="020E0502060401010101" pitchFamily="34" charset="-79"/>
              </a:defRPr>
            </a:lvl1pPr>
          </a:lstStyle>
          <a:p>
            <a:fld id="{B6796F57-8306-40D4-9229-37A3D19F0B5F}" type="slidenum">
              <a:rPr lang="LID4096" smtClean="0"/>
              <a:pPr/>
              <a:t>‹#›</a:t>
            </a:fld>
            <a:endParaRPr lang="LID4096" dirty="0"/>
          </a:p>
        </p:txBody>
      </p:sp>
    </p:spTree>
    <p:extLst>
      <p:ext uri="{BB962C8B-B14F-4D97-AF65-F5344CB8AC3E}">
        <p14:creationId xmlns:p14="http://schemas.microsoft.com/office/powerpoint/2010/main" val="25572700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David" panose="020E0502060401010101" pitchFamily="34" charset="-79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David" panose="020E0502060401010101" pitchFamily="34" charset="-79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David" panose="020E0502060401010101" pitchFamily="34" charset="-79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David" panose="020E0502060401010101" pitchFamily="34" charset="-79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David" panose="020E0502060401010101" pitchFamily="34" charset="-79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David" panose="020E0502060401010101" pitchFamily="34" charset="-79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LID4096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sv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pymc.io/welcome.html" TargetMode="Externa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.svg"/><Relationship Id="rId4" Type="http://schemas.openxmlformats.org/officeDocument/2006/relationships/image" Target="../media/image3.wmf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.png"/><Relationship Id="rId4" Type="http://schemas.openxmlformats.org/officeDocument/2006/relationships/image" Target="../media/image1.sv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.png"/><Relationship Id="rId4" Type="http://schemas.openxmlformats.org/officeDocument/2006/relationships/image" Target="../media/image1.sv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0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3.png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6.png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0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9.png"/><Relationship Id="rId4" Type="http://schemas.openxmlformats.org/officeDocument/2006/relationships/image" Target="../media/image28.png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0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4.png"/><Relationship Id="rId5" Type="http://schemas.openxmlformats.org/officeDocument/2006/relationships/image" Target="../media/image33.png"/><Relationship Id="rId4" Type="http://schemas.openxmlformats.org/officeDocument/2006/relationships/image" Target="../media/image32.png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7.png"/><Relationship Id="rId4" Type="http://schemas.openxmlformats.org/officeDocument/2006/relationships/image" Target="../media/image36.png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1.png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0.pn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2.png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2.png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7.png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739AA4-DC6F-AC25-85E9-23B70AA841D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415332"/>
            <a:ext cx="9144000" cy="1267695"/>
          </a:xfrm>
        </p:spPr>
        <p:txBody>
          <a:bodyPr/>
          <a:lstStyle/>
          <a:p>
            <a:r>
              <a:rPr lang="en-US" dirty="0"/>
              <a:t>Tutorial 3</a:t>
            </a:r>
            <a:endParaRPr lang="LID4096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6ABFF89-9CAA-78A3-9827-25C0441AF86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Statistical Computation and Analysis</a:t>
            </a:r>
          </a:p>
          <a:p>
            <a:r>
              <a:rPr lang="en-US" dirty="0"/>
              <a:t>Spring 2026</a:t>
            </a:r>
            <a:endParaRPr lang="LID4096" dirty="0"/>
          </a:p>
        </p:txBody>
      </p:sp>
      <p:sp>
        <p:nvSpPr>
          <p:cNvPr id="4" name="מציין מיקום של מספר שקופית 3">
            <a:extLst>
              <a:ext uri="{FF2B5EF4-FFF2-40B4-BE49-F238E27FC236}">
                <a16:creationId xmlns:a16="http://schemas.microsoft.com/office/drawing/2014/main" id="{5A626382-5653-EECD-4173-5FECADC559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796F57-8306-40D4-9229-37A3D19F0B5F}" type="slidenum">
              <a:rPr lang="LID4096" smtClean="0"/>
              <a:t>1</a:t>
            </a:fld>
            <a:endParaRPr lang="LID4096" dirty="0"/>
          </a:p>
        </p:txBody>
      </p:sp>
    </p:spTree>
    <p:extLst>
      <p:ext uri="{BB962C8B-B14F-4D97-AF65-F5344CB8AC3E}">
        <p14:creationId xmlns:p14="http://schemas.microsoft.com/office/powerpoint/2010/main" val="163377767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E61A04-C626-C5E4-A3C2-591358CD94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0997"/>
            <a:ext cx="10515600" cy="1325563"/>
          </a:xfrm>
        </p:spPr>
        <p:txBody>
          <a:bodyPr/>
          <a:lstStyle/>
          <a:p>
            <a:r>
              <a:rPr lang="en-US" dirty="0"/>
              <a:t>Tutorial Outline</a:t>
            </a:r>
            <a:endParaRPr lang="LID4096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20153A-0E02-CB25-A797-F3303E23640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42770"/>
            <a:ext cx="10515600" cy="5378705"/>
          </a:xfrm>
        </p:spPr>
        <p:txBody>
          <a:bodyPr>
            <a:normAutofit lnSpcReduction="10000"/>
          </a:bodyPr>
          <a:lstStyle/>
          <a:p>
            <a:pPr>
              <a:lnSpc>
                <a:spcPct val="150000"/>
              </a:lnSpc>
            </a:pPr>
            <a:r>
              <a:rPr lang="en-US" sz="24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Graphical models</a:t>
            </a:r>
          </a:p>
          <a:p>
            <a:pPr>
              <a:lnSpc>
                <a:spcPct val="150000"/>
              </a:lnSpc>
            </a:pPr>
            <a:r>
              <a:rPr lang="en-US" sz="24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Probabilistic programming languages – </a:t>
            </a:r>
            <a:r>
              <a:rPr lang="en-US" sz="2400" dirty="0" err="1">
                <a:latin typeface="Source Sans Pro" panose="020B0503030403020204" pitchFamily="34" charset="0"/>
                <a:ea typeface="Source Sans Pro" panose="020B0503030403020204" pitchFamily="34" charset="0"/>
              </a:rPr>
              <a:t>PyMC</a:t>
            </a:r>
            <a:endParaRPr lang="en-US" sz="24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>
              <a:lnSpc>
                <a:spcPct val="150000"/>
              </a:lnSpc>
            </a:pPr>
            <a:r>
              <a:rPr lang="en-US" sz="24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Sampling</a:t>
            </a:r>
          </a:p>
          <a:p>
            <a:pPr>
              <a:lnSpc>
                <a:spcPct val="150000"/>
              </a:lnSpc>
            </a:pPr>
            <a:r>
              <a:rPr lang="en-US" sz="24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Posterior distribution</a:t>
            </a:r>
          </a:p>
          <a:p>
            <a:pPr lvl="1">
              <a:lnSpc>
                <a:spcPct val="150000"/>
              </a:lnSpc>
            </a:pPr>
            <a:r>
              <a:rPr lang="en-US" sz="20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(Bayesian) Estimation</a:t>
            </a:r>
          </a:p>
          <a:p>
            <a:pPr lvl="1">
              <a:lnSpc>
                <a:spcPct val="150000"/>
              </a:lnSpc>
            </a:pPr>
            <a:r>
              <a:rPr lang="en-US" sz="20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HDI</a:t>
            </a:r>
          </a:p>
          <a:p>
            <a:pPr>
              <a:lnSpc>
                <a:spcPct val="150000"/>
              </a:lnSpc>
            </a:pPr>
            <a:r>
              <a:rPr lang="en-US" sz="24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Frequentist estimation</a:t>
            </a:r>
          </a:p>
          <a:p>
            <a:pPr lvl="1">
              <a:lnSpc>
                <a:spcPct val="150000"/>
              </a:lnSpc>
            </a:pPr>
            <a:r>
              <a:rPr lang="en-US" sz="20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MLE</a:t>
            </a:r>
          </a:p>
          <a:p>
            <a:pPr lvl="1">
              <a:lnSpc>
                <a:spcPct val="150000"/>
              </a:lnSpc>
            </a:pPr>
            <a:r>
              <a:rPr lang="en-US" sz="20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CI</a:t>
            </a:r>
          </a:p>
          <a:p>
            <a:pPr lvl="1">
              <a:lnSpc>
                <a:spcPct val="150000"/>
              </a:lnSpc>
            </a:pPr>
            <a:endParaRPr lang="en-US" sz="20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>
              <a:lnSpc>
                <a:spcPct val="150000"/>
              </a:lnSpc>
            </a:pPr>
            <a:endParaRPr lang="en-US" sz="24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>
              <a:lnSpc>
                <a:spcPct val="150000"/>
              </a:lnSpc>
            </a:pPr>
            <a:endParaRPr lang="en-US" sz="24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>
              <a:lnSpc>
                <a:spcPct val="150000"/>
              </a:lnSpc>
            </a:pPr>
            <a:endParaRPr lang="en-US" sz="2400" dirty="0">
              <a:cs typeface="David" panose="020E0502060401010101" pitchFamily="34" charset="-79"/>
            </a:endParaRPr>
          </a:p>
        </p:txBody>
      </p:sp>
      <p:sp>
        <p:nvSpPr>
          <p:cNvPr id="4" name="מציין מיקום של מספר שקופית 3">
            <a:extLst>
              <a:ext uri="{FF2B5EF4-FFF2-40B4-BE49-F238E27FC236}">
                <a16:creationId xmlns:a16="http://schemas.microsoft.com/office/drawing/2014/main" id="{49FB8A29-817C-0AE9-3536-E610EF5AEF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796F57-8306-40D4-9229-37A3D19F0B5F}" type="slidenum">
              <a:rPr lang="LID4096" smtClean="0"/>
              <a:t>2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93263935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8FD866-34AB-D8A0-01C5-88474DA4C7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55490C-E300-0580-A679-0A5F45BE7F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55322"/>
            <a:ext cx="10515600" cy="1325563"/>
          </a:xfrm>
        </p:spPr>
        <p:txBody>
          <a:bodyPr/>
          <a:lstStyle/>
          <a:p>
            <a:r>
              <a:rPr lang="en-US" dirty="0"/>
              <a:t>Graphical model</a:t>
            </a:r>
          </a:p>
        </p:txBody>
      </p:sp>
      <p:sp>
        <p:nvSpPr>
          <p:cNvPr id="4" name="Content Placeholder 4">
            <a:extLst>
              <a:ext uri="{FF2B5EF4-FFF2-40B4-BE49-F238E27FC236}">
                <a16:creationId xmlns:a16="http://schemas.microsoft.com/office/drawing/2014/main" id="{7DC17102-B6FA-8574-F545-44E0F18004E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4946" y="1580885"/>
            <a:ext cx="7290329" cy="4579681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dirty="0">
                <a:solidFill>
                  <a:schemeClr val="tx1"/>
                </a:solidFill>
                <a:cs typeface="David" panose="020E0502060401010101" pitchFamily="34" charset="-79"/>
              </a:rPr>
              <a:t>Representing our models with diagrams</a:t>
            </a:r>
          </a:p>
        </p:txBody>
      </p:sp>
      <p:pic>
        <p:nvPicPr>
          <p:cNvPr id="3" name="Graphic 7">
            <a:extLst>
              <a:ext uri="{FF2B5EF4-FFF2-40B4-BE49-F238E27FC236}">
                <a16:creationId xmlns:a16="http://schemas.microsoft.com/office/drawing/2014/main" id="{0A73FA6B-9647-99AF-E0C2-0C934CDE63F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8643669" y="1588557"/>
            <a:ext cx="1830238" cy="4668134"/>
          </a:xfrm>
          <a:prstGeom prst="rect">
            <a:avLst/>
          </a:prstGeom>
        </p:spPr>
      </p:pic>
      <p:sp>
        <p:nvSpPr>
          <p:cNvPr id="5" name="מציין מיקום של מספר שקופית 4">
            <a:extLst>
              <a:ext uri="{FF2B5EF4-FFF2-40B4-BE49-F238E27FC236}">
                <a16:creationId xmlns:a16="http://schemas.microsoft.com/office/drawing/2014/main" id="{908FE7DA-E4CC-1AFC-9573-42E97BD541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796F57-8306-40D4-9229-37A3D19F0B5F}" type="slidenum">
              <a:rPr lang="LID4096" smtClean="0"/>
              <a:t>3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311394353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50B7D0-5604-2E6D-226C-C70FB0DC65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6C0EF4-C6E7-B85E-36EF-215F535E90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55322"/>
            <a:ext cx="10515600" cy="1325563"/>
          </a:xfrm>
        </p:spPr>
        <p:txBody>
          <a:bodyPr/>
          <a:lstStyle/>
          <a:p>
            <a:r>
              <a:rPr lang="en-US" dirty="0"/>
              <a:t>Graphical model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4">
                <a:extLst>
                  <a:ext uri="{FF2B5EF4-FFF2-40B4-BE49-F238E27FC236}">
                    <a16:creationId xmlns:a16="http://schemas.microsoft.com/office/drawing/2014/main" id="{F5ED2D4E-A58C-0C2A-CCE7-35794450410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484946" y="1580885"/>
                <a:ext cx="7290329" cy="5021793"/>
              </a:xfrm>
            </p:spPr>
            <p:txBody>
              <a:bodyPr>
                <a:normAutofit fontScale="92500" lnSpcReduction="20000"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en-US" dirty="0">
                    <a:solidFill>
                      <a:schemeClr val="tx1"/>
                    </a:solidFill>
                    <a:cs typeface="David" panose="020E0502060401010101" pitchFamily="34" charset="-79"/>
                  </a:rPr>
                  <a:t>Data at the bottom </a:t>
                </a:r>
                <a:endParaRPr lang="en-US" dirty="0">
                  <a:cs typeface="David" panose="020E0502060401010101" pitchFamily="34" charset="-79"/>
                </a:endParaRPr>
              </a:p>
              <a:p>
                <a:pPr lvl="1">
                  <a:lnSpc>
                    <a:spcPct val="150000"/>
                  </a:lnSpc>
                  <a:buFont typeface="Wingdings" panose="05000000000000000000" pitchFamily="2" charset="2"/>
                  <a:buChar char="Ø"/>
                </a:pPr>
                <a14:m>
                  <m:oMath xmlns:m="http://schemas.openxmlformats.org/officeDocument/2006/math">
                    <m:r>
                      <a:rPr lang="en-US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GB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>
                    <a:solidFill>
                      <a:schemeClr val="tx1"/>
                    </a:solidFill>
                    <a:cs typeface="David" panose="020E0502060401010101" pitchFamily="34" charset="-79"/>
                  </a:rPr>
                  <a:t>coin flips</a:t>
                </a:r>
              </a:p>
              <a:p>
                <a:pPr>
                  <a:lnSpc>
                    <a:spcPct val="150000"/>
                  </a:lnSpc>
                </a:pPr>
                <a:r>
                  <a:rPr lang="en-US" dirty="0">
                    <a:solidFill>
                      <a:schemeClr val="tx1"/>
                    </a:solidFill>
                    <a:cs typeface="David" panose="020E0502060401010101" pitchFamily="34" charset="-79"/>
                  </a:rPr>
                  <a:t>Likelihood in the middle </a:t>
                </a:r>
              </a:p>
              <a:p>
                <a:pPr lvl="1">
                  <a:lnSpc>
                    <a:spcPct val="150000"/>
                  </a:lnSpc>
                  <a:buFont typeface="Wingdings" panose="05000000000000000000" pitchFamily="2" charset="2"/>
                  <a:buChar char="Ø"/>
                </a:pPr>
                <a14:m>
                  <m:oMath xmlns:m="http://schemas.openxmlformats.org/officeDocument/2006/math">
                    <m:r>
                      <a:rPr lang="en-US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𝑁</m:t>
                    </m:r>
                  </m:oMath>
                </a14:m>
                <a:r>
                  <a:rPr lang="en-US" dirty="0">
                    <a:solidFill>
                      <a:schemeClr val="tx1"/>
                    </a:solidFill>
                    <a:cs typeface="David" panose="020E0502060401010101" pitchFamily="34" charset="-79"/>
                  </a:rPr>
                  <a:t> coin flips with an average probability of </a:t>
                </a:r>
                <a14:m>
                  <m:oMath xmlns:m="http://schemas.openxmlformats.org/officeDocument/2006/math">
                    <m:r>
                      <a:rPr lang="en-GB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𝜃</m:t>
                    </m:r>
                  </m:oMath>
                </a14:m>
                <a:r>
                  <a:rPr lang="en-US" dirty="0">
                    <a:solidFill>
                      <a:schemeClr val="tx1"/>
                    </a:solidFill>
                    <a:cs typeface="David" panose="020E0502060401010101" pitchFamily="34" charset="-79"/>
                  </a:rPr>
                  <a:t> of being ‘head’</a:t>
                </a:r>
              </a:p>
              <a:p>
                <a:pPr lvl="1">
                  <a:lnSpc>
                    <a:spcPct val="150000"/>
                  </a:lnSpc>
                  <a:buFont typeface="Wingdings" panose="05000000000000000000" pitchFamily="2" charset="2"/>
                  <a:buChar char="Ø"/>
                </a:pPr>
                <a:r>
                  <a:rPr lang="en-US" dirty="0">
                    <a:solidFill>
                      <a:schemeClr val="tx1"/>
                    </a:solidFill>
                    <a:cs typeface="David" panose="020E0502060401010101" pitchFamily="34" charset="-79"/>
                  </a:rPr>
                  <a:t>This is our model of how the data was produced</a:t>
                </a:r>
              </a:p>
              <a:p>
                <a:pPr>
                  <a:lnSpc>
                    <a:spcPct val="150000"/>
                  </a:lnSpc>
                </a:pPr>
                <a:r>
                  <a:rPr lang="en-US" dirty="0">
                    <a:solidFill>
                      <a:schemeClr val="tx1"/>
                    </a:solidFill>
                    <a:cs typeface="David" panose="020E0502060401010101" pitchFamily="34" charset="-79"/>
                  </a:rPr>
                  <a:t>Prior at the top</a:t>
                </a:r>
              </a:p>
              <a:p>
                <a:pPr lvl="1">
                  <a:lnSpc>
                    <a:spcPct val="150000"/>
                  </a:lnSpc>
                  <a:buFont typeface="Wingdings" panose="05000000000000000000" pitchFamily="2" charset="2"/>
                  <a:buChar char="Ø"/>
                </a:pPr>
                <a:r>
                  <a:rPr lang="en-US" dirty="0">
                    <a:solidFill>
                      <a:schemeClr val="tx1"/>
                    </a:solidFill>
                    <a:cs typeface="David" panose="020E0502060401010101" pitchFamily="34" charset="-79"/>
                  </a:rPr>
                  <a:t>Reflects our uncertainty about </a:t>
                </a:r>
                <a14:m>
                  <m:oMath xmlns:m="http://schemas.openxmlformats.org/officeDocument/2006/math">
                    <m:r>
                      <a:rPr lang="en-GB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𝜃</m:t>
                    </m:r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>
                    <a:solidFill>
                      <a:schemeClr val="tx1"/>
                    </a:solidFill>
                    <a:cs typeface="David" panose="020E0502060401010101" pitchFamily="34" charset="-79"/>
                  </a:rPr>
                  <a:t>when the experiment began.</a:t>
                </a:r>
              </a:p>
            </p:txBody>
          </p:sp>
        </mc:Choice>
        <mc:Fallback xmlns="">
          <p:sp>
            <p:nvSpPr>
              <p:cNvPr id="4" name="Content Placeholder 4">
                <a:extLst>
                  <a:ext uri="{FF2B5EF4-FFF2-40B4-BE49-F238E27FC236}">
                    <a16:creationId xmlns:a16="http://schemas.microsoft.com/office/drawing/2014/main" id="{F5ED2D4E-A58C-0C2A-CCE7-35794450410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84946" y="1580885"/>
                <a:ext cx="7290329" cy="5021793"/>
              </a:xfrm>
              <a:blipFill>
                <a:blip r:embed="rId2"/>
                <a:stretch>
                  <a:fillRect l="-1339"/>
                </a:stretch>
              </a:blipFill>
            </p:spPr>
            <p:txBody>
              <a:bodyPr/>
              <a:lstStyle/>
              <a:p>
                <a:r>
                  <a:rPr lang="he-IL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" name="Graphic 7">
            <a:extLst>
              <a:ext uri="{FF2B5EF4-FFF2-40B4-BE49-F238E27FC236}">
                <a16:creationId xmlns:a16="http://schemas.microsoft.com/office/drawing/2014/main" id="{269C8B7D-B369-ED76-CF27-DD565D02839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8643669" y="1588557"/>
            <a:ext cx="1830238" cy="4668134"/>
          </a:xfrm>
          <a:prstGeom prst="rect">
            <a:avLst/>
          </a:prstGeom>
        </p:spPr>
      </p:pic>
      <p:sp>
        <p:nvSpPr>
          <p:cNvPr id="5" name="מציין מיקום של מספר שקופית 4">
            <a:extLst>
              <a:ext uri="{FF2B5EF4-FFF2-40B4-BE49-F238E27FC236}">
                <a16:creationId xmlns:a16="http://schemas.microsoft.com/office/drawing/2014/main" id="{3E0430CB-8A28-95D2-AD96-4E2B1EB841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796F57-8306-40D4-9229-37A3D19F0B5F}" type="slidenum">
              <a:rPr lang="LID4096" smtClean="0"/>
              <a:t>4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7663468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AF358F-978F-C784-4F61-D96C6956F9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BFFF8D-E478-5C28-6EA5-AE2D51BDF1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/>
              <a:t>Three Representations of the Same Idea</a:t>
            </a:r>
            <a:endParaRPr lang="en-GB" sz="40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Object 2">
                <a:extLst>
                  <a:ext uri="{FF2B5EF4-FFF2-40B4-BE49-F238E27FC236}">
                    <a16:creationId xmlns:a16="http://schemas.microsoft.com/office/drawing/2014/main" id="{066DF6FB-90BB-5623-5528-98DADA337617}"/>
                  </a:ext>
                </a:extLst>
              </p:cNvPr>
              <p:cNvSpPr txBox="1"/>
              <p:nvPr/>
            </p:nvSpPr>
            <p:spPr>
              <a:xfrm>
                <a:off x="1120775" y="2706688"/>
                <a:ext cx="2374900" cy="1092200"/>
              </a:xfrm>
              <a:prstGeom prst="rect">
                <a:avLst/>
              </a:prstGeom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he-IL" sz="280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sz="28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he-IL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~</m:t>
                      </m:r>
                      <m:r>
                        <m:rPr>
                          <m:nor/>
                        </m:rPr>
                        <a:rPr lang="en-US" sz="2800" b="0" i="0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he-IL" sz="2800" i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Binom</m:t>
                      </m:r>
                      <m:d>
                        <m:dPr>
                          <m:ctrlPr>
                            <a:rPr lang="he-IL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he-IL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𝜃</m:t>
                          </m:r>
                          <m:r>
                            <a:rPr lang="he-IL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he-IL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𝑁</m:t>
                          </m:r>
                        </m:e>
                      </m:d>
                    </m:oMath>
                  </m:oMathPara>
                </a14:m>
                <a:endParaRPr lang="en-US" sz="2800" dirty="0"/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he-IL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𝜃</m:t>
                      </m:r>
                      <m:r>
                        <a:rPr lang="en-US" sz="28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he-IL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~</m:t>
                      </m:r>
                      <m:r>
                        <a:rPr lang="en-US" sz="28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he-IL" sz="280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Beta</m:t>
                      </m:r>
                      <m:d>
                        <m:dPr>
                          <m:ctrlPr>
                            <a:rPr lang="he-IL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he-IL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𝛼</m:t>
                          </m:r>
                          <m:r>
                            <a:rPr lang="he-IL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he-IL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</m:d>
                    </m:oMath>
                  </m:oMathPara>
                </a14:m>
                <a:endParaRPr lang="he-IL" sz="2800" dirty="0"/>
              </a:p>
            </p:txBody>
          </p:sp>
        </mc:Choice>
        <mc:Fallback xmlns="">
          <p:sp>
            <p:nvSpPr>
              <p:cNvPr id="3" name="Object 2">
                <a:extLst>
                  <a:ext uri="{FF2B5EF4-FFF2-40B4-BE49-F238E27FC236}">
                    <a16:creationId xmlns:a16="http://schemas.microsoft.com/office/drawing/2014/main" id="{066DF6FB-90BB-5623-5528-98DADA33761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20775" y="2706688"/>
                <a:ext cx="2374900" cy="1092200"/>
              </a:xfrm>
              <a:prstGeom prst="rect">
                <a:avLst/>
              </a:prstGeom>
              <a:blipFill>
                <a:blip r:embed="rId3"/>
                <a:stretch>
                  <a:fillRect r="-8483"/>
                </a:stretch>
              </a:blipFill>
            </p:spPr>
            <p:txBody>
              <a:bodyPr/>
              <a:lstStyle/>
              <a:p>
                <a:r>
                  <a:rPr lang="he-IL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8" name="Graphic 7">
            <a:extLst>
              <a:ext uri="{FF2B5EF4-FFF2-40B4-BE49-F238E27FC236}">
                <a16:creationId xmlns:a16="http://schemas.microsoft.com/office/drawing/2014/main" id="{E64A87CA-350C-425C-6DA6-DF5474CDEDA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>
          <a:xfrm>
            <a:off x="4380670" y="2388745"/>
            <a:ext cx="1458518" cy="372004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FD7F0D10-0962-1FB0-347F-EB74A71FD0CC}"/>
              </a:ext>
            </a:extLst>
          </p:cNvPr>
          <p:cNvSpPr txBox="1"/>
          <p:nvPr/>
        </p:nvSpPr>
        <p:spPr>
          <a:xfrm>
            <a:off x="6610774" y="2721904"/>
            <a:ext cx="5469466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AF00DB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with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</a:t>
            </a:r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267F99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pm</a:t>
            </a:r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.Model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() 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AF00DB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as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</a:t>
            </a:r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00108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our_first_model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: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   </a:t>
            </a:r>
            <a:r>
              <a:rPr kumimoji="0" lang="el-GR" sz="1600" b="0" i="0" u="none" strike="noStrike" kern="1200" cap="none" spc="0" normalizeH="0" baseline="0" noProof="0" dirty="0">
                <a:ln>
                  <a:noFill/>
                </a:ln>
                <a:solidFill>
                  <a:srgbClr val="00108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θ</a:t>
            </a:r>
            <a:r>
              <a:rPr kumimoji="0" lang="el-GR" sz="1600" b="0" i="0" u="none" strike="noStrike" kern="1200" cap="none" spc="0" normalizeH="0" baseline="0" noProof="0" dirty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</a:t>
            </a:r>
            <a:r>
              <a:rPr kumimoji="0" lang="el-GR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=</a:t>
            </a:r>
            <a:r>
              <a:rPr kumimoji="0" lang="el-GR" sz="1600" b="0" i="0" u="none" strike="noStrike" kern="1200" cap="none" spc="0" normalizeH="0" baseline="0" noProof="0" dirty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</a:t>
            </a:r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267F99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pm</a:t>
            </a:r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.Beta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(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A31515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'</a:t>
            </a:r>
            <a:r>
              <a:rPr kumimoji="0" lang="el-GR" sz="1600" b="0" i="0" u="none" strike="noStrike" kern="1200" cap="none" spc="0" normalizeH="0" baseline="0" noProof="0" dirty="0">
                <a:ln>
                  <a:noFill/>
                </a:ln>
                <a:solidFill>
                  <a:srgbClr val="A31515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θ'</a:t>
            </a:r>
            <a:r>
              <a:rPr kumimoji="0" lang="el-GR" sz="1600" b="0" i="0" u="none" strike="noStrike" kern="1200" cap="none" spc="0" normalizeH="0" baseline="0" noProof="0" dirty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, 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108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alpha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=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98658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1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., 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108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beta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=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98658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1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.)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   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108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y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=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</a:t>
            </a:r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267F99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pm</a:t>
            </a:r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.Bernoulli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(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A31515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'y'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, 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108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p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=</a:t>
            </a:r>
            <a:r>
              <a:rPr kumimoji="0" lang="el-GR" sz="1600" b="0" i="0" u="none" strike="noStrike" kern="1200" cap="none" spc="0" normalizeH="0" baseline="0" noProof="0" dirty="0">
                <a:ln>
                  <a:noFill/>
                </a:ln>
                <a:solidFill>
                  <a:srgbClr val="00108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θ</a:t>
            </a:r>
            <a:r>
              <a:rPr kumimoji="0" lang="el-GR" sz="1600" b="0" i="0" u="none" strike="noStrike" kern="1200" cap="none" spc="0" normalizeH="0" baseline="0" noProof="0" dirty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, 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108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observed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=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108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data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)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FADE5A2-5739-DEED-C185-AF8E95E9B848}"/>
              </a:ext>
            </a:extLst>
          </p:cNvPr>
          <p:cNvSpPr txBox="1"/>
          <p:nvPr/>
        </p:nvSpPr>
        <p:spPr>
          <a:xfrm>
            <a:off x="1369907" y="1922946"/>
            <a:ext cx="144687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Equations</a:t>
            </a:r>
            <a:endParaRPr kumimoji="0" lang="en-IL" sz="24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B7F9446-F27B-42B8-80F7-5690E6B3AADF}"/>
              </a:ext>
            </a:extLst>
          </p:cNvPr>
          <p:cNvSpPr txBox="1"/>
          <p:nvPr/>
        </p:nvSpPr>
        <p:spPr>
          <a:xfrm>
            <a:off x="3972694" y="1922945"/>
            <a:ext cx="227446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Graphical model</a:t>
            </a:r>
            <a:endParaRPr kumimoji="0" lang="en-IL" sz="2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3CFDA6C-602B-DFF2-FB7B-707699568C27}"/>
              </a:ext>
            </a:extLst>
          </p:cNvPr>
          <p:cNvSpPr txBox="1"/>
          <p:nvPr/>
        </p:nvSpPr>
        <p:spPr>
          <a:xfrm>
            <a:off x="8867952" y="1866454"/>
            <a:ext cx="64152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PPL</a:t>
            </a:r>
            <a:endParaRPr kumimoji="0" lang="en-IL" sz="2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מלבן 5">
            <a:extLst>
              <a:ext uri="{FF2B5EF4-FFF2-40B4-BE49-F238E27FC236}">
                <a16:creationId xmlns:a16="http://schemas.microsoft.com/office/drawing/2014/main" id="{AD095C01-5D57-9988-7A7A-EC8ABDA79521}"/>
              </a:ext>
            </a:extLst>
          </p:cNvPr>
          <p:cNvSpPr/>
          <p:nvPr/>
        </p:nvSpPr>
        <p:spPr>
          <a:xfrm>
            <a:off x="6487064" y="2384609"/>
            <a:ext cx="5296619" cy="1414596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  <p:sp>
        <p:nvSpPr>
          <p:cNvPr id="7" name="מציין מיקום של מספר שקופית 6">
            <a:extLst>
              <a:ext uri="{FF2B5EF4-FFF2-40B4-BE49-F238E27FC236}">
                <a16:creationId xmlns:a16="http://schemas.microsoft.com/office/drawing/2014/main" id="{CFA156BC-60C1-5BA8-59E5-7728C69637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796F57-8306-40D4-9229-37A3D19F0B5F}" type="slidenum">
              <a:rPr lang="LID4096" smtClean="0"/>
              <a:t>5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32789118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072C3E-1661-C3FF-EE22-C31A234930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25B91C-EBC6-6ED1-BE5B-B1DD239185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0997"/>
            <a:ext cx="10515600" cy="1325563"/>
          </a:xfrm>
        </p:spPr>
        <p:txBody>
          <a:bodyPr/>
          <a:lstStyle/>
          <a:p>
            <a:r>
              <a:rPr lang="en-US" dirty="0"/>
              <a:t>Probabilistic Programming Languages (PPL)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1E96F8-C553-C537-29D7-FAB6F2E3EFA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46560"/>
            <a:ext cx="10515600" cy="5378705"/>
          </a:xfrm>
        </p:spPr>
        <p:txBody>
          <a:bodyPr>
            <a:normAutofit lnSpcReduction="10000"/>
          </a:bodyPr>
          <a:lstStyle/>
          <a:p>
            <a:pPr>
              <a:lnSpc>
                <a:spcPct val="150000"/>
              </a:lnSpc>
            </a:pPr>
            <a:r>
              <a:rPr lang="en-GB" dirty="0"/>
              <a:t>Fully probabilistic models often lead to analytically intractable expressions</a:t>
            </a:r>
          </a:p>
          <a:p>
            <a:pPr>
              <a:lnSpc>
                <a:spcPct val="150000"/>
              </a:lnSpc>
            </a:pPr>
            <a:r>
              <a:rPr lang="en-US" dirty="0"/>
              <a:t>Probabilistic Programming Languages</a:t>
            </a:r>
          </a:p>
          <a:p>
            <a:pPr lvl="1">
              <a:lnSpc>
                <a:spcPct val="150000"/>
              </a:lnSpc>
            </a:pPr>
            <a:r>
              <a:rPr lang="en-GB" dirty="0"/>
              <a:t>Allow clear separation between model creation and inference</a:t>
            </a:r>
          </a:p>
          <a:p>
            <a:pPr lvl="1">
              <a:lnSpc>
                <a:spcPct val="150000"/>
              </a:lnSpc>
            </a:pPr>
            <a:r>
              <a:rPr lang="en-GB" dirty="0"/>
              <a:t>Users specify a full probabilistic model by writing a few lines of code</a:t>
            </a:r>
            <a:endParaRPr lang="he-IL" dirty="0"/>
          </a:p>
          <a:p>
            <a:pPr lvl="1">
              <a:lnSpc>
                <a:spcPct val="150000"/>
              </a:lnSpc>
            </a:pPr>
            <a:r>
              <a:rPr lang="en-US" dirty="0"/>
              <a:t>The PPL automatically builds the model and uses algorithms to draw samples from the posterior. </a:t>
            </a:r>
            <a:endParaRPr lang="he-IL" dirty="0"/>
          </a:p>
          <a:p>
            <a:pPr lvl="1">
              <a:lnSpc>
                <a:spcPct val="150000"/>
              </a:lnSpc>
            </a:pPr>
            <a:r>
              <a:rPr lang="en-US" dirty="0"/>
              <a:t>These samples are then used to estimate posterior summaries, uncertainty intervals, and diagnostic</a:t>
            </a:r>
            <a:endParaRPr lang="he-IL" dirty="0"/>
          </a:p>
        </p:txBody>
      </p:sp>
      <p:sp>
        <p:nvSpPr>
          <p:cNvPr id="4" name="מציין מיקום של מספר שקופית 3">
            <a:extLst>
              <a:ext uri="{FF2B5EF4-FFF2-40B4-BE49-F238E27FC236}">
                <a16:creationId xmlns:a16="http://schemas.microsoft.com/office/drawing/2014/main" id="{36206959-DB98-8434-BFE2-85560B2B5E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796F57-8306-40D4-9229-37A3D19F0B5F}" type="slidenum">
              <a:rPr lang="LID4096" smtClean="0"/>
              <a:t>6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37228341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5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5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5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5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5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CB09DB-0AAB-3ADD-045B-6FCCA6B0C0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5AEBF6-660F-6431-C8C7-5FCB37C299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7405914" cy="1325563"/>
          </a:xfrm>
        </p:spPr>
        <p:txBody>
          <a:bodyPr/>
          <a:lstStyle/>
          <a:p>
            <a:r>
              <a:rPr lang="en-US" dirty="0" err="1"/>
              <a:t>PyMC</a:t>
            </a:r>
            <a:endParaRPr lang="en-IL" dirty="0"/>
          </a:p>
        </p:txBody>
      </p:sp>
      <p:pic>
        <p:nvPicPr>
          <p:cNvPr id="3" name="Picture 2">
            <a:hlinkClick r:id="rId3"/>
            <a:extLst>
              <a:ext uri="{FF2B5EF4-FFF2-40B4-BE49-F238E27FC236}">
                <a16:creationId xmlns:a16="http://schemas.microsoft.com/office/drawing/2014/main" id="{A8A4C799-F6F1-AED5-9284-09F9315922B4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b="38413"/>
          <a:stretch>
            <a:fillRect/>
          </a:stretch>
        </p:blipFill>
        <p:spPr>
          <a:xfrm>
            <a:off x="4600855" y="1430919"/>
            <a:ext cx="7057745" cy="4860797"/>
          </a:xfrm>
          <a:prstGeom prst="rect">
            <a:avLst/>
          </a:prstGeom>
        </p:spPr>
      </p:pic>
      <p:sp>
        <p:nvSpPr>
          <p:cNvPr id="5" name="תיבת טקסט 4">
            <a:extLst>
              <a:ext uri="{FF2B5EF4-FFF2-40B4-BE49-F238E27FC236}">
                <a16:creationId xmlns:a16="http://schemas.microsoft.com/office/drawing/2014/main" id="{D69D0BC3-B91C-664E-BC16-AAFD605E56D8}"/>
              </a:ext>
            </a:extLst>
          </p:cNvPr>
          <p:cNvSpPr txBox="1"/>
          <p:nvPr/>
        </p:nvSpPr>
        <p:spPr>
          <a:xfrm>
            <a:off x="533400" y="2297921"/>
            <a:ext cx="4067455" cy="33701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400" dirty="0">
                <a:latin typeface="David" panose="020E0502060401010101" pitchFamily="34" charset="-79"/>
                <a:cs typeface="David" panose="020E0502060401010101" pitchFamily="34" charset="-79"/>
              </a:rPr>
              <a:t>A PPL for Python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sz="2400" b="1" dirty="0">
              <a:latin typeface="David" panose="020E0502060401010101" pitchFamily="34" charset="-79"/>
              <a:cs typeface="David" panose="020E0502060401010101" pitchFamily="34" charset="-79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b="1" dirty="0" err="1">
                <a:latin typeface="David" panose="020E0502060401010101" pitchFamily="34" charset="-79"/>
                <a:cs typeface="David" panose="020E0502060401010101" pitchFamily="34" charset="-79"/>
              </a:rPr>
              <a:t>PyMC</a:t>
            </a:r>
            <a:r>
              <a:rPr lang="en-US" sz="2400" dirty="0">
                <a:latin typeface="David" panose="020E0502060401010101" pitchFamily="34" charset="-79"/>
                <a:cs typeface="David" panose="020E0502060401010101" pitchFamily="34" charset="-79"/>
              </a:rPr>
              <a:t> defines the model. 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b="1" dirty="0" err="1">
                <a:latin typeface="David" panose="020E0502060401010101" pitchFamily="34" charset="-79"/>
                <a:cs typeface="David" panose="020E0502060401010101" pitchFamily="34" charset="-79"/>
              </a:rPr>
              <a:t>ArviZ</a:t>
            </a:r>
            <a:r>
              <a:rPr lang="en-US" sz="2400" dirty="0">
                <a:latin typeface="David" panose="020E0502060401010101" pitchFamily="34" charset="-79"/>
                <a:cs typeface="David" panose="020E0502060401010101" pitchFamily="34" charset="-79"/>
              </a:rPr>
              <a:t> helps to analyzes posterior samples. 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b="1" dirty="0" err="1">
                <a:latin typeface="David" panose="020E0502060401010101" pitchFamily="34" charset="-79"/>
                <a:cs typeface="David" panose="020E0502060401010101" pitchFamily="34" charset="-79"/>
              </a:rPr>
              <a:t>Preliz</a:t>
            </a:r>
            <a:r>
              <a:rPr lang="en-US" sz="2400" dirty="0">
                <a:latin typeface="David" panose="020E0502060401010101" pitchFamily="34" charset="-79"/>
                <a:cs typeface="David" panose="020E0502060401010101" pitchFamily="34" charset="-79"/>
              </a:rPr>
              <a:t> helps choose priors. </a:t>
            </a:r>
          </a:p>
        </p:txBody>
      </p:sp>
      <p:sp>
        <p:nvSpPr>
          <p:cNvPr id="4" name="מציין מיקום של מספר שקופית 3">
            <a:extLst>
              <a:ext uri="{FF2B5EF4-FFF2-40B4-BE49-F238E27FC236}">
                <a16:creationId xmlns:a16="http://schemas.microsoft.com/office/drawing/2014/main" id="{899BC1C0-D07C-35E1-4F9A-70DB9D3364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796F57-8306-40D4-9229-37A3D19F0B5F}" type="slidenum">
              <a:rPr lang="LID4096" smtClean="0"/>
              <a:t>7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380050589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A75EDCDC-3B1E-995D-B9B3-6EBD27B51B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B1DD8E-121A-F44B-CC45-532731FBFF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3200" dirty="0"/>
              <a:t>Three Representations of the Same Idea</a:t>
            </a:r>
            <a:endParaRPr lang="en-GB" sz="3200" dirty="0"/>
          </a:p>
        </p:txBody>
      </p:sp>
      <p:graphicFrame>
        <p:nvGraphicFramePr>
          <p:cNvPr id="3" name="Object 2">
            <a:extLst>
              <a:ext uri="{FF2B5EF4-FFF2-40B4-BE49-F238E27FC236}">
                <a16:creationId xmlns:a16="http://schemas.microsoft.com/office/drawing/2014/main" id="{DE9FDABD-23A6-CB87-A11F-7F571A5A2FF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06394669"/>
              </p:ext>
            </p:extLst>
          </p:nvPr>
        </p:nvGraphicFramePr>
        <p:xfrm>
          <a:off x="1120775" y="2706688"/>
          <a:ext cx="2374900" cy="1092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1104840" imgH="507960" progId="Equation.DSMT4">
                  <p:embed/>
                </p:oleObj>
              </mc:Choice>
              <mc:Fallback>
                <p:oleObj name="Equation" r:id="rId3" imgW="1104840" imgH="507960" progId="Equation.DSMT4">
                  <p:embed/>
                  <p:pic>
                    <p:nvPicPr>
                      <p:cNvPr id="3" name="Object 2">
                        <a:extLst>
                          <a:ext uri="{FF2B5EF4-FFF2-40B4-BE49-F238E27FC236}">
                            <a16:creationId xmlns:a16="http://schemas.microsoft.com/office/drawing/2014/main" id="{DE9FDABD-23A6-CB87-A11F-7F571A5A2FF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120775" y="2706688"/>
                        <a:ext cx="2374900" cy="10922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8" name="Graphic 7">
            <a:extLst>
              <a:ext uri="{FF2B5EF4-FFF2-40B4-BE49-F238E27FC236}">
                <a16:creationId xmlns:a16="http://schemas.microsoft.com/office/drawing/2014/main" id="{82EA4F55-2BE6-5582-FD11-780F24A63A0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4380670" y="2388745"/>
            <a:ext cx="1458518" cy="372004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AE5EECDF-4779-0878-47DA-ED6339CD1B13}"/>
              </a:ext>
            </a:extLst>
          </p:cNvPr>
          <p:cNvSpPr txBox="1"/>
          <p:nvPr/>
        </p:nvSpPr>
        <p:spPr>
          <a:xfrm>
            <a:off x="6247163" y="2721904"/>
            <a:ext cx="5944837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AF00DB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with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</a:t>
            </a:r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267F99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pm</a:t>
            </a:r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.Model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() 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AF00DB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as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</a:t>
            </a:r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00108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our_first_model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: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   </a:t>
            </a:r>
            <a:r>
              <a:rPr kumimoji="0" lang="el-GR" sz="1600" b="0" i="0" u="none" strike="noStrike" kern="1200" cap="none" spc="0" normalizeH="0" baseline="0" noProof="0" dirty="0">
                <a:ln>
                  <a:noFill/>
                </a:ln>
                <a:solidFill>
                  <a:srgbClr val="00108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θ</a:t>
            </a:r>
            <a:r>
              <a:rPr kumimoji="0" lang="el-GR" sz="1600" b="0" i="0" u="none" strike="noStrike" kern="1200" cap="none" spc="0" normalizeH="0" baseline="0" noProof="0" dirty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</a:t>
            </a:r>
            <a:r>
              <a:rPr kumimoji="0" lang="el-GR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=</a:t>
            </a:r>
            <a:r>
              <a:rPr kumimoji="0" lang="el-GR" sz="1600" b="0" i="0" u="none" strike="noStrike" kern="1200" cap="none" spc="0" normalizeH="0" baseline="0" noProof="0" dirty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</a:t>
            </a:r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267F99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pm</a:t>
            </a:r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.Beta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(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A31515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'</a:t>
            </a:r>
            <a:r>
              <a:rPr kumimoji="0" lang="el-GR" sz="1600" b="0" i="0" u="none" strike="noStrike" kern="1200" cap="none" spc="0" normalizeH="0" baseline="0" noProof="0" dirty="0">
                <a:ln>
                  <a:noFill/>
                </a:ln>
                <a:solidFill>
                  <a:srgbClr val="A31515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θ'</a:t>
            </a:r>
            <a:r>
              <a:rPr kumimoji="0" lang="el-GR" sz="1600" b="0" i="0" u="none" strike="noStrike" kern="1200" cap="none" spc="0" normalizeH="0" baseline="0" noProof="0" dirty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, 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108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alpha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=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98658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1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., 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108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beta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=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98658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1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.)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   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108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y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=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</a:t>
            </a:r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267F99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pm</a:t>
            </a:r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.B</a:t>
            </a:r>
            <a:r>
              <a:rPr lang="en-US" sz="1600" dirty="0" err="1">
                <a:solidFill>
                  <a:srgbClr val="3B3B3B"/>
                </a:solidFill>
                <a:latin typeface="Consolas" panose="020B0609020204030204" pitchFamily="49" charset="0"/>
              </a:rPr>
              <a:t>inominal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(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A31515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'y’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, n=N 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108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p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=</a:t>
            </a:r>
            <a:r>
              <a:rPr kumimoji="0" lang="el-GR" sz="1600" b="0" i="0" u="none" strike="noStrike" kern="1200" cap="none" spc="0" normalizeH="0" baseline="0" noProof="0" dirty="0">
                <a:ln>
                  <a:noFill/>
                </a:ln>
                <a:solidFill>
                  <a:srgbClr val="00108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θ</a:t>
            </a:r>
            <a:r>
              <a:rPr kumimoji="0" lang="el-GR" sz="1600" b="0" i="0" u="none" strike="noStrike" kern="1200" cap="none" spc="0" normalizeH="0" baseline="0" noProof="0" dirty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, 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108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observed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=</a:t>
            </a:r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00108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y_sum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)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52F9C8C-F95D-E1F3-9C7C-B1600914A883}"/>
              </a:ext>
            </a:extLst>
          </p:cNvPr>
          <p:cNvSpPr txBox="1"/>
          <p:nvPr/>
        </p:nvSpPr>
        <p:spPr>
          <a:xfrm>
            <a:off x="1369907" y="1922946"/>
            <a:ext cx="144687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Equations</a:t>
            </a:r>
            <a:endParaRPr kumimoji="0" lang="en-IL" sz="24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528185B-7EBA-4447-51AF-BCA1B8E4502D}"/>
              </a:ext>
            </a:extLst>
          </p:cNvPr>
          <p:cNvSpPr txBox="1"/>
          <p:nvPr/>
        </p:nvSpPr>
        <p:spPr>
          <a:xfrm>
            <a:off x="3972694" y="1922945"/>
            <a:ext cx="227446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Graphical model</a:t>
            </a:r>
            <a:endParaRPr kumimoji="0" lang="en-IL" sz="24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01150AE-F560-C64C-3959-270604569C64}"/>
              </a:ext>
            </a:extLst>
          </p:cNvPr>
          <p:cNvSpPr txBox="1"/>
          <p:nvPr/>
        </p:nvSpPr>
        <p:spPr>
          <a:xfrm>
            <a:off x="7810567" y="1922944"/>
            <a:ext cx="164724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PPL (</a:t>
            </a:r>
            <a:r>
              <a:rPr kumimoji="0" lang="en-US" sz="24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PyMC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)</a:t>
            </a:r>
            <a:endParaRPr kumimoji="0" lang="en-IL" sz="2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מלבן 3">
            <a:extLst>
              <a:ext uri="{FF2B5EF4-FFF2-40B4-BE49-F238E27FC236}">
                <a16:creationId xmlns:a16="http://schemas.microsoft.com/office/drawing/2014/main" id="{DB31F694-1BF1-7B45-E0E4-CDFA9DA0A5A6}"/>
              </a:ext>
            </a:extLst>
          </p:cNvPr>
          <p:cNvSpPr/>
          <p:nvPr/>
        </p:nvSpPr>
        <p:spPr>
          <a:xfrm>
            <a:off x="769727" y="4814888"/>
            <a:ext cx="2725948" cy="1092200"/>
          </a:xfrm>
          <a:prstGeom prst="rect">
            <a:avLst/>
          </a:prstGeom>
          <a:ln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1" anchor="ctr"/>
          <a:lstStyle/>
          <a:p>
            <a:pPr algn="ctr"/>
            <a:r>
              <a:rPr lang="en-US" dirty="0"/>
              <a:t>Note- y is a sum of multiple Bernoulli observations. </a:t>
            </a:r>
            <a:endParaRPr lang="he-IL" dirty="0"/>
          </a:p>
        </p:txBody>
      </p:sp>
      <p:sp>
        <p:nvSpPr>
          <p:cNvPr id="5" name="מציין מיקום של מספר שקופית 4">
            <a:extLst>
              <a:ext uri="{FF2B5EF4-FFF2-40B4-BE49-F238E27FC236}">
                <a16:creationId xmlns:a16="http://schemas.microsoft.com/office/drawing/2014/main" id="{85BE71A9-7385-A7B3-F5F3-AB688D3DA9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796F57-8306-40D4-9229-37A3D19F0B5F}" type="slidenum">
              <a:rPr lang="LID4096" smtClean="0"/>
              <a:t>8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562719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B18356-6D21-F840-321D-97F4A43823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D5F07C-87C5-70EC-4428-78F4A33CA8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0997"/>
            <a:ext cx="10515600" cy="1325563"/>
          </a:xfrm>
        </p:spPr>
        <p:txBody>
          <a:bodyPr/>
          <a:lstStyle/>
          <a:p>
            <a:r>
              <a:rPr lang="en-US" dirty="0"/>
              <a:t>Translating a Graphical Model to a PPL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9F8C2A2C-8822-DA32-843A-2AC9B9DE506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46560"/>
            <a:ext cx="10515600" cy="5378705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dirty="0"/>
              <a:t>Biotechnology startups</a:t>
            </a:r>
          </a:p>
          <a:p>
            <a:pPr marL="0" indent="0">
              <a:lnSpc>
                <a:spcPct val="150000"/>
              </a:lnSpc>
              <a:buNone/>
            </a:pPr>
            <a:endParaRPr lang="en-US" dirty="0"/>
          </a:p>
        </p:txBody>
      </p:sp>
      <p:pic>
        <p:nvPicPr>
          <p:cNvPr id="4" name="תמונה 3">
            <a:extLst>
              <a:ext uri="{FF2B5EF4-FFF2-40B4-BE49-F238E27FC236}">
                <a16:creationId xmlns:a16="http://schemas.microsoft.com/office/drawing/2014/main" id="{041C2E9E-EA38-368C-4A19-43316A51CF5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2907"/>
          <a:stretch>
            <a:fillRect/>
          </a:stretch>
        </p:blipFill>
        <p:spPr>
          <a:xfrm>
            <a:off x="1902118" y="2386851"/>
            <a:ext cx="8387763" cy="3410099"/>
          </a:xfrm>
          <a:prstGeom prst="rect">
            <a:avLst/>
          </a:prstGeom>
        </p:spPr>
      </p:pic>
      <p:sp>
        <p:nvSpPr>
          <p:cNvPr id="3" name="מציין מיקום של מספר שקופית 2">
            <a:extLst>
              <a:ext uri="{FF2B5EF4-FFF2-40B4-BE49-F238E27FC236}">
                <a16:creationId xmlns:a16="http://schemas.microsoft.com/office/drawing/2014/main" id="{BE6EFBFD-26AD-05D5-AF56-61A6DA7679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796F57-8306-40D4-9229-37A3D19F0B5F}" type="slidenum">
              <a:rPr lang="LID4096" smtClean="0"/>
              <a:t>9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86610651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E9D33C-632A-10F5-7E19-8C521389D9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585B89-AC35-C718-E649-AF1CAE626A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0997"/>
            <a:ext cx="10515600" cy="1325563"/>
          </a:xfrm>
        </p:spPr>
        <p:txBody>
          <a:bodyPr/>
          <a:lstStyle/>
          <a:p>
            <a:r>
              <a:rPr lang="en-US" dirty="0"/>
              <a:t>Translating a Graphical Model to a PPL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C0B8C911-FD8D-02B1-39BF-944EDE3804E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46560"/>
            <a:ext cx="5955291" cy="5378705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dirty="0"/>
              <a:t>Biotechnology startups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dirty="0"/>
              <a:t>Variable</a:t>
            </a:r>
          </a:p>
          <a:p>
            <a:pPr lvl="1">
              <a:lnSpc>
                <a:spcPct val="150000"/>
              </a:lnSpc>
            </a:pPr>
            <a:r>
              <a:rPr lang="en-US" dirty="0"/>
              <a:t>biotech = 1 if  the startup </a:t>
            </a:r>
            <a:r>
              <a:rPr lang="en-US" b="1" dirty="0"/>
              <a:t>category</a:t>
            </a:r>
            <a:r>
              <a:rPr lang="en-US" dirty="0"/>
              <a:t> is "Biotechnology" </a:t>
            </a:r>
          </a:p>
          <a:p>
            <a:pPr lvl="1">
              <a:lnSpc>
                <a:spcPct val="150000"/>
              </a:lnSpc>
            </a:pPr>
            <a:r>
              <a:rPr lang="en-US" dirty="0"/>
              <a:t>0 otherwise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§"/>
            </a:pPr>
            <a:endParaRPr lang="en-US" dirty="0"/>
          </a:p>
          <a:p>
            <a:pPr marL="0" indent="0">
              <a:lnSpc>
                <a:spcPct val="150000"/>
              </a:lnSpc>
              <a:buNone/>
            </a:pPr>
            <a:endParaRPr lang="en-US" dirty="0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88DDAA6D-CFC1-DBA1-EE02-7513D5449BC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40008" y="1740107"/>
            <a:ext cx="4867275" cy="39147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מציין מיקום של מספר שקופית 2">
            <a:extLst>
              <a:ext uri="{FF2B5EF4-FFF2-40B4-BE49-F238E27FC236}">
                <a16:creationId xmlns:a16="http://schemas.microsoft.com/office/drawing/2014/main" id="{41A1F519-94FE-8F18-8487-A1D8BDE2FB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796F57-8306-40D4-9229-37A3D19F0B5F}" type="slidenum">
              <a:rPr lang="LID4096" smtClean="0"/>
              <a:t>10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33903479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605100-F492-2BC8-AC00-97789C9196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490348-57D3-A990-0C83-EDA5DFA408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0997"/>
            <a:ext cx="10515600" cy="1325563"/>
          </a:xfrm>
        </p:spPr>
        <p:txBody>
          <a:bodyPr/>
          <a:lstStyle/>
          <a:p>
            <a:r>
              <a:rPr lang="en-US" dirty="0"/>
              <a:t>Translating a Graphical Model to a PPL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8" name="Content Placeholder 2">
                <a:extLst>
                  <a:ext uri="{FF2B5EF4-FFF2-40B4-BE49-F238E27FC236}">
                    <a16:creationId xmlns:a16="http://schemas.microsoft.com/office/drawing/2014/main" id="{D6084CFC-FF87-E15B-2DDF-B36185681AA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346560"/>
                <a:ext cx="5955291" cy="5378705"/>
              </a:xfrm>
            </p:spPr>
            <p:txBody>
              <a:bodyPr>
                <a:normAutofit/>
              </a:bodyPr>
              <a:lstStyle/>
              <a:p>
                <a:pPr>
                  <a:lnSpc>
                    <a:spcPct val="150000"/>
                  </a:lnSpc>
                  <a:buFont typeface="Wingdings" panose="05000000000000000000" pitchFamily="2" charset="2"/>
                  <a:buChar char="§"/>
                </a:pPr>
                <a:r>
                  <a:rPr lang="en-US" dirty="0"/>
                  <a:t>Biotechnology startups</a:t>
                </a:r>
              </a:p>
              <a:p>
                <a:pPr>
                  <a:lnSpc>
                    <a:spcPct val="150000"/>
                  </a:lnSpc>
                  <a:buFont typeface="Wingdings" panose="05000000000000000000" pitchFamily="2" charset="2"/>
                  <a:buChar char="§"/>
                </a:pPr>
                <a:r>
                  <a:rPr lang="en-US" dirty="0"/>
                  <a:t>2 possible models</a:t>
                </a:r>
              </a:p>
              <a:p>
                <a:pPr marL="0" indent="0"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𝑦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~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𝐵𝑖𝑛𝑜𝑚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 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𝑁</m:t>
                          </m:r>
                        </m:e>
                      </m:d>
                    </m:oMath>
                  </m:oMathPara>
                </a14:m>
                <a:endParaRPr lang="en-US" b="0" i="1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457200" lvl="1" indent="0"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~ </m:t>
                      </m:r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𝐵𝑒𝑟𝑛𝑢𝑙𝑙𝑖</m:t>
                      </m:r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</m:t>
                      </m:r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𝜃</m:t>
                      </m:r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i="1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0" indent="0"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𝜃</m:t>
                      </m:r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~ </m:t>
                      </m:r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𝐵𝑒𝑡𝑎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</m:t>
                          </m:r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𝛼</m:t>
                          </m:r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 </m:t>
                          </m:r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𝛽</m:t>
                          </m:r>
                        </m:e>
                      </m:d>
                    </m:oMath>
                  </m:oMathPara>
                </a14:m>
                <a:endParaRPr lang="en-US" i="1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0" indent="0">
                  <a:lnSpc>
                    <a:spcPct val="150000"/>
                  </a:lnSpc>
                  <a:buNone/>
                </a:pPr>
                <a:endParaRPr lang="en-US" b="0" dirty="0">
                  <a:ea typeface="Cambria Math" panose="02040503050406030204" pitchFamily="18" charset="0"/>
                </a:endParaRPr>
              </a:p>
              <a:p>
                <a:pPr marL="0" indent="0">
                  <a:lnSpc>
                    <a:spcPct val="150000"/>
                  </a:lnSpc>
                  <a:buNone/>
                </a:pPr>
                <a:endParaRPr lang="en-US" dirty="0"/>
              </a:p>
              <a:p>
                <a:pPr marL="0" indent="0">
                  <a:lnSpc>
                    <a:spcPct val="150000"/>
                  </a:lnSpc>
                  <a:buNone/>
                </a:pPr>
                <a:endParaRPr lang="en-US" dirty="0"/>
              </a:p>
            </p:txBody>
          </p:sp>
        </mc:Choice>
        <mc:Fallback>
          <p:sp>
            <p:nvSpPr>
              <p:cNvPr id="8" name="Content Placeholder 2">
                <a:extLst>
                  <a:ext uri="{FF2B5EF4-FFF2-40B4-BE49-F238E27FC236}">
                    <a16:creationId xmlns:a16="http://schemas.microsoft.com/office/drawing/2014/main" id="{D6084CFC-FF87-E15B-2DDF-B36185681AA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346560"/>
                <a:ext cx="5955291" cy="5378705"/>
              </a:xfrm>
              <a:blipFill>
                <a:blip r:embed="rId3"/>
                <a:stretch>
                  <a:fillRect l="-1844"/>
                </a:stretch>
              </a:blipFill>
            </p:spPr>
            <p:txBody>
              <a:bodyPr/>
              <a:lstStyle/>
              <a:p>
                <a:r>
                  <a:rPr lang="he-IL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" name="מחבר חץ ישר 4">
            <a:extLst>
              <a:ext uri="{FF2B5EF4-FFF2-40B4-BE49-F238E27FC236}">
                <a16:creationId xmlns:a16="http://schemas.microsoft.com/office/drawing/2014/main" id="{3A06939C-5F54-5A31-5AA0-A1CACB526514}"/>
              </a:ext>
            </a:extLst>
          </p:cNvPr>
          <p:cNvCxnSpPr>
            <a:cxnSpLocks/>
          </p:cNvCxnSpPr>
          <p:nvPr/>
        </p:nvCxnSpPr>
        <p:spPr>
          <a:xfrm>
            <a:off x="3281082" y="4764295"/>
            <a:ext cx="893867" cy="32121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תיבת טקסט 5">
            <a:extLst>
              <a:ext uri="{FF2B5EF4-FFF2-40B4-BE49-F238E27FC236}">
                <a16:creationId xmlns:a16="http://schemas.microsoft.com/office/drawing/2014/main" id="{6737441C-E3A9-4C19-788B-B0DC33F65C24}"/>
              </a:ext>
            </a:extLst>
          </p:cNvPr>
          <p:cNvSpPr txBox="1"/>
          <p:nvPr/>
        </p:nvSpPr>
        <p:spPr>
          <a:xfrm>
            <a:off x="4331468" y="4900847"/>
            <a:ext cx="4652902" cy="400110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en-US" sz="2000" dirty="0">
                <a:latin typeface="David" panose="020E0502060401010101" pitchFamily="34" charset="-79"/>
              </a:rPr>
              <a:t>Probability of biotechnology startup</a:t>
            </a:r>
          </a:p>
        </p:txBody>
      </p:sp>
      <p:cxnSp>
        <p:nvCxnSpPr>
          <p:cNvPr id="7" name="מחבר חץ ישר 6">
            <a:extLst>
              <a:ext uri="{FF2B5EF4-FFF2-40B4-BE49-F238E27FC236}">
                <a16:creationId xmlns:a16="http://schemas.microsoft.com/office/drawing/2014/main" id="{0654F058-4BD8-D949-BCCF-D036DC63E101}"/>
              </a:ext>
            </a:extLst>
          </p:cNvPr>
          <p:cNvCxnSpPr/>
          <p:nvPr/>
        </p:nvCxnSpPr>
        <p:spPr>
          <a:xfrm>
            <a:off x="4168113" y="3724709"/>
            <a:ext cx="926757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9" name="תיבת טקסט 8">
                <a:extLst>
                  <a:ext uri="{FF2B5EF4-FFF2-40B4-BE49-F238E27FC236}">
                    <a16:creationId xmlns:a16="http://schemas.microsoft.com/office/drawing/2014/main" id="{09507048-EB0C-6381-897E-432F654E3305}"/>
                  </a:ext>
                </a:extLst>
              </p:cNvPr>
              <p:cNvSpPr txBox="1"/>
              <p:nvPr/>
            </p:nvSpPr>
            <p:spPr>
              <a:xfrm>
                <a:off x="5251389" y="3540043"/>
                <a:ext cx="5723320" cy="707886"/>
              </a:xfrm>
              <a:prstGeom prst="rect">
                <a:avLst/>
              </a:prstGeom>
              <a:noFill/>
            </p:spPr>
            <p:txBody>
              <a:bodyPr wrap="square" rtlCol="1">
                <a:spAutoFit/>
              </a:bodyPr>
              <a:lstStyle>
                <a:defPPr>
                  <a:defRPr lang="LID4096"/>
                </a:defPPr>
                <a:lvl1pPr>
                  <a:defRPr>
                    <a:latin typeface="David" panose="020E0502060401010101" pitchFamily="34" charset="-79"/>
                  </a:defRPr>
                </a:lvl1pPr>
              </a:lstStyle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sz="2000" dirty="0"/>
                  <a:t> - Startup category is to biotechnology (one company, binary)</a:t>
                </a:r>
              </a:p>
            </p:txBody>
          </p:sp>
        </mc:Choice>
        <mc:Fallback>
          <p:sp>
            <p:nvSpPr>
              <p:cNvPr id="9" name="תיבת טקסט 8">
                <a:extLst>
                  <a:ext uri="{FF2B5EF4-FFF2-40B4-BE49-F238E27FC236}">
                    <a16:creationId xmlns:a16="http://schemas.microsoft.com/office/drawing/2014/main" id="{09507048-EB0C-6381-897E-432F654E330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51389" y="3540043"/>
                <a:ext cx="5723320" cy="707886"/>
              </a:xfrm>
              <a:prstGeom prst="rect">
                <a:avLst/>
              </a:prstGeom>
              <a:blipFill>
                <a:blip r:embed="rId4"/>
                <a:stretch>
                  <a:fillRect l="-1065" t="-5172" b="-13793"/>
                </a:stretch>
              </a:blipFill>
            </p:spPr>
            <p:txBody>
              <a:bodyPr/>
              <a:lstStyle/>
              <a:p>
                <a:r>
                  <a:rPr lang="he-IL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1" name="מחבר חץ ישר 10">
            <a:extLst>
              <a:ext uri="{FF2B5EF4-FFF2-40B4-BE49-F238E27FC236}">
                <a16:creationId xmlns:a16="http://schemas.microsoft.com/office/drawing/2014/main" id="{C851D08F-404F-383E-A54C-E8D0D58EAF10}"/>
              </a:ext>
            </a:extLst>
          </p:cNvPr>
          <p:cNvCxnSpPr/>
          <p:nvPr/>
        </p:nvCxnSpPr>
        <p:spPr>
          <a:xfrm>
            <a:off x="4168113" y="3208342"/>
            <a:ext cx="926757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12" name="תיבת טקסט 11">
                <a:extLst>
                  <a:ext uri="{FF2B5EF4-FFF2-40B4-BE49-F238E27FC236}">
                    <a16:creationId xmlns:a16="http://schemas.microsoft.com/office/drawing/2014/main" id="{DA11CB9E-88E6-0FD6-F106-81205DCE6191}"/>
                  </a:ext>
                </a:extLst>
              </p:cNvPr>
              <p:cNvSpPr txBox="1"/>
              <p:nvPr/>
            </p:nvSpPr>
            <p:spPr>
              <a:xfrm>
                <a:off x="5251388" y="3023676"/>
                <a:ext cx="5723321" cy="400110"/>
              </a:xfrm>
              <a:prstGeom prst="rect">
                <a:avLst/>
              </a:prstGeom>
              <a:noFill/>
            </p:spPr>
            <p:txBody>
              <a:bodyPr wrap="square" rtlCol="1">
                <a:spAutoFit/>
              </a:bodyPr>
              <a:lstStyle>
                <a:defPPr>
                  <a:defRPr lang="LID4096"/>
                </a:defPPr>
                <a:lvl1pPr>
                  <a:defRPr>
                    <a:latin typeface="David" panose="020E0502060401010101" pitchFamily="34" charset="-79"/>
                  </a:defRPr>
                </a:lvl1pPr>
              </a:lstStyle>
              <a:p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US" sz="2000" dirty="0"/>
                  <a:t> - Number of startup in the biotechnology category</a:t>
                </a:r>
              </a:p>
            </p:txBody>
          </p:sp>
        </mc:Choice>
        <mc:Fallback>
          <p:sp>
            <p:nvSpPr>
              <p:cNvPr id="12" name="תיבת טקסט 11">
                <a:extLst>
                  <a:ext uri="{FF2B5EF4-FFF2-40B4-BE49-F238E27FC236}">
                    <a16:creationId xmlns:a16="http://schemas.microsoft.com/office/drawing/2014/main" id="{DA11CB9E-88E6-0FD6-F106-81205DCE619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51388" y="3023676"/>
                <a:ext cx="5723321" cy="400110"/>
              </a:xfrm>
              <a:prstGeom prst="rect">
                <a:avLst/>
              </a:prstGeom>
              <a:blipFill>
                <a:blip r:embed="rId5"/>
                <a:stretch>
                  <a:fillRect t="-7576" b="-25758"/>
                </a:stretch>
              </a:blipFill>
            </p:spPr>
            <p:txBody>
              <a:bodyPr/>
              <a:lstStyle/>
              <a:p>
                <a:r>
                  <a:rPr lang="he-I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מציין מיקום של מספר שקופית 2">
            <a:extLst>
              <a:ext uri="{FF2B5EF4-FFF2-40B4-BE49-F238E27FC236}">
                <a16:creationId xmlns:a16="http://schemas.microsoft.com/office/drawing/2014/main" id="{9936BB4F-FB59-2879-D9A2-702840D643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796F57-8306-40D4-9229-37A3D19F0B5F}" type="slidenum">
              <a:rPr lang="LID4096" smtClean="0"/>
              <a:t>11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909305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9" grpId="0"/>
      <p:bldP spid="12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313280-192F-BB1A-735E-910164C2BD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A4517D-AAF2-23A8-CB87-602D6F2810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0997"/>
            <a:ext cx="10515600" cy="1325563"/>
          </a:xfrm>
        </p:spPr>
        <p:txBody>
          <a:bodyPr/>
          <a:lstStyle/>
          <a:p>
            <a:r>
              <a:rPr lang="en-US" dirty="0"/>
              <a:t>Translating a Graphical Model to a PPL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Content Placeholder 2">
                <a:extLst>
                  <a:ext uri="{FF2B5EF4-FFF2-40B4-BE49-F238E27FC236}">
                    <a16:creationId xmlns:a16="http://schemas.microsoft.com/office/drawing/2014/main" id="{ABA1BA6A-3D4D-5558-C64A-ECFD485D6CF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346560"/>
                <a:ext cx="5955291" cy="5378705"/>
              </a:xfrm>
            </p:spPr>
            <p:txBody>
              <a:bodyPr>
                <a:normAutofit/>
              </a:bodyPr>
              <a:lstStyle/>
              <a:p>
                <a:pPr>
                  <a:lnSpc>
                    <a:spcPct val="150000"/>
                  </a:lnSpc>
                  <a:buFont typeface="Wingdings" panose="05000000000000000000" pitchFamily="2" charset="2"/>
                  <a:buChar char="§"/>
                </a:pPr>
                <a:r>
                  <a:rPr lang="en-US" dirty="0"/>
                  <a:t>Biotechnology startups</a:t>
                </a:r>
              </a:p>
              <a:p>
                <a:pPr>
                  <a:lnSpc>
                    <a:spcPct val="150000"/>
                  </a:lnSpc>
                  <a:buFont typeface="Wingdings" panose="05000000000000000000" pitchFamily="2" charset="2"/>
                  <a:buChar char="§"/>
                </a:pPr>
                <a:r>
                  <a:rPr lang="en-US" dirty="0"/>
                  <a:t>2 possible models</a:t>
                </a:r>
              </a:p>
              <a:p>
                <a:pPr marL="0" indent="0" algn="ctr"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𝜃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~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𝐵𝑒𝑡𝑎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𝛼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 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𝛽</m:t>
                          </m:r>
                        </m:e>
                      </m:d>
                    </m:oMath>
                  </m:oMathPara>
                </a14:m>
                <a:endParaRPr lang="en-US" b="0" i="1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0" indent="0" algn="ctr"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𝑦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~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𝐵𝑖𝑛𝑜𝑚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 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𝑁</m:t>
                          </m:r>
                        </m:e>
                      </m:d>
                    </m:oMath>
                  </m:oMathPara>
                </a14:m>
                <a:endParaRPr lang="en-US" b="0" i="1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457200" lvl="1" indent="0" algn="ctr"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~ </m:t>
                      </m:r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𝐵𝑒𝑟𝑛𝑢𝑙𝑙𝑖</m:t>
                      </m:r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</m:t>
                      </m:r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𝜃</m:t>
                      </m:r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i="1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0" indent="0">
                  <a:lnSpc>
                    <a:spcPct val="150000"/>
                  </a:lnSpc>
                  <a:buNone/>
                </a:pPr>
                <a:endParaRPr lang="en-US" b="0" dirty="0">
                  <a:ea typeface="Cambria Math" panose="02040503050406030204" pitchFamily="18" charset="0"/>
                </a:endParaRPr>
              </a:p>
              <a:p>
                <a:pPr marL="0" indent="0">
                  <a:lnSpc>
                    <a:spcPct val="150000"/>
                  </a:lnSpc>
                  <a:buNone/>
                </a:pPr>
                <a:endParaRPr lang="en-US" b="0" dirty="0">
                  <a:ea typeface="Cambria Math" panose="02040503050406030204" pitchFamily="18" charset="0"/>
                </a:endParaRPr>
              </a:p>
              <a:p>
                <a:pPr marL="0" indent="0">
                  <a:lnSpc>
                    <a:spcPct val="150000"/>
                  </a:lnSpc>
                  <a:buNone/>
                </a:pPr>
                <a:endParaRPr lang="en-US" dirty="0"/>
              </a:p>
              <a:p>
                <a:pPr marL="0" indent="0">
                  <a:lnSpc>
                    <a:spcPct val="150000"/>
                  </a:lnSpc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8" name="Content Placeholder 2">
                <a:extLst>
                  <a:ext uri="{FF2B5EF4-FFF2-40B4-BE49-F238E27FC236}">
                    <a16:creationId xmlns:a16="http://schemas.microsoft.com/office/drawing/2014/main" id="{ABA1BA6A-3D4D-5558-C64A-ECFD485D6CF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346560"/>
                <a:ext cx="5955291" cy="5378705"/>
              </a:xfrm>
              <a:blipFill>
                <a:blip r:embed="rId3"/>
                <a:stretch>
                  <a:fillRect l="-1844"/>
                </a:stretch>
              </a:blipFill>
            </p:spPr>
            <p:txBody>
              <a:bodyPr/>
              <a:lstStyle/>
              <a:p>
                <a:r>
                  <a:rPr lang="he-IL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" name="Graphic 7">
            <a:extLst>
              <a:ext uri="{FF2B5EF4-FFF2-40B4-BE49-F238E27FC236}">
                <a16:creationId xmlns:a16="http://schemas.microsoft.com/office/drawing/2014/main" id="{76F7360D-75E3-CC7E-5F97-1AB0C773E8B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>
          <a:xfrm>
            <a:off x="5528877" y="1377860"/>
            <a:ext cx="1620655" cy="4133580"/>
          </a:xfrm>
          <a:prstGeom prst="rect">
            <a:avLst/>
          </a:prstGeom>
        </p:spPr>
      </p:pic>
      <p:pic>
        <p:nvPicPr>
          <p:cNvPr id="5" name="תמונה 4">
            <a:extLst>
              <a:ext uri="{FF2B5EF4-FFF2-40B4-BE49-F238E27FC236}">
                <a16:creationId xmlns:a16="http://schemas.microsoft.com/office/drawing/2014/main" id="{F6668E5B-F3E0-CE60-6E59-755902D744C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41202" y="1232020"/>
            <a:ext cx="1374647" cy="4393960"/>
          </a:xfrm>
          <a:prstGeom prst="rect">
            <a:avLst/>
          </a:prstGeom>
        </p:spPr>
      </p:pic>
      <p:sp>
        <p:nvSpPr>
          <p:cNvPr id="4" name="מציין מיקום של מספר שקופית 3">
            <a:extLst>
              <a:ext uri="{FF2B5EF4-FFF2-40B4-BE49-F238E27FC236}">
                <a16:creationId xmlns:a16="http://schemas.microsoft.com/office/drawing/2014/main" id="{110C27BC-C744-6BAC-A1E7-10817C77D4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796F57-8306-40D4-9229-37A3D19F0B5F}" type="slidenum">
              <a:rPr lang="LID4096" smtClean="0"/>
              <a:t>12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317285394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37A738-882E-89FC-5B27-09A846185C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D780D6-7B01-C0C7-1A32-B030328459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0997"/>
            <a:ext cx="10515600" cy="1325563"/>
          </a:xfrm>
        </p:spPr>
        <p:txBody>
          <a:bodyPr/>
          <a:lstStyle/>
          <a:p>
            <a:r>
              <a:rPr lang="en-US" dirty="0"/>
              <a:t>Translating a Graphical Model to a PPL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Content Placeholder 2">
                <a:extLst>
                  <a:ext uri="{FF2B5EF4-FFF2-40B4-BE49-F238E27FC236}">
                    <a16:creationId xmlns:a16="http://schemas.microsoft.com/office/drawing/2014/main" id="{1B7711AB-9AAA-C69B-B2EC-6F13C505064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346560"/>
                <a:ext cx="5955291" cy="5378705"/>
              </a:xfrm>
            </p:spPr>
            <p:txBody>
              <a:bodyPr>
                <a:normAutofit/>
              </a:bodyPr>
              <a:lstStyle/>
              <a:p>
                <a:pPr>
                  <a:lnSpc>
                    <a:spcPct val="150000"/>
                  </a:lnSpc>
                  <a:buFont typeface="Wingdings" panose="05000000000000000000" pitchFamily="2" charset="2"/>
                  <a:buChar char="§"/>
                </a:pPr>
                <a:r>
                  <a:rPr lang="en-US" dirty="0"/>
                  <a:t>Biotechnology startups</a:t>
                </a:r>
              </a:p>
              <a:p>
                <a:pPr>
                  <a:lnSpc>
                    <a:spcPct val="150000"/>
                  </a:lnSpc>
                  <a:buFont typeface="Wingdings" panose="05000000000000000000" pitchFamily="2" charset="2"/>
                  <a:buChar char="§"/>
                </a:pPr>
                <a:r>
                  <a:rPr lang="en-US" dirty="0"/>
                  <a:t>2 possible models</a:t>
                </a:r>
              </a:p>
              <a:p>
                <a:pPr marL="0" indent="0" algn="ctr"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𝜃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~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𝐵𝑒𝑡𝑎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𝛼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 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𝛽</m:t>
                          </m:r>
                        </m:e>
                      </m:d>
                    </m:oMath>
                  </m:oMathPara>
                </a14:m>
                <a:endParaRPr lang="en-US" b="0" i="1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0" indent="0" algn="ctr"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chemeClr val="accent2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𝑦</m:t>
                      </m:r>
                      <m:r>
                        <a:rPr lang="en-US" b="0" i="1" smtClean="0">
                          <a:solidFill>
                            <a:schemeClr val="accent2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~ </m:t>
                      </m:r>
                      <m:r>
                        <a:rPr lang="en-US" b="0" i="1" smtClean="0">
                          <a:solidFill>
                            <a:schemeClr val="accent2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𝐵𝑖𝑛𝑜𝑚</m:t>
                      </m:r>
                      <m:d>
                        <m:dPr>
                          <m:ctrlPr>
                            <a:rPr lang="en-US" b="0" i="1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  <m:r>
                            <a:rPr lang="en-US" b="0" i="1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 </m:t>
                          </m:r>
                          <m:r>
                            <a:rPr lang="en-US" b="0" i="1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𝑁</m:t>
                          </m:r>
                        </m:e>
                      </m:d>
                    </m:oMath>
                  </m:oMathPara>
                </a14:m>
                <a:endParaRPr lang="en-US" b="0" i="1" dirty="0">
                  <a:solidFill>
                    <a:schemeClr val="accent2"/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457200" lvl="1" indent="0" algn="ctr"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i="1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i="1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~ </m:t>
                      </m:r>
                      <m:r>
                        <a:rPr lang="en-US" i="1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𝐵𝑒𝑟𝑛𝑢𝑙𝑙𝑖</m:t>
                      </m:r>
                      <m:r>
                        <a:rPr lang="en-US" i="1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</m:t>
                      </m:r>
                      <m:r>
                        <a:rPr lang="en-US" i="1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𝜃</m:t>
                      </m:r>
                      <m:r>
                        <a:rPr lang="en-US" i="1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i="1" dirty="0">
                  <a:solidFill>
                    <a:srgbClr val="7030A0"/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0" indent="0">
                  <a:lnSpc>
                    <a:spcPct val="150000"/>
                  </a:lnSpc>
                  <a:buNone/>
                </a:pPr>
                <a:endParaRPr lang="en-US" b="0" dirty="0">
                  <a:ea typeface="Cambria Math" panose="02040503050406030204" pitchFamily="18" charset="0"/>
                </a:endParaRPr>
              </a:p>
              <a:p>
                <a:pPr marL="0" indent="0">
                  <a:lnSpc>
                    <a:spcPct val="150000"/>
                  </a:lnSpc>
                  <a:buNone/>
                </a:pPr>
                <a:endParaRPr lang="en-US" b="0" dirty="0">
                  <a:ea typeface="Cambria Math" panose="02040503050406030204" pitchFamily="18" charset="0"/>
                </a:endParaRPr>
              </a:p>
              <a:p>
                <a:pPr marL="0" indent="0">
                  <a:lnSpc>
                    <a:spcPct val="150000"/>
                  </a:lnSpc>
                  <a:buNone/>
                </a:pPr>
                <a:endParaRPr lang="en-US" dirty="0"/>
              </a:p>
              <a:p>
                <a:pPr marL="0" indent="0">
                  <a:lnSpc>
                    <a:spcPct val="150000"/>
                  </a:lnSpc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8" name="Content Placeholder 2">
                <a:extLst>
                  <a:ext uri="{FF2B5EF4-FFF2-40B4-BE49-F238E27FC236}">
                    <a16:creationId xmlns:a16="http://schemas.microsoft.com/office/drawing/2014/main" id="{1B7711AB-9AAA-C69B-B2EC-6F13C505064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346560"/>
                <a:ext cx="5955291" cy="5378705"/>
              </a:xfrm>
              <a:blipFill>
                <a:blip r:embed="rId3"/>
                <a:stretch>
                  <a:fillRect l="-1844"/>
                </a:stretch>
              </a:blipFill>
            </p:spPr>
            <p:txBody>
              <a:bodyPr/>
              <a:lstStyle/>
              <a:p>
                <a:r>
                  <a:rPr lang="he-IL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" name="Graphic 7">
            <a:extLst>
              <a:ext uri="{FF2B5EF4-FFF2-40B4-BE49-F238E27FC236}">
                <a16:creationId xmlns:a16="http://schemas.microsoft.com/office/drawing/2014/main" id="{BBF00BB7-2515-2989-180F-C9F394C1EE5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>
          <a:xfrm>
            <a:off x="5528877" y="1377860"/>
            <a:ext cx="1620655" cy="4133580"/>
          </a:xfrm>
          <a:prstGeom prst="rect">
            <a:avLst/>
          </a:prstGeom>
        </p:spPr>
      </p:pic>
      <p:pic>
        <p:nvPicPr>
          <p:cNvPr id="5" name="תמונה 4">
            <a:extLst>
              <a:ext uri="{FF2B5EF4-FFF2-40B4-BE49-F238E27FC236}">
                <a16:creationId xmlns:a16="http://schemas.microsoft.com/office/drawing/2014/main" id="{30B22075-626B-4EE1-033F-9D022BBCB55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41202" y="1232020"/>
            <a:ext cx="1374647" cy="4393960"/>
          </a:xfrm>
          <a:prstGeom prst="rect">
            <a:avLst/>
          </a:prstGeom>
        </p:spPr>
      </p:pic>
      <p:sp>
        <p:nvSpPr>
          <p:cNvPr id="4" name="מלבן 3">
            <a:extLst>
              <a:ext uri="{FF2B5EF4-FFF2-40B4-BE49-F238E27FC236}">
                <a16:creationId xmlns:a16="http://schemas.microsoft.com/office/drawing/2014/main" id="{E9FF2909-BE08-7CB6-89B1-7556A1C7F536}"/>
              </a:ext>
            </a:extLst>
          </p:cNvPr>
          <p:cNvSpPr/>
          <p:nvPr/>
        </p:nvSpPr>
        <p:spPr>
          <a:xfrm>
            <a:off x="2467119" y="5626715"/>
            <a:ext cx="3472249" cy="1000898"/>
          </a:xfrm>
          <a:prstGeom prst="rect">
            <a:avLst/>
          </a:prstGeom>
          <a:solidFill>
            <a:schemeClr val="bg1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en-US" dirty="0">
                <a:solidFill>
                  <a:sysClr val="windowText" lastClr="000000"/>
                </a:solidFill>
              </a:rPr>
              <a:t>Use when data is a sum of Bernoulli outcomes</a:t>
            </a:r>
            <a:endParaRPr lang="he-IL" dirty="0">
              <a:solidFill>
                <a:sysClr val="windowText" lastClr="000000"/>
              </a:solidFill>
            </a:endParaRPr>
          </a:p>
        </p:txBody>
      </p:sp>
      <p:sp>
        <p:nvSpPr>
          <p:cNvPr id="6" name="מלבן 5">
            <a:extLst>
              <a:ext uri="{FF2B5EF4-FFF2-40B4-BE49-F238E27FC236}">
                <a16:creationId xmlns:a16="http://schemas.microsoft.com/office/drawing/2014/main" id="{D0E7C3FE-1D9D-D4BC-C473-074FFEFB3AE8}"/>
              </a:ext>
            </a:extLst>
          </p:cNvPr>
          <p:cNvSpPr/>
          <p:nvPr/>
        </p:nvSpPr>
        <p:spPr>
          <a:xfrm>
            <a:off x="8571394" y="5625980"/>
            <a:ext cx="3472249" cy="1000898"/>
          </a:xfrm>
          <a:prstGeom prst="rect">
            <a:avLst/>
          </a:prstGeom>
          <a:solidFill>
            <a:schemeClr val="bg1"/>
          </a:solidFill>
          <a:ln>
            <a:solidFill>
              <a:srgbClr val="7030A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en-US" dirty="0">
                <a:solidFill>
                  <a:sysClr val="windowText" lastClr="000000"/>
                </a:solidFill>
              </a:rPr>
              <a:t>Use when data is a vector of Bernoulli outcomes</a:t>
            </a:r>
            <a:endParaRPr lang="he-IL" dirty="0">
              <a:solidFill>
                <a:sysClr val="windowText" lastClr="000000"/>
              </a:solidFill>
            </a:endParaRPr>
          </a:p>
        </p:txBody>
      </p:sp>
      <p:cxnSp>
        <p:nvCxnSpPr>
          <p:cNvPr id="9" name="מחבר חץ ישר 8">
            <a:extLst>
              <a:ext uri="{FF2B5EF4-FFF2-40B4-BE49-F238E27FC236}">
                <a16:creationId xmlns:a16="http://schemas.microsoft.com/office/drawing/2014/main" id="{EBF7B24C-1609-82F5-1CF3-15DA2FD82505}"/>
              </a:ext>
            </a:extLst>
          </p:cNvPr>
          <p:cNvCxnSpPr>
            <a:stCxn id="6" idx="0"/>
          </p:cNvCxnSpPr>
          <p:nvPr/>
        </p:nvCxnSpPr>
        <p:spPr>
          <a:xfrm flipH="1" flipV="1">
            <a:off x="9415849" y="5263978"/>
            <a:ext cx="891670" cy="36200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  <p:cxnSp>
        <p:nvCxnSpPr>
          <p:cNvPr id="11" name="מחבר חץ ישר 10">
            <a:extLst>
              <a:ext uri="{FF2B5EF4-FFF2-40B4-BE49-F238E27FC236}">
                <a16:creationId xmlns:a16="http://schemas.microsoft.com/office/drawing/2014/main" id="{28828783-6ECC-9FDF-D7C3-75835B7AE313}"/>
              </a:ext>
            </a:extLst>
          </p:cNvPr>
          <p:cNvCxnSpPr>
            <a:stCxn id="4" idx="0"/>
          </p:cNvCxnSpPr>
          <p:nvPr/>
        </p:nvCxnSpPr>
        <p:spPr>
          <a:xfrm flipV="1">
            <a:off x="4203244" y="4769708"/>
            <a:ext cx="1134875" cy="857007"/>
          </a:xfrm>
          <a:prstGeom prst="straightConnector1">
            <a:avLst/>
          </a:prstGeom>
          <a:ln>
            <a:solidFill>
              <a:schemeClr val="accent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מציין מיקום של מספר שקופית 6">
            <a:extLst>
              <a:ext uri="{FF2B5EF4-FFF2-40B4-BE49-F238E27FC236}">
                <a16:creationId xmlns:a16="http://schemas.microsoft.com/office/drawing/2014/main" id="{FE72BA4F-75C3-7D4B-635E-1814190FD4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796F57-8306-40D4-9229-37A3D19F0B5F}" type="slidenum">
              <a:rPr lang="LID4096" smtClean="0"/>
              <a:t>13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330081737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0C399F-1DA2-3F3E-AF61-6AEF4A24D9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0796F2-9533-BAF1-0F72-578D2E87F1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0997"/>
            <a:ext cx="10515600" cy="1325563"/>
          </a:xfrm>
        </p:spPr>
        <p:txBody>
          <a:bodyPr/>
          <a:lstStyle/>
          <a:p>
            <a:r>
              <a:rPr lang="en-US" dirty="0"/>
              <a:t>Translating a Graphical Model to a PPL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Content Placeholder 2">
                <a:extLst>
                  <a:ext uri="{FF2B5EF4-FFF2-40B4-BE49-F238E27FC236}">
                    <a16:creationId xmlns:a16="http://schemas.microsoft.com/office/drawing/2014/main" id="{0F60B728-C219-B443-69C6-30FB7448A6F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346560"/>
                <a:ext cx="5955291" cy="5378705"/>
              </a:xfrm>
            </p:spPr>
            <p:txBody>
              <a:bodyPr>
                <a:normAutofit/>
              </a:bodyPr>
              <a:lstStyle/>
              <a:p>
                <a:pPr>
                  <a:lnSpc>
                    <a:spcPct val="150000"/>
                  </a:lnSpc>
                  <a:buFont typeface="Wingdings" panose="05000000000000000000" pitchFamily="2" charset="2"/>
                  <a:buChar char="§"/>
                </a:pPr>
                <a:r>
                  <a:rPr lang="en-US" dirty="0"/>
                  <a:t>Biotechnology startups</a:t>
                </a:r>
                <a:endParaRPr lang="he-IL" dirty="0"/>
              </a:p>
              <a:p>
                <a:pPr>
                  <a:lnSpc>
                    <a:spcPct val="150000"/>
                  </a:lnSpc>
                  <a:buFont typeface="Wingdings" panose="05000000000000000000" pitchFamily="2" charset="2"/>
                  <a:buChar char="§"/>
                </a:pPr>
                <a:r>
                  <a:rPr lang="en-US" dirty="0"/>
                  <a:t>Choosing a prior</a:t>
                </a:r>
              </a:p>
              <a:p>
                <a:pPr marL="0" indent="0" algn="ctr"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𝜃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~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𝐵𝑒𝑡𝑎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 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18</m:t>
                          </m:r>
                        </m:e>
                      </m:d>
                    </m:oMath>
                  </m:oMathPara>
                </a14:m>
                <a:endParaRPr lang="en-US" b="0" i="1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0" indent="0" algn="ctr"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~ </m:t>
                      </m:r>
                      <m:r>
                        <a:rPr lang="en-US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𝐵𝑒𝑟𝑛𝑢𝑙𝑙𝑖</m:t>
                      </m:r>
                      <m:r>
                        <a:rPr lang="en-US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</m:t>
                      </m:r>
                      <m:r>
                        <a:rPr lang="en-US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𝜃</m:t>
                      </m:r>
                      <m:r>
                        <a:rPr lang="en-US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i="1" dirty="0">
                  <a:solidFill>
                    <a:schemeClr val="tx1"/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0" indent="0">
                  <a:lnSpc>
                    <a:spcPct val="150000"/>
                  </a:lnSpc>
                  <a:buNone/>
                </a:pPr>
                <a:endParaRPr lang="en-US" b="0" dirty="0">
                  <a:ea typeface="Cambria Math" panose="02040503050406030204" pitchFamily="18" charset="0"/>
                </a:endParaRPr>
              </a:p>
              <a:p>
                <a:pPr marL="0" indent="0">
                  <a:lnSpc>
                    <a:spcPct val="150000"/>
                  </a:lnSpc>
                  <a:buNone/>
                </a:pPr>
                <a:endParaRPr lang="en-US" b="0" dirty="0">
                  <a:ea typeface="Cambria Math" panose="02040503050406030204" pitchFamily="18" charset="0"/>
                </a:endParaRPr>
              </a:p>
              <a:p>
                <a:pPr marL="0" indent="0">
                  <a:lnSpc>
                    <a:spcPct val="150000"/>
                  </a:lnSpc>
                  <a:buNone/>
                </a:pPr>
                <a:endParaRPr lang="en-US" dirty="0"/>
              </a:p>
              <a:p>
                <a:pPr marL="0" indent="0">
                  <a:lnSpc>
                    <a:spcPct val="150000"/>
                  </a:lnSpc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8" name="Content Placeholder 2">
                <a:extLst>
                  <a:ext uri="{FF2B5EF4-FFF2-40B4-BE49-F238E27FC236}">
                    <a16:creationId xmlns:a16="http://schemas.microsoft.com/office/drawing/2014/main" id="{0F60B728-C219-B443-69C6-30FB7448A6F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346560"/>
                <a:ext cx="5955291" cy="5378705"/>
              </a:xfrm>
              <a:blipFill>
                <a:blip r:embed="rId3"/>
                <a:stretch>
                  <a:fillRect l="-1844"/>
                </a:stretch>
              </a:blipFill>
            </p:spPr>
            <p:txBody>
              <a:bodyPr/>
              <a:lstStyle/>
              <a:p>
                <a:r>
                  <a:rPr lang="he-IL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3" name="תמונה 12">
            <a:extLst>
              <a:ext uri="{FF2B5EF4-FFF2-40B4-BE49-F238E27FC236}">
                <a16:creationId xmlns:a16="http://schemas.microsoft.com/office/drawing/2014/main" id="{B9BD16F7-8C1C-1111-037B-CB5D13F1288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98509" y="1485182"/>
            <a:ext cx="5955291" cy="4803156"/>
          </a:xfrm>
          <a:prstGeom prst="rect">
            <a:avLst/>
          </a:prstGeom>
        </p:spPr>
      </p:pic>
      <p:sp>
        <p:nvSpPr>
          <p:cNvPr id="14" name="מציין מיקום של מספר שקופית 13">
            <a:extLst>
              <a:ext uri="{FF2B5EF4-FFF2-40B4-BE49-F238E27FC236}">
                <a16:creationId xmlns:a16="http://schemas.microsoft.com/office/drawing/2014/main" id="{9055D2A8-0CD5-E1EF-D0D3-C46C383C35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796F57-8306-40D4-9229-37A3D19F0B5F}" type="slidenum">
              <a:rPr lang="LID4096" smtClean="0"/>
              <a:t>14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81123153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34E82D-8016-220E-5AC8-AF3277272C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B455F8-3338-7B63-7892-D7A4B1FD1C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0997"/>
            <a:ext cx="10515600" cy="1325563"/>
          </a:xfrm>
        </p:spPr>
        <p:txBody>
          <a:bodyPr/>
          <a:lstStyle/>
          <a:p>
            <a:r>
              <a:rPr lang="en-US" dirty="0"/>
              <a:t>Translating a Graphical Model to a PPL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F7C4CCFF-56C4-4F6D-C2E8-2479CDB2A4C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052424"/>
            <a:ext cx="10515600" cy="5672842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dirty="0"/>
              <a:t>Biotechnology startups</a:t>
            </a:r>
            <a:r>
              <a:rPr lang="he-IL" dirty="0"/>
              <a:t> </a:t>
            </a:r>
            <a:r>
              <a:rPr lang="en-US" dirty="0"/>
              <a:t> - PPL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§"/>
            </a:pPr>
            <a:endParaRPr lang="en-US" dirty="0"/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§"/>
            </a:pPr>
            <a:endParaRPr lang="en-US" sz="2400" dirty="0"/>
          </a:p>
          <a:p>
            <a:pPr marL="0" indent="0">
              <a:buNone/>
            </a:pPr>
            <a:endParaRPr lang="en-US" sz="2400" b="1" dirty="0"/>
          </a:p>
          <a:p>
            <a:pPr marL="0" indent="0">
              <a:buNone/>
            </a:pPr>
            <a:endParaRPr lang="en-US" sz="2400" b="1" dirty="0"/>
          </a:p>
          <a:p>
            <a:pPr marL="0" indent="0">
              <a:buNone/>
            </a:pPr>
            <a:r>
              <a:rPr lang="en-US" sz="2400" b="1" dirty="0"/>
              <a:t>Line 1: </a:t>
            </a:r>
            <a:r>
              <a:rPr lang="en-GB" sz="2400" dirty="0"/>
              <a:t>creates a container for our model. Everything inside the with block will be automatically added to </a:t>
            </a:r>
            <a:r>
              <a:rPr lang="en-US" sz="2000" dirty="0" err="1">
                <a:solidFill>
                  <a:srgbClr val="000000"/>
                </a:solidFill>
                <a:latin typeface="Courier New" panose="02070309020205020404" pitchFamily="49" charset="0"/>
              </a:rPr>
              <a:t>biotech_model</a:t>
            </a:r>
            <a:r>
              <a:rPr lang="en-GB" sz="2400" dirty="0"/>
              <a:t>.</a:t>
            </a:r>
          </a:p>
          <a:p>
            <a:pPr marL="0" indent="0">
              <a:buNone/>
            </a:pPr>
            <a:r>
              <a:rPr lang="en-US" sz="2400" b="1" dirty="0"/>
              <a:t>Line 2: </a:t>
            </a:r>
            <a:r>
              <a:rPr lang="en-GB" sz="2400" dirty="0"/>
              <a:t>prior</a:t>
            </a:r>
          </a:p>
          <a:p>
            <a:pPr marL="0" indent="0">
              <a:buNone/>
            </a:pPr>
            <a:r>
              <a:rPr lang="en-GB" sz="2400" b="1" dirty="0"/>
              <a:t>Line 3: </a:t>
            </a:r>
            <a:r>
              <a:rPr lang="en-GB" sz="2400" dirty="0"/>
              <a:t>likelihood</a:t>
            </a:r>
          </a:p>
          <a:p>
            <a:pPr marL="0" indent="0">
              <a:buNone/>
            </a:pPr>
            <a:r>
              <a:rPr lang="en-GB" sz="2400" b="1" dirty="0"/>
              <a:t>Line 4: </a:t>
            </a:r>
            <a:r>
              <a:rPr lang="en-GB" sz="2400" dirty="0"/>
              <a:t>computes the posterior using numerical methods. </a:t>
            </a:r>
            <a:endParaRPr lang="en-GB" sz="2400" b="1" dirty="0"/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§"/>
            </a:pPr>
            <a:endParaRPr lang="en-US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1B553A7-5967-27FA-146B-E7AC50925B54}"/>
              </a:ext>
            </a:extLst>
          </p:cNvPr>
          <p:cNvSpPr txBox="1"/>
          <p:nvPr/>
        </p:nvSpPr>
        <p:spPr>
          <a:xfrm>
            <a:off x="975779" y="1989078"/>
            <a:ext cx="8650134" cy="2083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US" sz="1600" dirty="0">
                <a:solidFill>
                  <a:srgbClr val="008000"/>
                </a:solidFill>
                <a:latin typeface="Courier New" panose="02070309020205020404" pitchFamily="49" charset="0"/>
              </a:rPr>
              <a:t># Choosing a prior</a:t>
            </a:r>
            <a:endParaRPr lang="en-US" sz="1600" dirty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Courier New" panose="02070309020205020404" pitchFamily="49" charset="0"/>
              </a:rPr>
              <a:t>a = </a:t>
            </a:r>
            <a:r>
              <a:rPr lang="en-US" sz="1600" dirty="0">
                <a:solidFill>
                  <a:srgbClr val="116644"/>
                </a:solidFill>
                <a:latin typeface="Courier New" panose="02070309020205020404" pitchFamily="49" charset="0"/>
              </a:rPr>
              <a:t>2</a:t>
            </a:r>
            <a:endParaRPr lang="en-US" sz="1600" dirty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Courier New" panose="02070309020205020404" pitchFamily="49" charset="0"/>
              </a:rPr>
              <a:t>b = </a:t>
            </a:r>
            <a:r>
              <a:rPr lang="en-US" sz="1600" dirty="0">
                <a:solidFill>
                  <a:srgbClr val="116644"/>
                </a:solidFill>
                <a:latin typeface="Courier New" panose="02070309020205020404" pitchFamily="49" charset="0"/>
              </a:rPr>
              <a:t>18</a:t>
            </a:r>
            <a:r>
              <a:rPr lang="en-US" sz="1600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</a:p>
          <a:p>
            <a:pPr>
              <a:lnSpc>
                <a:spcPts val="1425"/>
              </a:lnSpc>
              <a:buNone/>
            </a:pPr>
            <a:br>
              <a:rPr lang="en-US" sz="1600" dirty="0">
                <a:solidFill>
                  <a:srgbClr val="000000"/>
                </a:solidFill>
                <a:latin typeface="Courier New" panose="02070309020205020404" pitchFamily="49" charset="0"/>
              </a:rPr>
            </a:br>
            <a:endParaRPr lang="en-US" sz="1600" dirty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1600" dirty="0">
                <a:solidFill>
                  <a:srgbClr val="008000"/>
                </a:solidFill>
                <a:latin typeface="Courier New" panose="02070309020205020404" pitchFamily="49" charset="0"/>
              </a:rPr>
              <a:t># First </a:t>
            </a:r>
            <a:r>
              <a:rPr lang="en-US" sz="1600" dirty="0" err="1">
                <a:solidFill>
                  <a:srgbClr val="008000"/>
                </a:solidFill>
                <a:latin typeface="Courier New" panose="02070309020205020404" pitchFamily="49" charset="0"/>
              </a:rPr>
              <a:t>PyMC</a:t>
            </a:r>
            <a:r>
              <a:rPr lang="en-US" sz="1600" dirty="0">
                <a:solidFill>
                  <a:srgbClr val="008000"/>
                </a:solidFill>
                <a:latin typeface="Courier New" panose="02070309020205020404" pitchFamily="49" charset="0"/>
              </a:rPr>
              <a:t> model</a:t>
            </a:r>
            <a:endParaRPr lang="en-US" sz="1600" dirty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1600" dirty="0">
                <a:solidFill>
                  <a:srgbClr val="9723B4"/>
                </a:solidFill>
                <a:latin typeface="Courier New" panose="02070309020205020404" pitchFamily="49" charset="0"/>
              </a:rPr>
              <a:t>with</a:t>
            </a:r>
            <a:r>
              <a:rPr lang="en-US" sz="1600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sz="1600" dirty="0" err="1">
                <a:solidFill>
                  <a:srgbClr val="000000"/>
                </a:solidFill>
                <a:latin typeface="Courier New" panose="02070309020205020404" pitchFamily="49" charset="0"/>
              </a:rPr>
              <a:t>pm.Model</a:t>
            </a:r>
            <a:r>
              <a:rPr lang="en-US" sz="1600" dirty="0">
                <a:solidFill>
                  <a:srgbClr val="000000"/>
                </a:solidFill>
                <a:latin typeface="Courier New" panose="02070309020205020404" pitchFamily="49" charset="0"/>
              </a:rPr>
              <a:t>() </a:t>
            </a:r>
            <a:r>
              <a:rPr lang="en-US" sz="1600" dirty="0">
                <a:solidFill>
                  <a:srgbClr val="9723B4"/>
                </a:solidFill>
                <a:latin typeface="Courier New" panose="02070309020205020404" pitchFamily="49" charset="0"/>
              </a:rPr>
              <a:t>as</a:t>
            </a:r>
            <a:r>
              <a:rPr lang="en-US" sz="1600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sz="1600" dirty="0" err="1">
                <a:solidFill>
                  <a:srgbClr val="000000"/>
                </a:solidFill>
                <a:latin typeface="Courier New" panose="02070309020205020404" pitchFamily="49" charset="0"/>
              </a:rPr>
              <a:t>biotech_model</a:t>
            </a:r>
            <a:r>
              <a:rPr lang="en-US" sz="1600" dirty="0">
                <a:solidFill>
                  <a:srgbClr val="000000"/>
                </a:solidFill>
                <a:latin typeface="Courier New" panose="02070309020205020404" pitchFamily="49" charset="0"/>
              </a:rPr>
              <a:t>:</a:t>
            </a:r>
          </a:p>
          <a:p>
            <a:pPr>
              <a:lnSpc>
                <a:spcPts val="1425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Courier New" panose="02070309020205020404" pitchFamily="49" charset="0"/>
              </a:rPr>
              <a:t>    theta = </a:t>
            </a:r>
            <a:r>
              <a:rPr lang="en-US" sz="1600" dirty="0" err="1">
                <a:solidFill>
                  <a:srgbClr val="000000"/>
                </a:solidFill>
                <a:latin typeface="Courier New" panose="02070309020205020404" pitchFamily="49" charset="0"/>
              </a:rPr>
              <a:t>pm.Beta</a:t>
            </a:r>
            <a:r>
              <a:rPr lang="en-US" sz="1600" dirty="0">
                <a:solidFill>
                  <a:srgbClr val="000000"/>
                </a:solidFill>
                <a:latin typeface="Courier New" panose="02070309020205020404" pitchFamily="49" charset="0"/>
              </a:rPr>
              <a:t>(</a:t>
            </a:r>
            <a:r>
              <a:rPr lang="en-US" sz="1600" dirty="0">
                <a:solidFill>
                  <a:srgbClr val="A31515"/>
                </a:solidFill>
                <a:latin typeface="Courier New" panose="02070309020205020404" pitchFamily="49" charset="0"/>
              </a:rPr>
              <a:t>"theta"</a:t>
            </a:r>
            <a:r>
              <a:rPr lang="en-US" sz="1600" dirty="0">
                <a:solidFill>
                  <a:srgbClr val="000000"/>
                </a:solidFill>
                <a:latin typeface="Courier New" panose="02070309020205020404" pitchFamily="49" charset="0"/>
              </a:rPr>
              <a:t>, alpha=a, beta=b)</a:t>
            </a:r>
          </a:p>
          <a:p>
            <a:pPr>
              <a:lnSpc>
                <a:spcPts val="1425"/>
              </a:lnSpc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    y = </a:t>
            </a:r>
            <a:r>
              <a:rPr lang="en-US" sz="1600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pm.Bernoulli</a:t>
            </a:r>
            <a:r>
              <a:rPr lang="en-US" sz="16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(</a:t>
            </a:r>
            <a:r>
              <a:rPr lang="en-US" sz="1600" b="0" dirty="0">
                <a:solidFill>
                  <a:srgbClr val="A31515"/>
                </a:solidFill>
                <a:effectLst/>
                <a:latin typeface="Courier New" panose="02070309020205020404" pitchFamily="49" charset="0"/>
              </a:rPr>
              <a:t>"y"</a:t>
            </a:r>
            <a:r>
              <a:rPr lang="en-US" sz="16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, p=theta, observed=data)</a:t>
            </a:r>
            <a:br>
              <a:rPr lang="en-US" sz="16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</a:br>
            <a:endParaRPr lang="en-US" sz="1600" b="0" dirty="0">
              <a:solidFill>
                <a:srgbClr val="000000"/>
              </a:solidFill>
              <a:effectLst/>
              <a:latin typeface="Courier New" panose="020703090202050204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    </a:t>
            </a:r>
            <a:r>
              <a:rPr lang="en-US" sz="1600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idata</a:t>
            </a:r>
            <a:r>
              <a:rPr lang="en-US" sz="16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= </a:t>
            </a:r>
            <a:r>
              <a:rPr lang="en-US" sz="1600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pm.sample</a:t>
            </a:r>
            <a:r>
              <a:rPr lang="en-US" sz="16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(</a:t>
            </a:r>
            <a:r>
              <a:rPr lang="en-US" sz="1600" b="0" dirty="0">
                <a:solidFill>
                  <a:srgbClr val="116644"/>
                </a:solidFill>
                <a:effectLst/>
                <a:latin typeface="Courier New" panose="02070309020205020404" pitchFamily="49" charset="0"/>
              </a:rPr>
              <a:t>1000</a:t>
            </a:r>
            <a:r>
              <a:rPr lang="en-US" sz="16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, chains=</a:t>
            </a:r>
            <a:r>
              <a:rPr lang="en-US" sz="1600" b="0" dirty="0">
                <a:solidFill>
                  <a:srgbClr val="116644"/>
                </a:solidFill>
                <a:effectLst/>
                <a:latin typeface="Courier New" panose="02070309020205020404" pitchFamily="49" charset="0"/>
              </a:rPr>
              <a:t>4</a:t>
            </a:r>
            <a:r>
              <a:rPr lang="en-US" sz="16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)</a:t>
            </a:r>
          </a:p>
        </p:txBody>
      </p:sp>
      <p:sp>
        <p:nvSpPr>
          <p:cNvPr id="3" name="מציין מיקום של מספר שקופית 2">
            <a:extLst>
              <a:ext uri="{FF2B5EF4-FFF2-40B4-BE49-F238E27FC236}">
                <a16:creationId xmlns:a16="http://schemas.microsoft.com/office/drawing/2014/main" id="{F12A9754-882F-AB94-73CC-44D011B970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796F57-8306-40D4-9229-37A3D19F0B5F}" type="slidenum">
              <a:rPr lang="LID4096" smtClean="0"/>
              <a:t>15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2767568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50"/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50"/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50"/>
                                        <p:tgtEl>
                                          <p:spTgt spid="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50"/>
                                        <p:tgtEl>
                                          <p:spTgt spid="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F3F4D4-0D06-7359-C8F3-05AEEF4082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D83D0B-5207-A23C-C8BF-E099203CEC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0997"/>
            <a:ext cx="10515600" cy="1325563"/>
          </a:xfrm>
        </p:spPr>
        <p:txBody>
          <a:bodyPr/>
          <a:lstStyle/>
          <a:p>
            <a:r>
              <a:rPr lang="en-US" dirty="0"/>
              <a:t>Translating a Graphical Model to a PPL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8D67FF83-E4A0-4002-A33B-099ADFE41CF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46560"/>
            <a:ext cx="10515600" cy="5378705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dirty="0"/>
              <a:t>Biotechnology startups – Additions to the simple model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§"/>
            </a:pPr>
            <a:endParaRPr lang="en-US" dirty="0"/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§"/>
            </a:pPr>
            <a:endParaRPr lang="en-US" dirty="0"/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§"/>
            </a:pPr>
            <a:endParaRPr lang="en-US" dirty="0"/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§"/>
            </a:pPr>
            <a:endParaRPr lang="en-US" dirty="0"/>
          </a:p>
          <a:p>
            <a:pPr marL="0" indent="0">
              <a:lnSpc>
                <a:spcPct val="150000"/>
              </a:lnSpc>
              <a:buNone/>
            </a:pPr>
            <a:r>
              <a:rPr lang="en-US" dirty="0"/>
              <a:t>Coords &amp; dims – for now, help us name the data in the </a:t>
            </a:r>
            <a:r>
              <a:rPr lang="en-US" dirty="0" err="1"/>
              <a:t>idata</a:t>
            </a:r>
            <a:r>
              <a:rPr lang="en-US" dirty="0"/>
              <a:t> object</a:t>
            </a:r>
          </a:p>
          <a:p>
            <a:pPr marL="0" indent="0">
              <a:lnSpc>
                <a:spcPct val="150000"/>
              </a:lnSpc>
              <a:buNone/>
            </a:pPr>
            <a:endParaRPr lang="en-US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193E187-86BD-9C45-F6C5-B03D9DA959D4}"/>
              </a:ext>
            </a:extLst>
          </p:cNvPr>
          <p:cNvSpPr txBox="1"/>
          <p:nvPr/>
        </p:nvSpPr>
        <p:spPr>
          <a:xfrm>
            <a:off x="988136" y="2226925"/>
            <a:ext cx="8650134" cy="29815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US" sz="1600" b="0" dirty="0">
                <a:solidFill>
                  <a:srgbClr val="008000"/>
                </a:solidFill>
                <a:effectLst/>
                <a:latin typeface="Courier New" panose="02070309020205020404" pitchFamily="49" charset="0"/>
              </a:rPr>
              <a:t># coords - naming our data</a:t>
            </a:r>
            <a:endParaRPr lang="en-US" sz="1600" b="0" dirty="0">
              <a:solidFill>
                <a:srgbClr val="000000"/>
              </a:solidFill>
              <a:effectLst/>
              <a:latin typeface="Courier New" panose="020703090202050204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urier New" panose="02070309020205020404" pitchFamily="49" charset="0"/>
              </a:rPr>
              <a:t>coords = {</a:t>
            </a:r>
            <a:r>
              <a:rPr lang="en-US" sz="1600" b="0" dirty="0">
                <a:solidFill>
                  <a:srgbClr val="A31515"/>
                </a:solidFill>
                <a:effectLst/>
                <a:highlight>
                  <a:srgbClr val="FFFF00"/>
                </a:highlight>
                <a:latin typeface="Courier New" panose="02070309020205020404" pitchFamily="49" charset="0"/>
              </a:rPr>
              <a:t>"startup"</a:t>
            </a:r>
            <a:r>
              <a:rPr lang="en-US" sz="16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urier New" panose="02070309020205020404" pitchFamily="49" charset="0"/>
              </a:rPr>
              <a:t>: </a:t>
            </a:r>
            <a:r>
              <a:rPr lang="en-US" sz="1600" b="0" dirty="0" err="1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urier New" panose="02070309020205020404" pitchFamily="49" charset="0"/>
              </a:rPr>
              <a:t>np.arange</a:t>
            </a:r>
            <a:r>
              <a:rPr lang="en-US" sz="16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urier New" panose="02070309020205020404" pitchFamily="49" charset="0"/>
              </a:rPr>
              <a:t>(</a:t>
            </a:r>
            <a:r>
              <a:rPr lang="en-US" sz="1600" b="0" dirty="0" err="1">
                <a:solidFill>
                  <a:srgbClr val="6A5221"/>
                </a:solidFill>
                <a:effectLst/>
                <a:highlight>
                  <a:srgbClr val="FFFF00"/>
                </a:highlight>
                <a:latin typeface="Courier New" panose="02070309020205020404" pitchFamily="49" charset="0"/>
              </a:rPr>
              <a:t>len</a:t>
            </a:r>
            <a:r>
              <a:rPr lang="en-US" sz="16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urier New" panose="02070309020205020404" pitchFamily="49" charset="0"/>
              </a:rPr>
              <a:t>(data))}</a:t>
            </a:r>
          </a:p>
          <a:p>
            <a:pPr>
              <a:lnSpc>
                <a:spcPts val="1425"/>
              </a:lnSpc>
              <a:buNone/>
            </a:pPr>
            <a:br>
              <a:rPr lang="en-US" sz="16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</a:br>
            <a:endParaRPr lang="en-US" sz="1600" b="0" dirty="0">
              <a:solidFill>
                <a:srgbClr val="000000"/>
              </a:solidFill>
              <a:effectLst/>
              <a:latin typeface="Courier New" panose="020703090202050204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1600" b="0" dirty="0">
                <a:solidFill>
                  <a:srgbClr val="008000"/>
                </a:solidFill>
                <a:effectLst/>
                <a:latin typeface="Courier New" panose="02070309020205020404" pitchFamily="49" charset="0"/>
              </a:rPr>
              <a:t># Choosing a prior</a:t>
            </a:r>
            <a:endParaRPr lang="en-US" sz="1600" b="0" dirty="0">
              <a:solidFill>
                <a:srgbClr val="000000"/>
              </a:solidFill>
              <a:effectLst/>
              <a:latin typeface="Courier New" panose="020703090202050204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a = </a:t>
            </a:r>
            <a:r>
              <a:rPr lang="en-US" sz="1600" b="0" dirty="0">
                <a:solidFill>
                  <a:srgbClr val="116644"/>
                </a:solidFill>
                <a:effectLst/>
                <a:latin typeface="Courier New" panose="02070309020205020404" pitchFamily="49" charset="0"/>
              </a:rPr>
              <a:t>2</a:t>
            </a:r>
            <a:endParaRPr lang="en-US" sz="1600" b="0" dirty="0">
              <a:solidFill>
                <a:srgbClr val="000000"/>
              </a:solidFill>
              <a:effectLst/>
              <a:latin typeface="Courier New" panose="020703090202050204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b = </a:t>
            </a:r>
            <a:r>
              <a:rPr lang="en-US" sz="1600" b="0" dirty="0">
                <a:solidFill>
                  <a:srgbClr val="116644"/>
                </a:solidFill>
                <a:effectLst/>
                <a:latin typeface="Courier New" panose="02070309020205020404" pitchFamily="49" charset="0"/>
              </a:rPr>
              <a:t>18</a:t>
            </a:r>
            <a:r>
              <a:rPr lang="en-US" sz="16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</a:t>
            </a:r>
          </a:p>
          <a:p>
            <a:pPr>
              <a:lnSpc>
                <a:spcPts val="1425"/>
              </a:lnSpc>
              <a:buNone/>
            </a:pPr>
            <a:br>
              <a:rPr lang="en-US" sz="16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</a:br>
            <a:endParaRPr lang="en-US" sz="1600" b="0" dirty="0">
              <a:solidFill>
                <a:srgbClr val="000000"/>
              </a:solidFill>
              <a:effectLst/>
              <a:latin typeface="Courier New" panose="020703090202050204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1600" b="0" dirty="0">
                <a:solidFill>
                  <a:srgbClr val="008000"/>
                </a:solidFill>
                <a:effectLst/>
                <a:latin typeface="Courier New" panose="02070309020205020404" pitchFamily="49" charset="0"/>
              </a:rPr>
              <a:t># First </a:t>
            </a:r>
            <a:r>
              <a:rPr lang="en-US" sz="1600" b="0" dirty="0" err="1">
                <a:solidFill>
                  <a:srgbClr val="008000"/>
                </a:solidFill>
                <a:effectLst/>
                <a:latin typeface="Courier New" panose="02070309020205020404" pitchFamily="49" charset="0"/>
              </a:rPr>
              <a:t>PyMC</a:t>
            </a:r>
            <a:r>
              <a:rPr lang="en-US" sz="1600" b="0" dirty="0">
                <a:solidFill>
                  <a:srgbClr val="008000"/>
                </a:solidFill>
                <a:effectLst/>
                <a:latin typeface="Courier New" panose="02070309020205020404" pitchFamily="49" charset="0"/>
              </a:rPr>
              <a:t> model</a:t>
            </a:r>
            <a:endParaRPr lang="en-US" sz="1600" b="0" dirty="0">
              <a:solidFill>
                <a:srgbClr val="000000"/>
              </a:solidFill>
              <a:effectLst/>
              <a:latin typeface="Courier New" panose="020703090202050204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1600" b="0" dirty="0">
                <a:solidFill>
                  <a:srgbClr val="9723B4"/>
                </a:solidFill>
                <a:effectLst/>
                <a:latin typeface="Courier New" panose="02070309020205020404" pitchFamily="49" charset="0"/>
              </a:rPr>
              <a:t>with</a:t>
            </a:r>
            <a:r>
              <a:rPr lang="en-US" sz="16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US" sz="1600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pm.Model</a:t>
            </a:r>
            <a:r>
              <a:rPr lang="en-US" sz="16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(</a:t>
            </a:r>
            <a:r>
              <a:rPr lang="en-US" sz="16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urier New" panose="02070309020205020404" pitchFamily="49" charset="0"/>
              </a:rPr>
              <a:t>coords=coords</a:t>
            </a:r>
            <a:r>
              <a:rPr lang="en-US" sz="16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) </a:t>
            </a:r>
            <a:r>
              <a:rPr lang="en-US" sz="1600" b="0" dirty="0">
                <a:solidFill>
                  <a:srgbClr val="9723B4"/>
                </a:solidFill>
                <a:effectLst/>
                <a:latin typeface="Courier New" panose="02070309020205020404" pitchFamily="49" charset="0"/>
              </a:rPr>
              <a:t>as</a:t>
            </a:r>
            <a:r>
              <a:rPr lang="en-US" sz="16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US" sz="1600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biotech_model</a:t>
            </a:r>
            <a:r>
              <a:rPr lang="en-US" sz="16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:</a:t>
            </a:r>
          </a:p>
          <a:p>
            <a:pPr>
              <a:lnSpc>
                <a:spcPts val="1425"/>
              </a:lnSpc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    theta = </a:t>
            </a:r>
            <a:r>
              <a:rPr lang="en-US" sz="1600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pm.Beta</a:t>
            </a:r>
            <a:r>
              <a:rPr lang="en-US" sz="16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(</a:t>
            </a:r>
            <a:r>
              <a:rPr lang="en-US" sz="1600" b="0" dirty="0">
                <a:solidFill>
                  <a:srgbClr val="A31515"/>
                </a:solidFill>
                <a:effectLst/>
                <a:latin typeface="Courier New" panose="02070309020205020404" pitchFamily="49" charset="0"/>
              </a:rPr>
              <a:t>"theta"</a:t>
            </a:r>
            <a:r>
              <a:rPr lang="en-US" sz="16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, alpha=a, beta=b)</a:t>
            </a:r>
          </a:p>
          <a:p>
            <a:pPr>
              <a:lnSpc>
                <a:spcPts val="1425"/>
              </a:lnSpc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    y = </a:t>
            </a:r>
            <a:r>
              <a:rPr lang="en-US" sz="1600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pm.Bernoulli</a:t>
            </a:r>
            <a:r>
              <a:rPr lang="en-US" sz="16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(</a:t>
            </a:r>
            <a:r>
              <a:rPr lang="en-US" sz="1600" b="0" dirty="0">
                <a:solidFill>
                  <a:srgbClr val="A31515"/>
                </a:solidFill>
                <a:effectLst/>
                <a:latin typeface="Courier New" panose="02070309020205020404" pitchFamily="49" charset="0"/>
              </a:rPr>
              <a:t>"y"</a:t>
            </a:r>
            <a:r>
              <a:rPr lang="en-US" sz="16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, p=theta, observed=data, </a:t>
            </a:r>
            <a:r>
              <a:rPr lang="en-US" sz="16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urier New" panose="02070309020205020404" pitchFamily="49" charset="0"/>
              </a:rPr>
              <a:t>dims=</a:t>
            </a:r>
            <a:r>
              <a:rPr lang="en-US" sz="1600" b="0" dirty="0">
                <a:solidFill>
                  <a:srgbClr val="A31515"/>
                </a:solidFill>
                <a:effectLst/>
                <a:highlight>
                  <a:srgbClr val="FFFF00"/>
                </a:highlight>
                <a:latin typeface="Courier New" panose="02070309020205020404" pitchFamily="49" charset="0"/>
              </a:rPr>
              <a:t>'startup'</a:t>
            </a:r>
            <a:r>
              <a:rPr lang="en-US" sz="16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urier New" panose="02070309020205020404" pitchFamily="49" charset="0"/>
              </a:rPr>
              <a:t>)</a:t>
            </a:r>
          </a:p>
          <a:p>
            <a:pPr>
              <a:lnSpc>
                <a:spcPts val="1425"/>
              </a:lnSpc>
              <a:buNone/>
            </a:pPr>
            <a:br>
              <a:rPr lang="en-US" sz="16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</a:br>
            <a:endParaRPr lang="en-US" sz="1600" b="0" dirty="0">
              <a:solidFill>
                <a:srgbClr val="000000"/>
              </a:solidFill>
              <a:effectLst/>
              <a:latin typeface="Courier New" panose="020703090202050204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    </a:t>
            </a:r>
            <a:r>
              <a:rPr lang="en-US" sz="1600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idata</a:t>
            </a:r>
            <a:r>
              <a:rPr lang="en-US" sz="16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= </a:t>
            </a:r>
            <a:r>
              <a:rPr lang="en-US" sz="1600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pm.sample</a:t>
            </a:r>
            <a:r>
              <a:rPr lang="en-US" sz="16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(</a:t>
            </a:r>
            <a:r>
              <a:rPr lang="en-US" sz="1600" b="0" dirty="0">
                <a:solidFill>
                  <a:srgbClr val="116644"/>
                </a:solidFill>
                <a:effectLst/>
                <a:latin typeface="Courier New" panose="02070309020205020404" pitchFamily="49" charset="0"/>
              </a:rPr>
              <a:t>1000</a:t>
            </a:r>
            <a:r>
              <a:rPr lang="en-US" sz="16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, chains=</a:t>
            </a:r>
            <a:r>
              <a:rPr lang="en-US" sz="1600" b="0" dirty="0">
                <a:solidFill>
                  <a:srgbClr val="116644"/>
                </a:solidFill>
                <a:effectLst/>
                <a:latin typeface="Courier New" panose="02070309020205020404" pitchFamily="49" charset="0"/>
              </a:rPr>
              <a:t>4</a:t>
            </a:r>
            <a:r>
              <a:rPr lang="en-US" sz="16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, </a:t>
            </a:r>
            <a:r>
              <a:rPr lang="en-US" sz="1600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random_seed</a:t>
            </a:r>
            <a:r>
              <a:rPr lang="en-US" sz="16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=</a:t>
            </a:r>
            <a:r>
              <a:rPr lang="en-US" sz="1600" b="0" dirty="0">
                <a:solidFill>
                  <a:srgbClr val="116644"/>
                </a:solidFill>
                <a:effectLst/>
                <a:latin typeface="Courier New" panose="02070309020205020404" pitchFamily="49" charset="0"/>
              </a:rPr>
              <a:t>17</a:t>
            </a:r>
            <a:r>
              <a:rPr lang="en-US" sz="16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)</a:t>
            </a:r>
          </a:p>
        </p:txBody>
      </p:sp>
      <p:sp>
        <p:nvSpPr>
          <p:cNvPr id="3" name="מציין מיקום של מספר שקופית 2">
            <a:extLst>
              <a:ext uri="{FF2B5EF4-FFF2-40B4-BE49-F238E27FC236}">
                <a16:creationId xmlns:a16="http://schemas.microsoft.com/office/drawing/2014/main" id="{3B3E29ED-FE00-2DE5-52BB-E09CAF22A1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796F57-8306-40D4-9229-37A3D19F0B5F}" type="slidenum">
              <a:rPr lang="LID4096" smtClean="0"/>
              <a:t>16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98315774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7C0C13-3C51-3AA3-9A5C-A9A5856279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568D9C-B7A2-AC5B-EAEA-07510314EB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0997"/>
            <a:ext cx="10515600" cy="1325563"/>
          </a:xfrm>
        </p:spPr>
        <p:txBody>
          <a:bodyPr/>
          <a:lstStyle/>
          <a:p>
            <a:r>
              <a:rPr lang="en-US" dirty="0"/>
              <a:t>Sampling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DBBE127E-8D2C-8505-094D-2C3318B56AC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46560"/>
            <a:ext cx="10515600" cy="5378705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sz="2400" dirty="0"/>
              <a:t>The use of numerical methods solves the challenge of posteriors we cannot compute. </a:t>
            </a:r>
          </a:p>
          <a:p>
            <a:pPr>
              <a:lnSpc>
                <a:spcPct val="150000"/>
              </a:lnSpc>
            </a:pPr>
            <a:r>
              <a:rPr lang="en-GB" sz="2400" dirty="0"/>
              <a:t>However, what we get are samples from the posterior, rather than the posterior itself. </a:t>
            </a:r>
          </a:p>
          <a:p>
            <a:pPr>
              <a:lnSpc>
                <a:spcPct val="150000"/>
              </a:lnSpc>
            </a:pPr>
            <a:r>
              <a:rPr lang="en-GB" sz="2400" dirty="0"/>
              <a:t>Every time we run the inference, the samples will change. </a:t>
            </a:r>
          </a:p>
          <a:p>
            <a:pPr>
              <a:lnSpc>
                <a:spcPct val="150000"/>
              </a:lnSpc>
            </a:pPr>
            <a:r>
              <a:rPr lang="en-GB" sz="2400" b="1" dirty="0"/>
              <a:t>If the inference process works as expected, the samples will be representative of the posterior distribution, and we will obtain the same conclusion from any of those samples.</a:t>
            </a:r>
          </a:p>
          <a:p>
            <a:pPr lvl="1">
              <a:lnSpc>
                <a:spcPct val="150000"/>
              </a:lnSpc>
            </a:pPr>
            <a:endParaRPr lang="en-US" sz="2000" dirty="0"/>
          </a:p>
        </p:txBody>
      </p:sp>
      <p:sp>
        <p:nvSpPr>
          <p:cNvPr id="3" name="מציין מיקום של מספר שקופית 2">
            <a:extLst>
              <a:ext uri="{FF2B5EF4-FFF2-40B4-BE49-F238E27FC236}">
                <a16:creationId xmlns:a16="http://schemas.microsoft.com/office/drawing/2014/main" id="{90FC7B51-5C43-15C5-FAFB-BDB9FB86C8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796F57-8306-40D4-9229-37A3D19F0B5F}" type="slidenum">
              <a:rPr lang="LID4096" smtClean="0"/>
              <a:t>17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429279464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A6B36A-BFA9-29BC-938A-4890BECB0F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224D91-1C2B-61E0-703F-8262498839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0997"/>
            <a:ext cx="10515600" cy="1325563"/>
          </a:xfrm>
        </p:spPr>
        <p:txBody>
          <a:bodyPr/>
          <a:lstStyle/>
          <a:p>
            <a:r>
              <a:rPr lang="en-US" dirty="0"/>
              <a:t>Sampling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E6F8DD14-1E99-041B-6C78-97D1E372C34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46560"/>
            <a:ext cx="10515600" cy="5378705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dirty="0"/>
              <a:t>Biotechnology startups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§"/>
            </a:pPr>
            <a:endParaRPr lang="en-US" dirty="0"/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§"/>
            </a:pPr>
            <a:endParaRPr lang="en-US" dirty="0"/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§"/>
            </a:pPr>
            <a:endParaRPr lang="en-US" dirty="0"/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§"/>
            </a:pPr>
            <a:endParaRPr lang="en-US" dirty="0"/>
          </a:p>
          <a:p>
            <a:pPr marL="0" indent="0">
              <a:lnSpc>
                <a:spcPct val="150000"/>
              </a:lnSpc>
              <a:buNone/>
            </a:pPr>
            <a:r>
              <a:rPr lang="en-US" dirty="0"/>
              <a:t>Random seed – Help us get the same “random” results </a:t>
            </a:r>
            <a:r>
              <a:rPr lang="en-US" dirty="0" err="1"/>
              <a:t>everytime</a:t>
            </a:r>
            <a:r>
              <a:rPr lang="en-US" dirty="0"/>
              <a:t> we run the model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328C964-0EE9-4915-22E4-68D36E444C65}"/>
              </a:ext>
            </a:extLst>
          </p:cNvPr>
          <p:cNvSpPr txBox="1"/>
          <p:nvPr/>
        </p:nvSpPr>
        <p:spPr>
          <a:xfrm>
            <a:off x="988136" y="2226925"/>
            <a:ext cx="8650134" cy="29815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US" sz="1600" b="0" dirty="0">
                <a:solidFill>
                  <a:srgbClr val="008000"/>
                </a:solidFill>
                <a:effectLst/>
                <a:latin typeface="Courier New" panose="02070309020205020404" pitchFamily="49" charset="0"/>
              </a:rPr>
              <a:t># coords - naming our data</a:t>
            </a:r>
            <a:endParaRPr lang="en-US" sz="1600" b="0" dirty="0">
              <a:solidFill>
                <a:srgbClr val="000000"/>
              </a:solidFill>
              <a:effectLst/>
              <a:latin typeface="Courier New" panose="020703090202050204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coords = {</a:t>
            </a:r>
            <a:r>
              <a:rPr lang="en-US" sz="1600" b="0" dirty="0">
                <a:solidFill>
                  <a:srgbClr val="A31515"/>
                </a:solidFill>
                <a:effectLst/>
                <a:latin typeface="Courier New" panose="02070309020205020404" pitchFamily="49" charset="0"/>
              </a:rPr>
              <a:t>"startup"</a:t>
            </a:r>
            <a:r>
              <a:rPr lang="en-US" sz="16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: </a:t>
            </a:r>
            <a:r>
              <a:rPr lang="en-US" sz="1600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np.arange</a:t>
            </a:r>
            <a:r>
              <a:rPr lang="en-US" sz="16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(</a:t>
            </a:r>
            <a:r>
              <a:rPr lang="en-US" sz="1600" b="0" dirty="0" err="1">
                <a:solidFill>
                  <a:srgbClr val="6A5221"/>
                </a:solidFill>
                <a:effectLst/>
                <a:latin typeface="Courier New" panose="02070309020205020404" pitchFamily="49" charset="0"/>
              </a:rPr>
              <a:t>len</a:t>
            </a:r>
            <a:r>
              <a:rPr lang="en-US" sz="16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(data))}</a:t>
            </a:r>
          </a:p>
          <a:p>
            <a:pPr>
              <a:lnSpc>
                <a:spcPts val="1425"/>
              </a:lnSpc>
              <a:buNone/>
            </a:pPr>
            <a:br>
              <a:rPr lang="en-US" sz="16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</a:br>
            <a:endParaRPr lang="en-US" sz="1600" b="0" dirty="0">
              <a:solidFill>
                <a:srgbClr val="000000"/>
              </a:solidFill>
              <a:effectLst/>
              <a:latin typeface="Courier New" panose="020703090202050204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1600" b="0" dirty="0">
                <a:solidFill>
                  <a:srgbClr val="008000"/>
                </a:solidFill>
                <a:effectLst/>
                <a:latin typeface="Courier New" panose="02070309020205020404" pitchFamily="49" charset="0"/>
              </a:rPr>
              <a:t># Choosing a prior</a:t>
            </a:r>
            <a:endParaRPr lang="en-US" sz="1600" b="0" dirty="0">
              <a:solidFill>
                <a:srgbClr val="000000"/>
              </a:solidFill>
              <a:effectLst/>
              <a:latin typeface="Courier New" panose="020703090202050204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a = </a:t>
            </a:r>
            <a:r>
              <a:rPr lang="en-US" sz="1600" b="0" dirty="0">
                <a:solidFill>
                  <a:srgbClr val="116644"/>
                </a:solidFill>
                <a:effectLst/>
                <a:latin typeface="Courier New" panose="02070309020205020404" pitchFamily="49" charset="0"/>
              </a:rPr>
              <a:t>2</a:t>
            </a:r>
            <a:endParaRPr lang="en-US" sz="1600" b="0" dirty="0">
              <a:solidFill>
                <a:srgbClr val="000000"/>
              </a:solidFill>
              <a:effectLst/>
              <a:latin typeface="Courier New" panose="020703090202050204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b = </a:t>
            </a:r>
            <a:r>
              <a:rPr lang="en-US" sz="1600" b="0" dirty="0">
                <a:solidFill>
                  <a:srgbClr val="116644"/>
                </a:solidFill>
                <a:effectLst/>
                <a:latin typeface="Courier New" panose="02070309020205020404" pitchFamily="49" charset="0"/>
              </a:rPr>
              <a:t>18</a:t>
            </a:r>
            <a:r>
              <a:rPr lang="en-US" sz="16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</a:t>
            </a:r>
          </a:p>
          <a:p>
            <a:pPr>
              <a:lnSpc>
                <a:spcPts val="1425"/>
              </a:lnSpc>
              <a:buNone/>
            </a:pPr>
            <a:br>
              <a:rPr lang="en-US" sz="16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</a:br>
            <a:endParaRPr lang="en-US" sz="1600" b="0" dirty="0">
              <a:solidFill>
                <a:srgbClr val="000000"/>
              </a:solidFill>
              <a:effectLst/>
              <a:latin typeface="Courier New" panose="020703090202050204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1600" b="0" dirty="0">
                <a:solidFill>
                  <a:srgbClr val="008000"/>
                </a:solidFill>
                <a:effectLst/>
                <a:latin typeface="Courier New" panose="02070309020205020404" pitchFamily="49" charset="0"/>
              </a:rPr>
              <a:t># First </a:t>
            </a:r>
            <a:r>
              <a:rPr lang="en-US" sz="1600" b="0" dirty="0" err="1">
                <a:solidFill>
                  <a:srgbClr val="008000"/>
                </a:solidFill>
                <a:effectLst/>
                <a:latin typeface="Courier New" panose="02070309020205020404" pitchFamily="49" charset="0"/>
              </a:rPr>
              <a:t>PyMC</a:t>
            </a:r>
            <a:r>
              <a:rPr lang="en-US" sz="1600" b="0" dirty="0">
                <a:solidFill>
                  <a:srgbClr val="008000"/>
                </a:solidFill>
                <a:effectLst/>
                <a:latin typeface="Courier New" panose="02070309020205020404" pitchFamily="49" charset="0"/>
              </a:rPr>
              <a:t> model</a:t>
            </a:r>
            <a:endParaRPr lang="en-US" sz="1600" b="0" dirty="0">
              <a:solidFill>
                <a:srgbClr val="000000"/>
              </a:solidFill>
              <a:effectLst/>
              <a:latin typeface="Courier New" panose="020703090202050204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1600" b="0" dirty="0">
                <a:solidFill>
                  <a:srgbClr val="9723B4"/>
                </a:solidFill>
                <a:effectLst/>
                <a:latin typeface="Courier New" panose="02070309020205020404" pitchFamily="49" charset="0"/>
              </a:rPr>
              <a:t>with</a:t>
            </a:r>
            <a:r>
              <a:rPr lang="en-US" sz="16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US" sz="1600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pm.Model</a:t>
            </a:r>
            <a:r>
              <a:rPr lang="en-US" sz="16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(coords=coords) </a:t>
            </a:r>
            <a:r>
              <a:rPr lang="en-US" sz="1600" b="0" dirty="0">
                <a:solidFill>
                  <a:srgbClr val="9723B4"/>
                </a:solidFill>
                <a:effectLst/>
                <a:latin typeface="Courier New" panose="02070309020205020404" pitchFamily="49" charset="0"/>
              </a:rPr>
              <a:t>as</a:t>
            </a:r>
            <a:r>
              <a:rPr lang="en-US" sz="16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US" sz="1600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biotech_model</a:t>
            </a:r>
            <a:r>
              <a:rPr lang="en-US" sz="16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:</a:t>
            </a:r>
          </a:p>
          <a:p>
            <a:pPr>
              <a:lnSpc>
                <a:spcPts val="1425"/>
              </a:lnSpc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    theta = </a:t>
            </a:r>
            <a:r>
              <a:rPr lang="en-US" sz="1600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pm.Beta</a:t>
            </a:r>
            <a:r>
              <a:rPr lang="en-US" sz="16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(</a:t>
            </a:r>
            <a:r>
              <a:rPr lang="en-US" sz="1600" b="0" dirty="0">
                <a:solidFill>
                  <a:srgbClr val="A31515"/>
                </a:solidFill>
                <a:effectLst/>
                <a:latin typeface="Courier New" panose="02070309020205020404" pitchFamily="49" charset="0"/>
              </a:rPr>
              <a:t>"theta"</a:t>
            </a:r>
            <a:r>
              <a:rPr lang="en-US" sz="16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, alpha=a, beta=b)</a:t>
            </a:r>
          </a:p>
          <a:p>
            <a:pPr>
              <a:lnSpc>
                <a:spcPts val="1425"/>
              </a:lnSpc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    y = </a:t>
            </a:r>
            <a:r>
              <a:rPr lang="en-US" sz="1600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pm.Bernoulli</a:t>
            </a:r>
            <a:r>
              <a:rPr lang="en-US" sz="16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(</a:t>
            </a:r>
            <a:r>
              <a:rPr lang="en-US" sz="1600" b="0" dirty="0">
                <a:solidFill>
                  <a:srgbClr val="A31515"/>
                </a:solidFill>
                <a:effectLst/>
                <a:latin typeface="Courier New" panose="02070309020205020404" pitchFamily="49" charset="0"/>
              </a:rPr>
              <a:t>"y"</a:t>
            </a:r>
            <a:r>
              <a:rPr lang="en-US" sz="16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, p=theta, observed=data, dims=</a:t>
            </a:r>
            <a:r>
              <a:rPr lang="en-US" sz="1600" b="0" dirty="0">
                <a:solidFill>
                  <a:srgbClr val="A31515"/>
                </a:solidFill>
                <a:effectLst/>
                <a:latin typeface="Courier New" panose="02070309020205020404" pitchFamily="49" charset="0"/>
              </a:rPr>
              <a:t>'startup'</a:t>
            </a:r>
            <a:r>
              <a:rPr lang="en-US" sz="16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)</a:t>
            </a:r>
          </a:p>
          <a:p>
            <a:pPr>
              <a:lnSpc>
                <a:spcPts val="1425"/>
              </a:lnSpc>
              <a:buNone/>
            </a:pPr>
            <a:br>
              <a:rPr lang="en-US" sz="16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</a:br>
            <a:endParaRPr lang="en-US" sz="1600" b="0" dirty="0">
              <a:solidFill>
                <a:srgbClr val="000000"/>
              </a:solidFill>
              <a:effectLst/>
              <a:latin typeface="Courier New" panose="020703090202050204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    </a:t>
            </a:r>
            <a:r>
              <a:rPr lang="en-US" sz="1600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idata</a:t>
            </a:r>
            <a:r>
              <a:rPr lang="en-US" sz="16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= </a:t>
            </a:r>
            <a:r>
              <a:rPr lang="en-US" sz="1600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pm.sample</a:t>
            </a:r>
            <a:r>
              <a:rPr lang="en-US" sz="16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(</a:t>
            </a:r>
            <a:r>
              <a:rPr lang="en-US" sz="1600" b="0" dirty="0">
                <a:solidFill>
                  <a:srgbClr val="116644"/>
                </a:solidFill>
                <a:effectLst/>
                <a:latin typeface="Courier New" panose="02070309020205020404" pitchFamily="49" charset="0"/>
              </a:rPr>
              <a:t>1000</a:t>
            </a:r>
            <a:r>
              <a:rPr lang="en-US" sz="16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, chains=</a:t>
            </a:r>
            <a:r>
              <a:rPr lang="en-US" sz="1600" b="0" dirty="0">
                <a:solidFill>
                  <a:srgbClr val="116644"/>
                </a:solidFill>
                <a:effectLst/>
                <a:latin typeface="Courier New" panose="02070309020205020404" pitchFamily="49" charset="0"/>
              </a:rPr>
              <a:t>4</a:t>
            </a:r>
            <a:r>
              <a:rPr lang="en-US" sz="16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, </a:t>
            </a:r>
            <a:r>
              <a:rPr lang="en-US" sz="1600" b="0" dirty="0" err="1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urier New" panose="02070309020205020404" pitchFamily="49" charset="0"/>
              </a:rPr>
              <a:t>random_seed</a:t>
            </a:r>
            <a:r>
              <a:rPr lang="en-US" sz="16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urier New" panose="02070309020205020404" pitchFamily="49" charset="0"/>
              </a:rPr>
              <a:t>=</a:t>
            </a:r>
            <a:r>
              <a:rPr lang="en-US" sz="1600" b="0" dirty="0">
                <a:solidFill>
                  <a:srgbClr val="116644"/>
                </a:solidFill>
                <a:effectLst/>
                <a:highlight>
                  <a:srgbClr val="FFFF00"/>
                </a:highlight>
                <a:latin typeface="Courier New" panose="02070309020205020404" pitchFamily="49" charset="0"/>
              </a:rPr>
              <a:t>17</a:t>
            </a:r>
            <a:r>
              <a:rPr lang="en-US" sz="16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)</a:t>
            </a:r>
          </a:p>
        </p:txBody>
      </p:sp>
      <p:sp>
        <p:nvSpPr>
          <p:cNvPr id="3" name="מציין מיקום של מספר שקופית 2">
            <a:extLst>
              <a:ext uri="{FF2B5EF4-FFF2-40B4-BE49-F238E27FC236}">
                <a16:creationId xmlns:a16="http://schemas.microsoft.com/office/drawing/2014/main" id="{264D7035-A12E-A0EC-F79A-F611583A89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796F57-8306-40D4-9229-37A3D19F0B5F}" type="slidenum">
              <a:rPr lang="LID4096" smtClean="0"/>
              <a:t>18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62174299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159A05A1-C79B-FD2E-BB02-751420431E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Sampling</a:t>
            </a:r>
            <a:endParaRPr lang="he-IL" dirty="0"/>
          </a:p>
        </p:txBody>
      </p:sp>
      <p:sp>
        <p:nvSpPr>
          <p:cNvPr id="3" name="מציין מיקום תוכן 2">
            <a:extLst>
              <a:ext uri="{FF2B5EF4-FFF2-40B4-BE49-F238E27FC236}">
                <a16:creationId xmlns:a16="http://schemas.microsoft.com/office/drawing/2014/main" id="{E52B0602-1042-3D13-2FDB-E9AAB022090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871787"/>
            <a:ext cx="10515600" cy="3849688"/>
          </a:xfrm>
        </p:spPr>
        <p:txBody>
          <a:bodyPr/>
          <a:lstStyle/>
          <a:p>
            <a:r>
              <a:rPr lang="en-US" b="1" dirty="0"/>
              <a:t>Posterior sampling </a:t>
            </a:r>
            <a:r>
              <a:rPr lang="en-US" dirty="0"/>
              <a:t>- generating draws that approximate the posterior distribution </a:t>
            </a:r>
          </a:p>
          <a:p>
            <a:r>
              <a:rPr lang="en-US" b="1" dirty="0"/>
              <a:t>Draw</a:t>
            </a:r>
            <a:r>
              <a:rPr lang="en-US" dirty="0"/>
              <a:t> - one set of parameter values generated from the posterior distribution. </a:t>
            </a:r>
          </a:p>
          <a:p>
            <a:r>
              <a:rPr lang="en-US" b="1" dirty="0"/>
              <a:t>Chain</a:t>
            </a:r>
            <a:r>
              <a:rPr lang="en-US" dirty="0"/>
              <a:t> - a sequence of posterior draws generated by one run of the sampler</a:t>
            </a:r>
          </a:p>
          <a:p>
            <a:r>
              <a:rPr lang="en-US" b="1" dirty="0" err="1"/>
              <a:t>InferenceData</a:t>
            </a:r>
            <a:r>
              <a:rPr lang="en-US" b="1" dirty="0"/>
              <a:t> object </a:t>
            </a:r>
            <a:r>
              <a:rPr lang="en-US" dirty="0"/>
              <a:t>- the object </a:t>
            </a:r>
            <a:r>
              <a:rPr lang="en-US" dirty="0" err="1"/>
              <a:t>PyMC</a:t>
            </a:r>
            <a:r>
              <a:rPr lang="en-US" dirty="0"/>
              <a:t> returns to store posterior draws and related outputs </a:t>
            </a:r>
            <a:endParaRPr lang="he-IL" dirty="0"/>
          </a:p>
        </p:txBody>
      </p:sp>
      <p:sp>
        <p:nvSpPr>
          <p:cNvPr id="6" name="תיבת טקסט 5">
            <a:extLst>
              <a:ext uri="{FF2B5EF4-FFF2-40B4-BE49-F238E27FC236}">
                <a16:creationId xmlns:a16="http://schemas.microsoft.com/office/drawing/2014/main" id="{D85AE460-CD38-915C-E885-C4FADC40D1DC}"/>
              </a:ext>
            </a:extLst>
          </p:cNvPr>
          <p:cNvSpPr txBox="1"/>
          <p:nvPr/>
        </p:nvSpPr>
        <p:spPr>
          <a:xfrm>
            <a:off x="3721443" y="1275562"/>
            <a:ext cx="7636476" cy="11862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ts val="142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9723B4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with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 </a:t>
            </a:r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pm.Model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(coords=coords) 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9723B4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as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 </a:t>
            </a:r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biotech_model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:</a:t>
            </a:r>
          </a:p>
          <a:p>
            <a:pPr marL="0" marR="0" lvl="0" indent="0" algn="l" defTabSz="914400" rtl="0" eaLnBrk="1" fontAlgn="auto" latinLnBrk="0" hangingPunct="1">
              <a:lnSpc>
                <a:spcPts val="142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    theta = </a:t>
            </a:r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pm.Beta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(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A31515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"theta"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, alpha=a, beta=b)</a:t>
            </a:r>
          </a:p>
          <a:p>
            <a:pPr marL="0" marR="0" lvl="0" indent="0" algn="l" defTabSz="914400" rtl="0" eaLnBrk="1" fontAlgn="auto" latinLnBrk="0" hangingPunct="1">
              <a:lnSpc>
                <a:spcPts val="142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    y = </a:t>
            </a:r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pm.Bernoulli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(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A31515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"y"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, p=theta, observed=data, 	dims=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A31515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'startup'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)</a:t>
            </a:r>
            <a:b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</a:b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 panose="02070309020205020404" pitchFamily="49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ts val="142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00"/>
                </a:highlight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    </a:t>
            </a:r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00"/>
                </a:highlight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idata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00"/>
                </a:highlight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 = </a:t>
            </a:r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00"/>
                </a:highlight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pm.sample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00"/>
                </a:highlight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(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116644"/>
                </a:solidFill>
                <a:effectLst/>
                <a:highlight>
                  <a:srgbClr val="FFFF00"/>
                </a:highlight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1000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00"/>
                </a:highlight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, chains=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116644"/>
                </a:solidFill>
                <a:effectLst/>
                <a:highlight>
                  <a:srgbClr val="FFFF00"/>
                </a:highlight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4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00"/>
                </a:highlight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, </a:t>
            </a:r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00"/>
                </a:highlight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random_seed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00"/>
                </a:highlight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=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116644"/>
                </a:solidFill>
                <a:effectLst/>
                <a:highlight>
                  <a:srgbClr val="FFFF00"/>
                </a:highlight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17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00"/>
                </a:highlight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)</a:t>
            </a:r>
          </a:p>
        </p:txBody>
      </p:sp>
      <p:sp>
        <p:nvSpPr>
          <p:cNvPr id="5" name="מציין מיקום של מספר שקופית 4">
            <a:extLst>
              <a:ext uri="{FF2B5EF4-FFF2-40B4-BE49-F238E27FC236}">
                <a16:creationId xmlns:a16="http://schemas.microsoft.com/office/drawing/2014/main" id="{86CD18C6-6749-CF84-DB85-B88C9ADE2E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796F57-8306-40D4-9229-37A3D19F0B5F}" type="slidenum">
              <a:rPr lang="LID4096" smtClean="0"/>
              <a:t>19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90225346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F64285-2038-CC79-89E4-45CA8288C0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AABB986B-819C-C480-3372-2E683E1053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Graphical visualizer</a:t>
            </a:r>
            <a:endParaRPr lang="he-IL" dirty="0"/>
          </a:p>
        </p:txBody>
      </p:sp>
      <p:sp>
        <p:nvSpPr>
          <p:cNvPr id="3" name="מציין מיקום תוכן 2">
            <a:extLst>
              <a:ext uri="{FF2B5EF4-FFF2-40B4-BE49-F238E27FC236}">
                <a16:creationId xmlns:a16="http://schemas.microsoft.com/office/drawing/2014/main" id="{CEC1B49F-2C25-825C-82A4-F8B5EBAB49A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 tool for displaying the dependency structure of a </a:t>
            </a:r>
            <a:r>
              <a:rPr lang="en-US" dirty="0" err="1"/>
              <a:t>PyMC</a:t>
            </a:r>
            <a:r>
              <a:rPr lang="en-US" dirty="0"/>
              <a:t> model </a:t>
            </a:r>
            <a:br>
              <a:rPr lang="en-US" dirty="0"/>
            </a:br>
            <a:endParaRPr lang="he-IL" dirty="0"/>
          </a:p>
        </p:txBody>
      </p:sp>
      <p:sp>
        <p:nvSpPr>
          <p:cNvPr id="4" name="מציין מיקום של מספר שקופית 3">
            <a:extLst>
              <a:ext uri="{FF2B5EF4-FFF2-40B4-BE49-F238E27FC236}">
                <a16:creationId xmlns:a16="http://schemas.microsoft.com/office/drawing/2014/main" id="{D62BD24C-E533-B511-7C03-F37C2166E6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796F57-8306-40D4-9229-37A3D19F0B5F}" type="slidenum">
              <a:rPr lang="LID4096" smtClean="0"/>
              <a:t>20</a:t>
            </a:fld>
            <a:endParaRPr lang="LID4096"/>
          </a:p>
        </p:txBody>
      </p:sp>
      <p:pic>
        <p:nvPicPr>
          <p:cNvPr id="6" name="תמונה 5">
            <a:extLst>
              <a:ext uri="{FF2B5EF4-FFF2-40B4-BE49-F238E27FC236}">
                <a16:creationId xmlns:a16="http://schemas.microsoft.com/office/drawing/2014/main" id="{AA67CE04-6D40-2049-DEDB-360A0FCC34F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00339" y="2670937"/>
            <a:ext cx="3030101" cy="35957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399294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E614B392-CC4F-60E6-5604-0AE79C7E38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Graphical visualizer</a:t>
            </a:r>
            <a:endParaRPr lang="he-IL" dirty="0"/>
          </a:p>
        </p:txBody>
      </p:sp>
      <p:sp>
        <p:nvSpPr>
          <p:cNvPr id="3" name="מציין מיקום תוכן 2">
            <a:extLst>
              <a:ext uri="{FF2B5EF4-FFF2-40B4-BE49-F238E27FC236}">
                <a16:creationId xmlns:a16="http://schemas.microsoft.com/office/drawing/2014/main" id="{4300748F-D0C0-91F2-3F1A-9EBE2B7A48B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 tool for displaying the dependency structure of a </a:t>
            </a:r>
            <a:r>
              <a:rPr lang="en-US" dirty="0" err="1"/>
              <a:t>PyMC</a:t>
            </a:r>
            <a:r>
              <a:rPr lang="en-US" dirty="0"/>
              <a:t> model </a:t>
            </a:r>
            <a:br>
              <a:rPr lang="en-US" dirty="0"/>
            </a:br>
            <a:endParaRPr lang="he-IL" dirty="0"/>
          </a:p>
        </p:txBody>
      </p:sp>
      <p:sp>
        <p:nvSpPr>
          <p:cNvPr id="4" name="מציין מיקום של מספר שקופית 3">
            <a:extLst>
              <a:ext uri="{FF2B5EF4-FFF2-40B4-BE49-F238E27FC236}">
                <a16:creationId xmlns:a16="http://schemas.microsoft.com/office/drawing/2014/main" id="{0C6BD71B-06C6-BD61-F994-0AC3B02DBE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796F57-8306-40D4-9229-37A3D19F0B5F}" type="slidenum">
              <a:rPr lang="LID4096" smtClean="0"/>
              <a:t>21</a:t>
            </a:fld>
            <a:endParaRPr lang="LID4096"/>
          </a:p>
        </p:txBody>
      </p:sp>
      <p:pic>
        <p:nvPicPr>
          <p:cNvPr id="6" name="תמונה 5">
            <a:extLst>
              <a:ext uri="{FF2B5EF4-FFF2-40B4-BE49-F238E27FC236}">
                <a16:creationId xmlns:a16="http://schemas.microsoft.com/office/drawing/2014/main" id="{70FFEA92-027C-03B7-79DA-40962F4292D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00339" y="2670937"/>
            <a:ext cx="3030101" cy="359572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8" name="תיבת טקסט 7">
                <a:extLst>
                  <a:ext uri="{FF2B5EF4-FFF2-40B4-BE49-F238E27FC236}">
                    <a16:creationId xmlns:a16="http://schemas.microsoft.com/office/drawing/2014/main" id="{5438DFBE-DEAC-B083-E8C6-099B2DE866B3}"/>
                  </a:ext>
                </a:extLst>
              </p:cNvPr>
              <p:cNvSpPr txBox="1"/>
              <p:nvPr/>
            </p:nvSpPr>
            <p:spPr>
              <a:xfrm>
                <a:off x="5041556" y="2670937"/>
                <a:ext cx="6067168" cy="1938992"/>
              </a:xfrm>
              <a:prstGeom prst="rect">
                <a:avLst/>
              </a:prstGeom>
              <a:noFill/>
            </p:spPr>
            <p:txBody>
              <a:bodyPr wrap="square" rtlCol="1">
                <a:spAutoFit/>
              </a:bodyPr>
              <a:lstStyle/>
              <a:p>
                <a:r>
                  <a:rPr lang="en-US" sz="2400" dirty="0">
                    <a:latin typeface="David" panose="020E0502060401010101" pitchFamily="34" charset="-79"/>
                  </a:rPr>
                  <a:t>In words (bottom up):</a:t>
                </a:r>
              </a:p>
              <a:p>
                <a:r>
                  <a:rPr lang="en-US" sz="2400" dirty="0">
                    <a:latin typeface="David" panose="020E0502060401010101" pitchFamily="34" charset="-79"/>
                  </a:rPr>
                  <a:t>The dataset contains 965 startups.</a:t>
                </a:r>
              </a:p>
              <a:p>
                <a:r>
                  <a:rPr lang="en-US" sz="2400" dirty="0">
                    <a:latin typeface="David" panose="020E0502060401010101" pitchFamily="34" charset="-79"/>
                  </a:rPr>
                  <a:t>Each startup outcome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 dirty="0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sz="2400" i="1" dirty="0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sz="2400" dirty="0">
                    <a:latin typeface="David" panose="020E0502060401010101" pitchFamily="34" charset="-79"/>
                  </a:rPr>
                  <a:t> (Biotechnology or not) is modeled as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𝐵𝑒𝑟𝑛𝑜𝑢𝑙𝑙𝑖</m:t>
                    </m:r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𝜃</m:t>
                    </m:r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400" dirty="0">
                    <a:latin typeface="David" panose="020E0502060401010101" pitchFamily="34" charset="-79"/>
                  </a:rPr>
                  <a:t>.</a:t>
                </a:r>
              </a:p>
              <a:p>
                <a:r>
                  <a:rPr lang="en-US" sz="2400" dirty="0">
                    <a:latin typeface="David" panose="020E0502060401010101" pitchFamily="34" charset="-79"/>
                  </a:rPr>
                  <a:t>The probability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𝜃</m:t>
                    </m:r>
                  </m:oMath>
                </a14:m>
                <a:r>
                  <a:rPr lang="en-US" sz="2400" dirty="0">
                    <a:latin typeface="David" panose="020E0502060401010101" pitchFamily="34" charset="-79"/>
                  </a:rPr>
                  <a:t> is drawn from a Beta prior.</a:t>
                </a:r>
              </a:p>
            </p:txBody>
          </p:sp>
        </mc:Choice>
        <mc:Fallback xmlns="">
          <p:sp>
            <p:nvSpPr>
              <p:cNvPr id="8" name="תיבת טקסט 7">
                <a:extLst>
                  <a:ext uri="{FF2B5EF4-FFF2-40B4-BE49-F238E27FC236}">
                    <a16:creationId xmlns:a16="http://schemas.microsoft.com/office/drawing/2014/main" id="{5438DFBE-DEAC-B083-E8C6-099B2DE866B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41556" y="2670937"/>
                <a:ext cx="6067168" cy="1938992"/>
              </a:xfrm>
              <a:prstGeom prst="rect">
                <a:avLst/>
              </a:prstGeom>
              <a:blipFill>
                <a:blip r:embed="rId3"/>
                <a:stretch>
                  <a:fillRect l="-1508" t="-2516" r="-201" b="-6289"/>
                </a:stretch>
              </a:blipFill>
            </p:spPr>
            <p:txBody>
              <a:bodyPr/>
              <a:lstStyle/>
              <a:p>
                <a:r>
                  <a:rPr lang="he-IL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76040591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BBF8E2-9B04-DE9D-BA87-3478B993B5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0B730C-7503-D9AC-67DF-72FA43EF2F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0997"/>
            <a:ext cx="10515600" cy="1325563"/>
          </a:xfrm>
        </p:spPr>
        <p:txBody>
          <a:bodyPr/>
          <a:lstStyle/>
          <a:p>
            <a:r>
              <a:rPr lang="en-US" dirty="0" err="1"/>
              <a:t>InferenceData</a:t>
            </a:r>
            <a:r>
              <a:rPr lang="en-US" dirty="0"/>
              <a:t> Object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B0E3D8C8-6295-24CB-D80C-C7B7CBDA00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46560"/>
            <a:ext cx="10515600" cy="5378705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b="1" dirty="0" err="1"/>
              <a:t>idata</a:t>
            </a:r>
            <a:r>
              <a:rPr lang="en-US" dirty="0"/>
              <a:t> – what we get back from the inference process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dirty="0"/>
              <a:t>Container for all the data generated by </a:t>
            </a:r>
            <a:r>
              <a:rPr lang="en-US" dirty="0" err="1"/>
              <a:t>PyMC</a:t>
            </a:r>
            <a:r>
              <a:rPr lang="en-US" dirty="0"/>
              <a:t>.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§"/>
            </a:pPr>
            <a:endParaRPr lang="en-US" dirty="0"/>
          </a:p>
          <a:p>
            <a:pPr marL="0" indent="0">
              <a:lnSpc>
                <a:spcPct val="150000"/>
              </a:lnSpc>
              <a:buNone/>
            </a:pPr>
            <a:endParaRPr lang="en-US" dirty="0"/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§"/>
            </a:pPr>
            <a:endParaRPr lang="en-US" dirty="0"/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dirty="0" err="1"/>
              <a:t>Xarray</a:t>
            </a:r>
            <a:r>
              <a:rPr lang="en-US" dirty="0"/>
              <a:t> object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dirty="0"/>
              <a:t>We will use the </a:t>
            </a:r>
            <a:r>
              <a:rPr lang="en-US" dirty="0" err="1"/>
              <a:t>Arviz</a:t>
            </a:r>
            <a:r>
              <a:rPr lang="en-US" dirty="0"/>
              <a:t> library to analyze the posterior</a:t>
            </a:r>
          </a:p>
        </p:txBody>
      </p:sp>
      <p:pic>
        <p:nvPicPr>
          <p:cNvPr id="4" name="תמונה 3">
            <a:extLst>
              <a:ext uri="{FF2B5EF4-FFF2-40B4-BE49-F238E27FC236}">
                <a16:creationId xmlns:a16="http://schemas.microsoft.com/office/drawing/2014/main" id="{F8839E98-2EED-4DC8-51A6-CF0A83FE7F1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75364" y="2926094"/>
            <a:ext cx="3550689" cy="2585346"/>
          </a:xfrm>
          <a:prstGeom prst="rect">
            <a:avLst/>
          </a:prstGeom>
        </p:spPr>
      </p:pic>
      <p:sp>
        <p:nvSpPr>
          <p:cNvPr id="3" name="מציין מיקום של מספר שקופית 2">
            <a:extLst>
              <a:ext uri="{FF2B5EF4-FFF2-40B4-BE49-F238E27FC236}">
                <a16:creationId xmlns:a16="http://schemas.microsoft.com/office/drawing/2014/main" id="{6CFC3EB8-8FC4-052E-82BF-887D08D480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796F57-8306-40D4-9229-37A3D19F0B5F}" type="slidenum">
              <a:rPr lang="LID4096" smtClean="0"/>
              <a:t>22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7608711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50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50"/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50"/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2C81EA-C6BF-23F6-B655-648628797B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תמונה 3">
            <a:extLst>
              <a:ext uri="{FF2B5EF4-FFF2-40B4-BE49-F238E27FC236}">
                <a16:creationId xmlns:a16="http://schemas.microsoft.com/office/drawing/2014/main" id="{ED6EC45A-CAAB-88DE-9FA7-82997100CAB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1" y="2180071"/>
            <a:ext cx="7108372" cy="4236378"/>
          </a:xfrm>
          <a:prstGeom prst="rect">
            <a:avLst/>
          </a:prstGeom>
        </p:spPr>
      </p:pic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3B40B1BC-ED57-4D3E-25CB-D19A89C2AE6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46560"/>
            <a:ext cx="10515600" cy="5378705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dirty="0"/>
              <a:t>Observed data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§"/>
            </a:pPr>
            <a:endParaRPr lang="en-US" dirty="0"/>
          </a:p>
          <a:p>
            <a:pPr marL="0" indent="0">
              <a:lnSpc>
                <a:spcPct val="150000"/>
              </a:lnSpc>
              <a:buNone/>
            </a:pPr>
            <a:endParaRPr lang="en-US" dirty="0"/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§"/>
            </a:pPr>
            <a:endParaRPr lang="en-US" dirty="0"/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§"/>
            </a:pP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8DA0579-09F5-F3EA-198E-7C0D9549D3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0997"/>
            <a:ext cx="10515600" cy="1325563"/>
          </a:xfrm>
        </p:spPr>
        <p:txBody>
          <a:bodyPr/>
          <a:lstStyle/>
          <a:p>
            <a:r>
              <a:rPr lang="en-US" dirty="0" err="1"/>
              <a:t>InferenceData</a:t>
            </a:r>
            <a:r>
              <a:rPr lang="en-US" dirty="0"/>
              <a:t> Object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C925BE5-E344-42A0-3043-526CA1EF1057}"/>
              </a:ext>
            </a:extLst>
          </p:cNvPr>
          <p:cNvSpPr/>
          <p:nvPr/>
        </p:nvSpPr>
        <p:spPr>
          <a:xfrm>
            <a:off x="5225142" y="3614057"/>
            <a:ext cx="4042425" cy="50074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Number of samples collected (965)</a:t>
            </a:r>
            <a:endParaRPr lang="LID4096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95FDB8A-09B1-00D7-1DFA-88C71E4680FD}"/>
              </a:ext>
            </a:extLst>
          </p:cNvPr>
          <p:cNvSpPr/>
          <p:nvPr/>
        </p:nvSpPr>
        <p:spPr>
          <a:xfrm>
            <a:off x="7946572" y="4284254"/>
            <a:ext cx="3646800" cy="500743"/>
          </a:xfrm>
          <a:prstGeom prst="rect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Their coordinates – here just 0-964</a:t>
            </a:r>
            <a:endParaRPr lang="LID4096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21FE20F7-8D3C-35D8-A435-4CD233104C56}"/>
              </a:ext>
            </a:extLst>
          </p:cNvPr>
          <p:cNvSpPr/>
          <p:nvPr/>
        </p:nvSpPr>
        <p:spPr>
          <a:xfrm>
            <a:off x="7946572" y="5006546"/>
            <a:ext cx="3646800" cy="996427"/>
          </a:xfrm>
          <a:prstGeom prst="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The values:</a:t>
            </a:r>
            <a:br>
              <a:rPr lang="en-US" dirty="0"/>
            </a:br>
            <a:r>
              <a:rPr lang="en-US" dirty="0"/>
              <a:t>1 for biotechnology startups</a:t>
            </a:r>
            <a:endParaRPr lang="he-IL" dirty="0"/>
          </a:p>
          <a:p>
            <a:pPr algn="ctr"/>
            <a:r>
              <a:rPr lang="en-US" dirty="0"/>
              <a:t>0 otherwise</a:t>
            </a:r>
            <a:endParaRPr lang="LID4096" dirty="0"/>
          </a:p>
        </p:txBody>
      </p:sp>
      <p:sp>
        <p:nvSpPr>
          <p:cNvPr id="3" name="מציין מיקום של מספר שקופית 2">
            <a:extLst>
              <a:ext uri="{FF2B5EF4-FFF2-40B4-BE49-F238E27FC236}">
                <a16:creationId xmlns:a16="http://schemas.microsoft.com/office/drawing/2014/main" id="{FEC468EA-25DA-A6B4-2143-B404A0536E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796F57-8306-40D4-9229-37A3D19F0B5F}" type="slidenum">
              <a:rPr lang="LID4096" smtClean="0"/>
              <a:t>23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6904418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9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C280BA-9F09-6098-FFFF-1E834B9BE1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תמונה 3">
            <a:extLst>
              <a:ext uri="{FF2B5EF4-FFF2-40B4-BE49-F238E27FC236}">
                <a16:creationId xmlns:a16="http://schemas.microsoft.com/office/drawing/2014/main" id="{DF1A308C-72E0-2771-B443-13CC136AA2E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8567" y="2017415"/>
            <a:ext cx="6718433" cy="4819588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FA8B670-016E-ABA0-F25D-8D35198680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0997"/>
            <a:ext cx="10515600" cy="1325563"/>
          </a:xfrm>
        </p:spPr>
        <p:txBody>
          <a:bodyPr/>
          <a:lstStyle/>
          <a:p>
            <a:r>
              <a:rPr lang="en-US" dirty="0" err="1"/>
              <a:t>InferenceData</a:t>
            </a:r>
            <a:r>
              <a:rPr lang="en-US" dirty="0"/>
              <a:t> Object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D38C3970-D7DC-563A-B201-AA8B22C1392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46560"/>
            <a:ext cx="10515600" cy="5378705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dirty="0"/>
              <a:t>Posterior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§"/>
            </a:pPr>
            <a:endParaRPr lang="en-US" dirty="0"/>
          </a:p>
          <a:p>
            <a:pPr marL="0" indent="0">
              <a:lnSpc>
                <a:spcPct val="150000"/>
              </a:lnSpc>
              <a:buNone/>
            </a:pPr>
            <a:endParaRPr lang="en-US" dirty="0"/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§"/>
            </a:pPr>
            <a:endParaRPr lang="en-US" dirty="0"/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§"/>
            </a:pPr>
            <a:endParaRPr lang="en-US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3F3857B-F781-C03C-E00C-CB49FC3FD14F}"/>
              </a:ext>
            </a:extLst>
          </p:cNvPr>
          <p:cNvSpPr/>
          <p:nvPr/>
        </p:nvSpPr>
        <p:spPr>
          <a:xfrm>
            <a:off x="6439929" y="3578107"/>
            <a:ext cx="4397829" cy="50074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4 chains of 1000 samples (draws) each</a:t>
            </a:r>
            <a:endParaRPr lang="LID4096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AD9B616-D675-0C55-FAFD-C663D86DF70D}"/>
              </a:ext>
            </a:extLst>
          </p:cNvPr>
          <p:cNvSpPr/>
          <p:nvPr/>
        </p:nvSpPr>
        <p:spPr>
          <a:xfrm>
            <a:off x="7707000" y="4372249"/>
            <a:ext cx="3646800" cy="377456"/>
          </a:xfrm>
          <a:prstGeom prst="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The theta values</a:t>
            </a:r>
            <a:endParaRPr lang="LID4096" dirty="0"/>
          </a:p>
        </p:txBody>
      </p:sp>
      <p:sp>
        <p:nvSpPr>
          <p:cNvPr id="3" name="מציין מיקום של מספר שקופית 2">
            <a:extLst>
              <a:ext uri="{FF2B5EF4-FFF2-40B4-BE49-F238E27FC236}">
                <a16:creationId xmlns:a16="http://schemas.microsoft.com/office/drawing/2014/main" id="{3530E8E9-0303-C707-8810-3ACF32C18A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796F57-8306-40D4-9229-37A3D19F0B5F}" type="slidenum">
              <a:rPr lang="LID4096" smtClean="0"/>
              <a:t>24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31754720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1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C3A348-B614-D442-4C1F-11BD6B7FC6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5A05CF-DD13-3467-9BC6-09390AA076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0997"/>
            <a:ext cx="10515600" cy="1325563"/>
          </a:xfrm>
        </p:spPr>
        <p:txBody>
          <a:bodyPr/>
          <a:lstStyle/>
          <a:p>
            <a:r>
              <a:rPr lang="en-US" dirty="0"/>
              <a:t>Posterior 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01DDE27A-B1C8-23D3-9A7C-4BBEFE14B06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46560"/>
            <a:ext cx="10515600" cy="5378705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dirty="0"/>
              <a:t>We can also get the data as samples instead of as separate chains using </a:t>
            </a:r>
            <a:r>
              <a:rPr lang="en-US" dirty="0" err="1"/>
              <a:t>az.extract</a:t>
            </a:r>
            <a:endParaRPr lang="en-US" dirty="0"/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§"/>
            </a:pPr>
            <a:endParaRPr lang="en-US" dirty="0"/>
          </a:p>
        </p:txBody>
      </p:sp>
      <p:pic>
        <p:nvPicPr>
          <p:cNvPr id="5" name="תמונה 4">
            <a:extLst>
              <a:ext uri="{FF2B5EF4-FFF2-40B4-BE49-F238E27FC236}">
                <a16:creationId xmlns:a16="http://schemas.microsoft.com/office/drawing/2014/main" id="{2AD595E6-7BD9-5C88-D32E-7323971D583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95512" y="2483026"/>
            <a:ext cx="5865430" cy="3837077"/>
          </a:xfrm>
          <a:prstGeom prst="rect">
            <a:avLst/>
          </a:prstGeom>
        </p:spPr>
      </p:pic>
      <p:sp>
        <p:nvSpPr>
          <p:cNvPr id="3" name="מציין מיקום של מספר שקופית 2">
            <a:extLst>
              <a:ext uri="{FF2B5EF4-FFF2-40B4-BE49-F238E27FC236}">
                <a16:creationId xmlns:a16="http://schemas.microsoft.com/office/drawing/2014/main" id="{38C2AD99-9AAD-3031-0D21-45E8A26828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796F57-8306-40D4-9229-37A3D19F0B5F}" type="slidenum">
              <a:rPr lang="LID4096" smtClean="0"/>
              <a:t>25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63349228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F4DCEE-FF0B-1871-CD49-5C038F534E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80F233-E4B3-22E7-D59F-E78D93F4C7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0997"/>
            <a:ext cx="10515600" cy="1325563"/>
          </a:xfrm>
        </p:spPr>
        <p:txBody>
          <a:bodyPr/>
          <a:lstStyle/>
          <a:p>
            <a:r>
              <a:rPr lang="en-US" dirty="0"/>
              <a:t>Analyzing the Posterior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8F7F5708-D6F3-6372-34D0-70FC6B2D36F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46560"/>
            <a:ext cx="10515600" cy="5378705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dirty="0"/>
              <a:t>Look at the results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dirty="0"/>
              <a:t>Trace plot - a plot of sampled draws across chains and iterations </a:t>
            </a: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dirty="0" err="1"/>
              <a:t>az.plot_trace</a:t>
            </a:r>
            <a:r>
              <a:rPr lang="en-US" dirty="0"/>
              <a:t>(</a:t>
            </a:r>
            <a:r>
              <a:rPr lang="en-US" dirty="0" err="1"/>
              <a:t>idata</a:t>
            </a:r>
            <a:r>
              <a:rPr lang="en-US" dirty="0"/>
              <a:t>)</a:t>
            </a:r>
          </a:p>
          <a:p>
            <a:pPr lvl="2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dirty="0" err="1"/>
              <a:t>az.plot_trace</a:t>
            </a:r>
            <a:r>
              <a:rPr lang="en-US" dirty="0"/>
              <a:t>(</a:t>
            </a:r>
            <a:r>
              <a:rPr lang="en-US" dirty="0" err="1"/>
              <a:t>idata</a:t>
            </a:r>
            <a:r>
              <a:rPr lang="en-US" dirty="0"/>
              <a:t>, compact=False) if you want the colorful chains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§"/>
            </a:pPr>
            <a:endParaRPr lang="en-US" dirty="0"/>
          </a:p>
          <a:p>
            <a:pPr marL="0" indent="0">
              <a:lnSpc>
                <a:spcPct val="150000"/>
              </a:lnSpc>
              <a:buNone/>
            </a:pPr>
            <a:endParaRPr lang="en-US" dirty="0"/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§"/>
            </a:pPr>
            <a:endParaRPr lang="en-US" dirty="0"/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§"/>
            </a:pPr>
            <a:endParaRPr lang="en-US" dirty="0"/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9A44FFDE-91F7-DE60-2500-4E9AE6C578F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8612" y="4243071"/>
            <a:ext cx="11534775" cy="20097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מציין מיקום של מספר שקופית 2">
            <a:extLst>
              <a:ext uri="{FF2B5EF4-FFF2-40B4-BE49-F238E27FC236}">
                <a16:creationId xmlns:a16="http://schemas.microsoft.com/office/drawing/2014/main" id="{A11E7525-EB2E-6108-F21D-05E6C9CFA2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796F57-8306-40D4-9229-37A3D19F0B5F}" type="slidenum">
              <a:rPr lang="LID4096" smtClean="0"/>
              <a:t>26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303428573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13620A-8C53-5C82-FB03-816FF57A06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F5C5EE-23A7-A2C4-5D25-AD23C9F1EF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0997"/>
            <a:ext cx="10515600" cy="1325563"/>
          </a:xfrm>
        </p:spPr>
        <p:txBody>
          <a:bodyPr/>
          <a:lstStyle/>
          <a:p>
            <a:r>
              <a:rPr lang="en-US" dirty="0"/>
              <a:t>Analyzing the Posterior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E630E310-8AB4-BCF6-F49E-97A1FD1921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46560"/>
            <a:ext cx="10515600" cy="5378705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b="1" dirty="0"/>
              <a:t>Left: </a:t>
            </a:r>
            <a:r>
              <a:rPr lang="en-US" dirty="0"/>
              <a:t>the four chains showing the values of the posterior distribution (KDE plot = Kernel Density Estimation)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b="1" dirty="0"/>
              <a:t>Right: </a:t>
            </a:r>
            <a:r>
              <a:rPr lang="en-US" dirty="0"/>
              <a:t>For now – the overlap between the four chains (colors) shows that the sampler is working.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§"/>
            </a:pPr>
            <a:endParaRPr lang="en-US" dirty="0"/>
          </a:p>
          <a:p>
            <a:pPr marL="0" indent="0">
              <a:lnSpc>
                <a:spcPct val="150000"/>
              </a:lnSpc>
              <a:buNone/>
            </a:pPr>
            <a:endParaRPr lang="en-US" dirty="0"/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§"/>
            </a:pPr>
            <a:endParaRPr lang="en-US" dirty="0"/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§"/>
            </a:pPr>
            <a:endParaRPr lang="en-US" dirty="0"/>
          </a:p>
        </p:txBody>
      </p:sp>
      <p:pic>
        <p:nvPicPr>
          <p:cNvPr id="6" name="Picture 2">
            <a:extLst>
              <a:ext uri="{FF2B5EF4-FFF2-40B4-BE49-F238E27FC236}">
                <a16:creationId xmlns:a16="http://schemas.microsoft.com/office/drawing/2014/main" id="{3D521A5F-9A10-6C46-8A82-646BDBE6CA1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8678" y="4329567"/>
            <a:ext cx="11534775" cy="20097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מציין מיקום של מספר שקופית 2">
            <a:extLst>
              <a:ext uri="{FF2B5EF4-FFF2-40B4-BE49-F238E27FC236}">
                <a16:creationId xmlns:a16="http://schemas.microsoft.com/office/drawing/2014/main" id="{9D2B5A54-4BD7-3ADC-330A-B60828E521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796F57-8306-40D4-9229-37A3D19F0B5F}" type="slidenum">
              <a:rPr lang="LID4096" smtClean="0"/>
              <a:t>27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36370861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A3B37A-EB0C-D063-5112-E1A5CB5896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DB839A-86B1-6001-FDFD-5896608385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0997"/>
            <a:ext cx="10515600" cy="1325563"/>
          </a:xfrm>
        </p:spPr>
        <p:txBody>
          <a:bodyPr/>
          <a:lstStyle/>
          <a:p>
            <a:r>
              <a:rPr lang="en-US" dirty="0"/>
              <a:t>Analyzing the Posterior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90A6C37B-6E41-B567-6051-02225F06703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46560"/>
            <a:ext cx="10515600" cy="5378705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dirty="0"/>
              <a:t>We want all the chains to overlap as much as possible.</a:t>
            </a: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dirty="0"/>
              <a:t>How much?</a:t>
            </a:r>
          </a:p>
          <a:p>
            <a:pPr lvl="2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dirty="0"/>
              <a:t>We’ll learn statistics with thresholds we can calculate</a:t>
            </a: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dirty="0"/>
              <a:t>For now, It looks pretty good. 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7E73FC3-9490-E4A5-D1CC-9B845EBD188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1214"/>
          <a:stretch>
            <a:fillRect/>
          </a:stretch>
        </p:blipFill>
        <p:spPr bwMode="auto">
          <a:xfrm>
            <a:off x="2998123" y="4000508"/>
            <a:ext cx="6652504" cy="23759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מציין מיקום של מספר שקופית 3">
            <a:extLst>
              <a:ext uri="{FF2B5EF4-FFF2-40B4-BE49-F238E27FC236}">
                <a16:creationId xmlns:a16="http://schemas.microsoft.com/office/drawing/2014/main" id="{892A8548-CB43-4108-77AD-EF788A7973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796F57-8306-40D4-9229-37A3D19F0B5F}" type="slidenum">
              <a:rPr lang="LID4096" smtClean="0"/>
              <a:t>28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9120792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50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250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250"/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FCC95B-B3B4-8B07-40A5-4B1E3D2CA7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C7C174-F307-15CB-D308-C2654AB03A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0997"/>
            <a:ext cx="10515600" cy="1325563"/>
          </a:xfrm>
        </p:spPr>
        <p:txBody>
          <a:bodyPr/>
          <a:lstStyle/>
          <a:p>
            <a:r>
              <a:rPr lang="en-US" dirty="0"/>
              <a:t>Analyzing the Posterior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F1223EFC-AC93-912C-5DF9-40B932D4FC0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46560"/>
            <a:ext cx="10515600" cy="5378705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dirty="0"/>
              <a:t>How close are the means of the different chains?</a:t>
            </a:r>
          </a:p>
        </p:txBody>
      </p:sp>
      <p:pic>
        <p:nvPicPr>
          <p:cNvPr id="6" name="תמונה 5">
            <a:extLst>
              <a:ext uri="{FF2B5EF4-FFF2-40B4-BE49-F238E27FC236}">
                <a16:creationId xmlns:a16="http://schemas.microsoft.com/office/drawing/2014/main" id="{0726D11E-31DD-0CE4-7889-FAD8EB511AE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36158"/>
          <a:stretch>
            <a:fillRect/>
          </a:stretch>
        </p:blipFill>
        <p:spPr>
          <a:xfrm>
            <a:off x="1437422" y="2316022"/>
            <a:ext cx="7725853" cy="1112978"/>
          </a:xfrm>
          <a:prstGeom prst="rect">
            <a:avLst/>
          </a:prstGeom>
        </p:spPr>
      </p:pic>
      <p:pic>
        <p:nvPicPr>
          <p:cNvPr id="7" name="Picture 2">
            <a:extLst>
              <a:ext uri="{FF2B5EF4-FFF2-40B4-BE49-F238E27FC236}">
                <a16:creationId xmlns:a16="http://schemas.microsoft.com/office/drawing/2014/main" id="{2A2C8511-351B-5690-66CD-4B7691CAAF8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1214"/>
          <a:stretch>
            <a:fillRect/>
          </a:stretch>
        </p:blipFill>
        <p:spPr bwMode="auto">
          <a:xfrm>
            <a:off x="2948696" y="3988152"/>
            <a:ext cx="6652504" cy="23759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מציין מיקום של מספר שקופית 2">
            <a:extLst>
              <a:ext uri="{FF2B5EF4-FFF2-40B4-BE49-F238E27FC236}">
                <a16:creationId xmlns:a16="http://schemas.microsoft.com/office/drawing/2014/main" id="{0F9A0B2E-3FA3-A387-6321-A496361850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796F57-8306-40D4-9229-37A3D19F0B5F}" type="slidenum">
              <a:rPr lang="LID4096" smtClean="0"/>
              <a:t>29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75109422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A26A92-195E-0A0F-4122-941C7A294E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69031C-8073-C34C-85F8-505A921195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0997"/>
            <a:ext cx="10515600" cy="1325563"/>
          </a:xfrm>
        </p:spPr>
        <p:txBody>
          <a:bodyPr/>
          <a:lstStyle/>
          <a:p>
            <a:r>
              <a:rPr lang="en-US" dirty="0"/>
              <a:t>Analyzing the Posterior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8DFCB41F-4CEC-A9C9-2CC0-E84AF953B1C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46560"/>
            <a:ext cx="10515600" cy="5378705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dirty="0"/>
              <a:t>How can we get the chains to look more similar?</a:t>
            </a: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dirty="0"/>
              <a:t>Sample more (1,000 -&gt; 10,000)</a:t>
            </a:r>
          </a:p>
        </p:txBody>
      </p:sp>
      <p:pic>
        <p:nvPicPr>
          <p:cNvPr id="5122" name="Picture 2">
            <a:extLst>
              <a:ext uri="{FF2B5EF4-FFF2-40B4-BE49-F238E27FC236}">
                <a16:creationId xmlns:a16="http://schemas.microsoft.com/office/drawing/2014/main" id="{1A7B0405-FE6D-40FB-70DB-067CDB26654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8612" y="2794815"/>
            <a:ext cx="11534775" cy="20097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תמונה 3">
            <a:extLst>
              <a:ext uri="{FF2B5EF4-FFF2-40B4-BE49-F238E27FC236}">
                <a16:creationId xmlns:a16="http://schemas.microsoft.com/office/drawing/2014/main" id="{AE4FEFD9-3592-D96C-4888-011C6F14219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57153" y="5225650"/>
            <a:ext cx="5677692" cy="285790"/>
          </a:xfrm>
          <a:prstGeom prst="rect">
            <a:avLst/>
          </a:prstGeom>
        </p:spPr>
      </p:pic>
      <p:sp>
        <p:nvSpPr>
          <p:cNvPr id="3" name="מציין מיקום של מספר שקופית 2">
            <a:extLst>
              <a:ext uri="{FF2B5EF4-FFF2-40B4-BE49-F238E27FC236}">
                <a16:creationId xmlns:a16="http://schemas.microsoft.com/office/drawing/2014/main" id="{F30037C6-43F6-EA48-AF65-F631AE2B0C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796F57-8306-40D4-9229-37A3D19F0B5F}" type="slidenum">
              <a:rPr lang="LID4096" smtClean="0"/>
              <a:t>30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315098222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78C9F075-A51D-3D6E-AA76-DAD5F891A3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Analyzing the Posterior</a:t>
            </a:r>
            <a:endParaRPr lang="he-IL" dirty="0"/>
          </a:p>
        </p:txBody>
      </p:sp>
      <p:sp>
        <p:nvSpPr>
          <p:cNvPr id="3" name="מציין מיקום תוכן 2">
            <a:extLst>
              <a:ext uri="{FF2B5EF4-FFF2-40B4-BE49-F238E27FC236}">
                <a16:creationId xmlns:a16="http://schemas.microsoft.com/office/drawing/2014/main" id="{2EB7751D-E6CD-CD5B-FA29-8596A28641D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Posterior plot -a plot summarizing the posterior distribution of a parameter</a:t>
            </a:r>
            <a:endParaRPr lang="he-IL" dirty="0"/>
          </a:p>
          <a:p>
            <a:endParaRPr lang="he-IL" dirty="0"/>
          </a:p>
        </p:txBody>
      </p:sp>
      <p:sp>
        <p:nvSpPr>
          <p:cNvPr id="4" name="מציין מיקום של מספר שקופית 3">
            <a:extLst>
              <a:ext uri="{FF2B5EF4-FFF2-40B4-BE49-F238E27FC236}">
                <a16:creationId xmlns:a16="http://schemas.microsoft.com/office/drawing/2014/main" id="{0F43BE6B-62A6-820C-2CA6-9FE629EFC0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796F57-8306-40D4-9229-37A3D19F0B5F}" type="slidenum">
              <a:rPr lang="LID4096" smtClean="0"/>
              <a:t>31</a:t>
            </a:fld>
            <a:endParaRPr lang="LID4096"/>
          </a:p>
        </p:txBody>
      </p:sp>
      <p:pic>
        <p:nvPicPr>
          <p:cNvPr id="5" name="תמונה 4">
            <a:extLst>
              <a:ext uri="{FF2B5EF4-FFF2-40B4-BE49-F238E27FC236}">
                <a16:creationId xmlns:a16="http://schemas.microsoft.com/office/drawing/2014/main" id="{38C03179-AA8C-3127-7A6A-9639B3182CE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96355" y="2553375"/>
            <a:ext cx="5385861" cy="3985537"/>
          </a:xfrm>
          <a:prstGeom prst="rect">
            <a:avLst/>
          </a:prstGeom>
        </p:spPr>
      </p:pic>
      <p:sp>
        <p:nvSpPr>
          <p:cNvPr id="6" name="Rectangle 15">
            <a:extLst>
              <a:ext uri="{FF2B5EF4-FFF2-40B4-BE49-F238E27FC236}">
                <a16:creationId xmlns:a16="http://schemas.microsoft.com/office/drawing/2014/main" id="{5EBEF114-2CF7-15A6-3D1A-9D81FB7B21CB}"/>
              </a:ext>
            </a:extLst>
          </p:cNvPr>
          <p:cNvSpPr/>
          <p:nvPr/>
        </p:nvSpPr>
        <p:spPr>
          <a:xfrm>
            <a:off x="1361289" y="3429000"/>
            <a:ext cx="870857" cy="690139"/>
          </a:xfrm>
          <a:prstGeom prst="rect">
            <a:avLst/>
          </a:prstGeom>
          <a:solidFill>
            <a:schemeClr val="bg1"/>
          </a:solidFill>
          <a:ln w="31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ysClr val="windowText" lastClr="000000"/>
                </a:solidFill>
              </a:rPr>
              <a:t>Theta mean</a:t>
            </a:r>
            <a:endParaRPr lang="LID4096" dirty="0">
              <a:solidFill>
                <a:sysClr val="windowText" lastClr="000000"/>
              </a:solidFill>
            </a:endParaRPr>
          </a:p>
        </p:txBody>
      </p:sp>
      <p:cxnSp>
        <p:nvCxnSpPr>
          <p:cNvPr id="7" name="Straight Arrow Connector 18">
            <a:extLst>
              <a:ext uri="{FF2B5EF4-FFF2-40B4-BE49-F238E27FC236}">
                <a16:creationId xmlns:a16="http://schemas.microsoft.com/office/drawing/2014/main" id="{99D8AF11-E5D4-9FB6-2361-119117ED70F8}"/>
              </a:ext>
            </a:extLst>
          </p:cNvPr>
          <p:cNvCxnSpPr>
            <a:cxnSpLocks/>
            <a:stCxn id="6" idx="3"/>
          </p:cNvCxnSpPr>
          <p:nvPr/>
        </p:nvCxnSpPr>
        <p:spPr>
          <a:xfrm>
            <a:off x="2232146" y="3774070"/>
            <a:ext cx="3155400" cy="3181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922930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2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B59206-6F01-E8D9-C9DB-AE22F66767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9ED238-92EE-CCDA-40F1-7539AF1F80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0997"/>
            <a:ext cx="10515600" cy="1325563"/>
          </a:xfrm>
        </p:spPr>
        <p:txBody>
          <a:bodyPr/>
          <a:lstStyle/>
          <a:p>
            <a:r>
              <a:rPr lang="en-US" dirty="0"/>
              <a:t>Highest Density Interval (HDI)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48D65F06-7F54-9A13-3681-E2CC87A8BED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46560"/>
            <a:ext cx="10515600" cy="5378705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dirty="0"/>
              <a:t>We computed the mean</a:t>
            </a:r>
          </a:p>
          <a:p>
            <a:pPr>
              <a:lnSpc>
                <a:spcPct val="150000"/>
              </a:lnSpc>
            </a:pPr>
            <a:r>
              <a:rPr lang="en-US" dirty="0"/>
              <a:t>We can also compute other statistics, such as the HDI</a:t>
            </a:r>
          </a:p>
          <a:p>
            <a:pPr>
              <a:lnSpc>
                <a:spcPct val="150000"/>
              </a:lnSpc>
            </a:pPr>
            <a:r>
              <a:rPr lang="en-US" dirty="0"/>
              <a:t>HDI - the highest density interval, an interval containing the most credible posterior values.</a:t>
            </a:r>
          </a:p>
          <a:p>
            <a:endParaRPr lang="he-IL" dirty="0"/>
          </a:p>
          <a:p>
            <a:pPr>
              <a:lnSpc>
                <a:spcPct val="150000"/>
              </a:lnSpc>
            </a:pPr>
            <a:endParaRPr lang="en-US" dirty="0"/>
          </a:p>
          <a:p>
            <a:pPr>
              <a:lnSpc>
                <a:spcPct val="150000"/>
              </a:lnSpc>
            </a:pPr>
            <a:endParaRPr lang="en-US" dirty="0"/>
          </a:p>
        </p:txBody>
      </p:sp>
      <p:sp>
        <p:nvSpPr>
          <p:cNvPr id="3" name="מציין מיקום של מספר שקופית 2">
            <a:extLst>
              <a:ext uri="{FF2B5EF4-FFF2-40B4-BE49-F238E27FC236}">
                <a16:creationId xmlns:a16="http://schemas.microsoft.com/office/drawing/2014/main" id="{7938FB57-1891-7D0E-CFA4-A554DDDA0B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796F57-8306-40D4-9229-37A3D19F0B5F}" type="slidenum">
              <a:rPr lang="LID4096" smtClean="0"/>
              <a:t>32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4125054967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1575EA-3C6F-54D8-DDC6-BBAE746042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B4A6BF-4910-4357-A686-8FF88C45C3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0997"/>
            <a:ext cx="10515600" cy="1325563"/>
          </a:xfrm>
        </p:spPr>
        <p:txBody>
          <a:bodyPr/>
          <a:lstStyle/>
          <a:p>
            <a:r>
              <a:rPr lang="en-US" dirty="0"/>
              <a:t>Highest Density Interval (HDI)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6953F196-C2B1-FB3F-97E7-187F2A9072E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46560"/>
            <a:ext cx="10515600" cy="5378705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dirty="0"/>
              <a:t>There are a lot of intervals like this.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dirty="0"/>
              <a:t>The HDI is the shortest interval containing Z% of the distribution.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dirty="0"/>
              <a:t>Equivalent: the probability of all values inside the HDI are higher than those out of it. 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§"/>
            </a:pPr>
            <a:endParaRPr lang="en-US" dirty="0"/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§"/>
            </a:pPr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189AF72-6D17-93D8-AB54-2E3261879FC4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34145" y="4512600"/>
            <a:ext cx="5400609" cy="2212665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E99FDA9B-BE04-CAFE-31EA-50A93209CB0C}"/>
              </a:ext>
            </a:extLst>
          </p:cNvPr>
          <p:cNvPicPr>
            <a:picLocks noChangeAspect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965382" y="4433359"/>
            <a:ext cx="5388418" cy="2291906"/>
          </a:xfrm>
          <a:prstGeom prst="rect">
            <a:avLst/>
          </a:prstGeom>
        </p:spPr>
      </p:pic>
      <p:sp>
        <p:nvSpPr>
          <p:cNvPr id="5" name="מציין מיקום של מספר שקופית 4">
            <a:extLst>
              <a:ext uri="{FF2B5EF4-FFF2-40B4-BE49-F238E27FC236}">
                <a16:creationId xmlns:a16="http://schemas.microsoft.com/office/drawing/2014/main" id="{A3F42CC9-E4E8-F111-F4E5-A28972D4A3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796F57-8306-40D4-9229-37A3D19F0B5F}" type="slidenum">
              <a:rPr lang="LID4096" smtClean="0"/>
              <a:t>33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4915648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50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50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2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98F25A-703C-7A77-F7F5-F724791E96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0EA347-CDC3-6DC6-25FE-C1D2543B79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0997"/>
            <a:ext cx="10515600" cy="1325563"/>
          </a:xfrm>
        </p:spPr>
        <p:txBody>
          <a:bodyPr/>
          <a:lstStyle/>
          <a:p>
            <a:r>
              <a:rPr lang="en-US" dirty="0"/>
              <a:t>Highest Density Interval (HDI)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DC522696-774B-0158-859C-85E05A137E8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46560"/>
            <a:ext cx="10515600" cy="5378705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dirty="0"/>
              <a:t> The default in </a:t>
            </a:r>
            <a:r>
              <a:rPr lang="en-US" dirty="0" err="1"/>
              <a:t>Arviz</a:t>
            </a:r>
            <a:r>
              <a:rPr lang="en-US" dirty="0"/>
              <a:t> is the 94% HDI, so that’s what we’ll generally use.</a:t>
            </a:r>
          </a:p>
        </p:txBody>
      </p:sp>
      <p:sp>
        <p:nvSpPr>
          <p:cNvPr id="3" name="מציין מיקום של מספר שקופית 2">
            <a:extLst>
              <a:ext uri="{FF2B5EF4-FFF2-40B4-BE49-F238E27FC236}">
                <a16:creationId xmlns:a16="http://schemas.microsoft.com/office/drawing/2014/main" id="{094D6B99-5E8E-3AE5-4E24-AAB2F126FB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796F57-8306-40D4-9229-37A3D19F0B5F}" type="slidenum">
              <a:rPr lang="LID4096" smtClean="0"/>
              <a:t>34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954992700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80E4AD-999E-FAE7-B1E4-A4F9555192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5A5837-12D7-3308-5282-057A8BB8EC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0997"/>
            <a:ext cx="10515600" cy="1325563"/>
          </a:xfrm>
        </p:spPr>
        <p:txBody>
          <a:bodyPr/>
          <a:lstStyle/>
          <a:p>
            <a:r>
              <a:rPr lang="en-US" dirty="0"/>
              <a:t>Highest Density Interval (HDI)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8EC88D17-CD09-BA0B-773C-B34173879B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46560"/>
            <a:ext cx="10515600" cy="5378705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dirty="0"/>
              <a:t> The default in </a:t>
            </a:r>
            <a:r>
              <a:rPr lang="en-US" dirty="0" err="1"/>
              <a:t>Arviz</a:t>
            </a:r>
            <a:r>
              <a:rPr lang="en-US" dirty="0"/>
              <a:t> is the 94% HDI, so that’s what we’ll generally use.</a:t>
            </a:r>
          </a:p>
        </p:txBody>
      </p:sp>
      <p:pic>
        <p:nvPicPr>
          <p:cNvPr id="4" name="תמונה 3">
            <a:extLst>
              <a:ext uri="{FF2B5EF4-FFF2-40B4-BE49-F238E27FC236}">
                <a16:creationId xmlns:a16="http://schemas.microsoft.com/office/drawing/2014/main" id="{88BC26F0-06DC-EFBC-6599-DA4DF229CC1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54950" y="2293001"/>
            <a:ext cx="5843061" cy="4323865"/>
          </a:xfrm>
          <a:prstGeom prst="rect">
            <a:avLst/>
          </a:prstGeom>
        </p:spPr>
      </p:pic>
      <p:sp>
        <p:nvSpPr>
          <p:cNvPr id="3" name="Rectangle 15">
            <a:extLst>
              <a:ext uri="{FF2B5EF4-FFF2-40B4-BE49-F238E27FC236}">
                <a16:creationId xmlns:a16="http://schemas.microsoft.com/office/drawing/2014/main" id="{5CD5D548-7A69-93FC-7421-CCACB6E81586}"/>
              </a:ext>
            </a:extLst>
          </p:cNvPr>
          <p:cNvSpPr/>
          <p:nvPr/>
        </p:nvSpPr>
        <p:spPr>
          <a:xfrm>
            <a:off x="1779321" y="4351279"/>
            <a:ext cx="870857" cy="690139"/>
          </a:xfrm>
          <a:prstGeom prst="rect">
            <a:avLst/>
          </a:prstGeom>
          <a:solidFill>
            <a:schemeClr val="bg1"/>
          </a:solidFill>
          <a:ln w="31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ysClr val="windowText" lastClr="000000"/>
                </a:solidFill>
              </a:rPr>
              <a:t>Lower limit</a:t>
            </a:r>
            <a:endParaRPr lang="LID4096" dirty="0">
              <a:solidFill>
                <a:sysClr val="windowText" lastClr="000000"/>
              </a:solidFill>
            </a:endParaRPr>
          </a:p>
        </p:txBody>
      </p:sp>
      <p:sp>
        <p:nvSpPr>
          <p:cNvPr id="5" name="Rectangle 16">
            <a:extLst>
              <a:ext uri="{FF2B5EF4-FFF2-40B4-BE49-F238E27FC236}">
                <a16:creationId xmlns:a16="http://schemas.microsoft.com/office/drawing/2014/main" id="{952F0137-7EBF-19E8-EE75-24A2192C80A7}"/>
              </a:ext>
            </a:extLst>
          </p:cNvPr>
          <p:cNvSpPr/>
          <p:nvPr/>
        </p:nvSpPr>
        <p:spPr>
          <a:xfrm>
            <a:off x="9594584" y="4503411"/>
            <a:ext cx="870857" cy="690139"/>
          </a:xfrm>
          <a:prstGeom prst="rect">
            <a:avLst/>
          </a:prstGeom>
          <a:solidFill>
            <a:schemeClr val="bg1"/>
          </a:solidFill>
          <a:ln w="31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ysClr val="windowText" lastClr="000000"/>
                </a:solidFill>
              </a:rPr>
              <a:t>Upper limit</a:t>
            </a:r>
            <a:endParaRPr lang="LID4096" dirty="0">
              <a:solidFill>
                <a:sysClr val="windowText" lastClr="000000"/>
              </a:solidFill>
            </a:endParaRPr>
          </a:p>
        </p:txBody>
      </p:sp>
      <p:cxnSp>
        <p:nvCxnSpPr>
          <p:cNvPr id="7" name="Straight Arrow Connector 18">
            <a:extLst>
              <a:ext uri="{FF2B5EF4-FFF2-40B4-BE49-F238E27FC236}">
                <a16:creationId xmlns:a16="http://schemas.microsoft.com/office/drawing/2014/main" id="{4B20EE53-9685-081E-0F99-F18D673B402B}"/>
              </a:ext>
            </a:extLst>
          </p:cNvPr>
          <p:cNvCxnSpPr>
            <a:cxnSpLocks/>
            <a:stCxn id="3" idx="2"/>
          </p:cNvCxnSpPr>
          <p:nvPr/>
        </p:nvCxnSpPr>
        <p:spPr>
          <a:xfrm>
            <a:off x="2214750" y="5041418"/>
            <a:ext cx="1376549" cy="687394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19">
            <a:extLst>
              <a:ext uri="{FF2B5EF4-FFF2-40B4-BE49-F238E27FC236}">
                <a16:creationId xmlns:a16="http://schemas.microsoft.com/office/drawing/2014/main" id="{E93A4AB3-D877-4115-2A4E-DC4901AC1655}"/>
              </a:ext>
            </a:extLst>
          </p:cNvPr>
          <p:cNvCxnSpPr>
            <a:cxnSpLocks/>
            <a:stCxn id="5" idx="2"/>
          </p:cNvCxnSpPr>
          <p:nvPr/>
        </p:nvCxnSpPr>
        <p:spPr>
          <a:xfrm flipH="1">
            <a:off x="7129849" y="5193550"/>
            <a:ext cx="2900164" cy="535262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מציין מיקום של מספר שקופית 5">
            <a:extLst>
              <a:ext uri="{FF2B5EF4-FFF2-40B4-BE49-F238E27FC236}">
                <a16:creationId xmlns:a16="http://schemas.microsoft.com/office/drawing/2014/main" id="{794E3B68-8DFF-792E-5D5E-64758783F0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796F57-8306-40D4-9229-37A3D19F0B5F}" type="slidenum">
              <a:rPr lang="LID4096" smtClean="0"/>
              <a:t>35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2921046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2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2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2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5" grpId="0" animBg="1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67EC00-FA06-B9A2-77DA-BCE95A1661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78F8D8-2FF7-8FA8-2C19-1FF8381EC7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0997"/>
            <a:ext cx="10515600" cy="1325563"/>
          </a:xfrm>
        </p:spPr>
        <p:txBody>
          <a:bodyPr/>
          <a:lstStyle/>
          <a:p>
            <a:r>
              <a:rPr lang="en-US" dirty="0"/>
              <a:t>Highest Density Interval (HDI)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107169A2-C41A-0CE0-ED2C-6E21AAD557F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46560"/>
            <a:ext cx="10515600" cy="5378705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dirty="0"/>
              <a:t> The default in </a:t>
            </a:r>
            <a:r>
              <a:rPr lang="en-US" dirty="0" err="1"/>
              <a:t>Arviz</a:t>
            </a:r>
            <a:r>
              <a:rPr lang="en-US" dirty="0"/>
              <a:t> is the 94% HDI, so that’s what we’ll generally use.</a:t>
            </a:r>
          </a:p>
        </p:txBody>
      </p:sp>
      <p:pic>
        <p:nvPicPr>
          <p:cNvPr id="6" name="תמונה 5">
            <a:extLst>
              <a:ext uri="{FF2B5EF4-FFF2-40B4-BE49-F238E27FC236}">
                <a16:creationId xmlns:a16="http://schemas.microsoft.com/office/drawing/2014/main" id="{F725FCB3-588F-F9E7-BB56-3C85EAE0CC1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48659" y="2854411"/>
            <a:ext cx="5894681" cy="1969299"/>
          </a:xfrm>
          <a:prstGeom prst="rect">
            <a:avLst/>
          </a:prstGeom>
        </p:spPr>
      </p:pic>
      <p:sp>
        <p:nvSpPr>
          <p:cNvPr id="7" name="Rectangle 15">
            <a:extLst>
              <a:ext uri="{FF2B5EF4-FFF2-40B4-BE49-F238E27FC236}">
                <a16:creationId xmlns:a16="http://schemas.microsoft.com/office/drawing/2014/main" id="{47AEA0DD-F720-1AAF-257F-0B718BD90367}"/>
              </a:ext>
            </a:extLst>
          </p:cNvPr>
          <p:cNvSpPr/>
          <p:nvPr/>
        </p:nvSpPr>
        <p:spPr>
          <a:xfrm>
            <a:off x="5982937" y="5386493"/>
            <a:ext cx="870857" cy="690139"/>
          </a:xfrm>
          <a:prstGeom prst="rect">
            <a:avLst/>
          </a:prstGeom>
          <a:solidFill>
            <a:schemeClr val="bg1"/>
          </a:solidFill>
          <a:ln w="31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ysClr val="windowText" lastClr="000000"/>
                </a:solidFill>
              </a:rPr>
              <a:t>Lower limit</a:t>
            </a:r>
            <a:endParaRPr lang="LID4096" dirty="0">
              <a:solidFill>
                <a:sysClr val="windowText" lastClr="000000"/>
              </a:solidFill>
            </a:endParaRPr>
          </a:p>
        </p:txBody>
      </p:sp>
      <p:sp>
        <p:nvSpPr>
          <p:cNvPr id="10" name="Rectangle 16">
            <a:extLst>
              <a:ext uri="{FF2B5EF4-FFF2-40B4-BE49-F238E27FC236}">
                <a16:creationId xmlns:a16="http://schemas.microsoft.com/office/drawing/2014/main" id="{9B94B7CE-B8EC-334B-C6F6-210294B6E936}"/>
              </a:ext>
            </a:extLst>
          </p:cNvPr>
          <p:cNvSpPr/>
          <p:nvPr/>
        </p:nvSpPr>
        <p:spPr>
          <a:xfrm>
            <a:off x="6982943" y="5386493"/>
            <a:ext cx="870857" cy="690139"/>
          </a:xfrm>
          <a:prstGeom prst="rect">
            <a:avLst/>
          </a:prstGeom>
          <a:solidFill>
            <a:schemeClr val="bg1"/>
          </a:solidFill>
          <a:ln w="31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ysClr val="windowText" lastClr="000000"/>
                </a:solidFill>
              </a:rPr>
              <a:t>Upper limit</a:t>
            </a:r>
            <a:endParaRPr lang="LID4096" dirty="0">
              <a:solidFill>
                <a:sysClr val="windowText" lastClr="000000"/>
              </a:solidFill>
            </a:endParaRPr>
          </a:p>
        </p:txBody>
      </p:sp>
      <p:cxnSp>
        <p:nvCxnSpPr>
          <p:cNvPr id="11" name="Straight Arrow Connector 18">
            <a:extLst>
              <a:ext uri="{FF2B5EF4-FFF2-40B4-BE49-F238E27FC236}">
                <a16:creationId xmlns:a16="http://schemas.microsoft.com/office/drawing/2014/main" id="{E4FE945F-0F28-29EF-9645-B2C3E597B99C}"/>
              </a:ext>
            </a:extLst>
          </p:cNvPr>
          <p:cNvCxnSpPr>
            <a:stCxn id="7" idx="0"/>
          </p:cNvCxnSpPr>
          <p:nvPr/>
        </p:nvCxnSpPr>
        <p:spPr>
          <a:xfrm flipH="1" flipV="1">
            <a:off x="6305181" y="4823710"/>
            <a:ext cx="113185" cy="56278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9">
            <a:extLst>
              <a:ext uri="{FF2B5EF4-FFF2-40B4-BE49-F238E27FC236}">
                <a16:creationId xmlns:a16="http://schemas.microsoft.com/office/drawing/2014/main" id="{55B38DBD-FAF3-8934-B9B4-A4F9762927D6}"/>
              </a:ext>
            </a:extLst>
          </p:cNvPr>
          <p:cNvCxnSpPr>
            <a:cxnSpLocks/>
          </p:cNvCxnSpPr>
          <p:nvPr/>
        </p:nvCxnSpPr>
        <p:spPr>
          <a:xfrm flipV="1">
            <a:off x="7398023" y="4964426"/>
            <a:ext cx="0" cy="422066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מציין מיקום של מספר שקופית 2">
            <a:extLst>
              <a:ext uri="{FF2B5EF4-FFF2-40B4-BE49-F238E27FC236}">
                <a16:creationId xmlns:a16="http://schemas.microsoft.com/office/drawing/2014/main" id="{A644D2DF-F82A-64D8-E981-3B095A44AA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796F57-8306-40D4-9229-37A3D19F0B5F}" type="slidenum">
              <a:rPr lang="LID4096" smtClean="0"/>
              <a:t>36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40119556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2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2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2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10" grpId="0" animBg="1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A8A70E-CEFA-A32B-E3A7-0E5AA093EC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A50007-BE3D-D60B-B07A-C75055168E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4201" y="428529"/>
            <a:ext cx="10515600" cy="1325563"/>
          </a:xfrm>
        </p:spPr>
        <p:txBody>
          <a:bodyPr/>
          <a:lstStyle/>
          <a:p>
            <a:r>
              <a:rPr lang="en-US" dirty="0"/>
              <a:t>Your turn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Content Placeholder 2">
                <a:extLst>
                  <a:ext uri="{FF2B5EF4-FFF2-40B4-BE49-F238E27FC236}">
                    <a16:creationId xmlns:a16="http://schemas.microsoft.com/office/drawing/2014/main" id="{5AA28BF7-2613-7BF7-8407-AB9A5A8B48A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744200" y="1610210"/>
                <a:ext cx="10089879" cy="4308677"/>
              </a:xfrm>
            </p:spPr>
            <p:txBody>
              <a:bodyPr>
                <a:normAutofit/>
              </a:bodyPr>
              <a:lstStyle/>
              <a:p>
                <a:pPr>
                  <a:lnSpc>
                    <a:spcPct val="150000"/>
                  </a:lnSpc>
                  <a:buFont typeface="Wingdings" panose="05000000000000000000" pitchFamily="2" charset="2"/>
                  <a:buChar char="§"/>
                </a:pPr>
                <a:r>
                  <a:rPr lang="en-US" dirty="0"/>
                  <a:t>Model the number of emails a student gets in a day:</a:t>
                </a:r>
              </a:p>
              <a:p>
                <a:pPr lvl="1">
                  <a:lnSpc>
                    <a:spcPct val="150000"/>
                  </a:lnSpc>
                  <a:buFont typeface="Wingdings" panose="05000000000000000000" pitchFamily="2" charset="2"/>
                  <a:buChar char="§"/>
                </a:pPr>
                <a:r>
                  <a:rPr lang="en-US" dirty="0"/>
                  <a:t>Poisson likelihood </a:t>
                </a:r>
              </a:p>
              <a:p>
                <a:pPr lvl="1">
                  <a:lnSpc>
                    <a:spcPct val="150000"/>
                  </a:lnSpc>
                  <a:buFont typeface="Wingdings" panose="05000000000000000000" pitchFamily="2" charset="2"/>
                  <a:buChar char="§"/>
                </a:pPr>
                <a:r>
                  <a:rPr lang="en-US" dirty="0"/>
                  <a:t>Gamma prior on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𝜆</m:t>
                    </m:r>
                  </m:oMath>
                </a14:m>
                <a:r>
                  <a:rPr lang="en-GB" dirty="0"/>
                  <a:t>  </a:t>
                </a:r>
                <a:r>
                  <a:rPr lang="he-IL" dirty="0"/>
                  <a:t>)</a:t>
                </a:r>
                <a:r>
                  <a:rPr lang="en-US" dirty="0"/>
                  <a:t>remember why?)</a:t>
                </a:r>
                <a:endParaRPr lang="en-GB" dirty="0"/>
              </a:p>
              <a:p>
                <a:pPr lvl="1">
                  <a:lnSpc>
                    <a:spcPct val="150000"/>
                  </a:lnSpc>
                  <a:buFont typeface="Wingdings" panose="05000000000000000000" pitchFamily="2" charset="2"/>
                  <a:buChar char="§"/>
                </a:pPr>
                <a:endParaRPr lang="en-US" dirty="0"/>
              </a:p>
            </p:txBody>
          </p:sp>
        </mc:Choice>
        <mc:Fallback xmlns="">
          <p:sp>
            <p:nvSpPr>
              <p:cNvPr id="8" name="Content Placeholder 2">
                <a:extLst>
                  <a:ext uri="{FF2B5EF4-FFF2-40B4-BE49-F238E27FC236}">
                    <a16:creationId xmlns:a16="http://schemas.microsoft.com/office/drawing/2014/main" id="{5AA28BF7-2613-7BF7-8407-AB9A5A8B48A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744200" y="1610210"/>
                <a:ext cx="10089879" cy="4308677"/>
              </a:xfrm>
              <a:blipFill>
                <a:blip r:embed="rId3"/>
                <a:stretch>
                  <a:fillRect l="-1027"/>
                </a:stretch>
              </a:blipFill>
            </p:spPr>
            <p:txBody>
              <a:bodyPr/>
              <a:lstStyle/>
              <a:p>
                <a:r>
                  <a:rPr lang="he-IL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תמונה 3">
            <a:extLst>
              <a:ext uri="{FF2B5EF4-FFF2-40B4-BE49-F238E27FC236}">
                <a16:creationId xmlns:a16="http://schemas.microsoft.com/office/drawing/2014/main" id="{D3272073-B7BD-C631-BCA6-6E4959F2C398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6374" t="6066" r="5553"/>
          <a:stretch>
            <a:fillRect/>
          </a:stretch>
        </p:blipFill>
        <p:spPr>
          <a:xfrm>
            <a:off x="477794" y="3764548"/>
            <a:ext cx="5923006" cy="2659471"/>
          </a:xfrm>
          <a:prstGeom prst="rect">
            <a:avLst/>
          </a:prstGeom>
        </p:spPr>
      </p:pic>
      <p:pic>
        <p:nvPicPr>
          <p:cNvPr id="9218" name="Picture 2">
            <a:extLst>
              <a:ext uri="{FF2B5EF4-FFF2-40B4-BE49-F238E27FC236}">
                <a16:creationId xmlns:a16="http://schemas.microsoft.com/office/drawing/2014/main" id="{3CE39FE3-F16A-0786-6D7F-438C0A61470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92454" y="2767913"/>
            <a:ext cx="5580098" cy="37480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מציין מיקום של מספר שקופית 2">
            <a:extLst>
              <a:ext uri="{FF2B5EF4-FFF2-40B4-BE49-F238E27FC236}">
                <a16:creationId xmlns:a16="http://schemas.microsoft.com/office/drawing/2014/main" id="{25F96696-325C-A393-D5E6-7D7C3E48A2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796F57-8306-40D4-9229-37A3D19F0B5F}" type="slidenum">
              <a:rPr lang="LID4096" smtClean="0"/>
              <a:t>37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211447249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מציין מיקום תוכן 2">
            <a:extLst>
              <a:ext uri="{FF2B5EF4-FFF2-40B4-BE49-F238E27FC236}">
                <a16:creationId xmlns:a16="http://schemas.microsoft.com/office/drawing/2014/main" id="{850620A6-0E0D-9C6F-4F84-6900DF3A382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Go to the tutorial code notebook and: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Choose a prior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Use </a:t>
            </a:r>
            <a:r>
              <a:rPr lang="en-US" dirty="0" err="1"/>
              <a:t>PyMC</a:t>
            </a:r>
            <a:r>
              <a:rPr lang="en-US" dirty="0"/>
              <a:t> to create and sample the model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Visualize the model in a graph 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Analyze the posterior using </a:t>
            </a:r>
            <a:r>
              <a:rPr lang="en-US" dirty="0" err="1"/>
              <a:t>Arviz</a:t>
            </a:r>
            <a:endParaRPr lang="en-US" dirty="0"/>
          </a:p>
        </p:txBody>
      </p:sp>
      <p:sp>
        <p:nvSpPr>
          <p:cNvPr id="4" name="מציין מיקום של מספר שקופית 3">
            <a:extLst>
              <a:ext uri="{FF2B5EF4-FFF2-40B4-BE49-F238E27FC236}">
                <a16:creationId xmlns:a16="http://schemas.microsoft.com/office/drawing/2014/main" id="{58F35E1C-43F6-57BC-95E9-37259F900A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796F57-8306-40D4-9229-37A3D19F0B5F}" type="slidenum">
              <a:rPr lang="LID4096" smtClean="0"/>
              <a:t>38</a:t>
            </a:fld>
            <a:endParaRPr lang="LID4096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14545634-17E1-F09A-FA46-6C3F561EB4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 dirty="0"/>
              <a:t>Exercise:</a:t>
            </a:r>
            <a:r>
              <a:rPr lang="en-US" dirty="0">
                <a:solidFill>
                  <a:srgbClr val="FF0000"/>
                </a:solidFill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605810829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439B49BE-D38F-92D1-7CE7-EF45876036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Frequentist vs Bayesian philosophies</a:t>
            </a:r>
            <a:endParaRPr lang="he-IL" dirty="0"/>
          </a:p>
        </p:txBody>
      </p:sp>
      <p:sp>
        <p:nvSpPr>
          <p:cNvPr id="3" name="מציין מיקום תוכן 2">
            <a:extLst>
              <a:ext uri="{FF2B5EF4-FFF2-40B4-BE49-F238E27FC236}">
                <a16:creationId xmlns:a16="http://schemas.microsoft.com/office/drawing/2014/main" id="{2861F0DC-8372-6556-9C6E-38567504D5E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The Bayesian view - data as updating our uncertainty about parameters</a:t>
            </a:r>
          </a:p>
          <a:p>
            <a:r>
              <a:rPr lang="en-US" dirty="0"/>
              <a:t>Frequentist view - uncertainty as arising from repeated random datasets generated by a procedure. 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dirty="0"/>
              <a:t>In other words:</a:t>
            </a:r>
          </a:p>
          <a:p>
            <a:r>
              <a:rPr lang="en-US" dirty="0"/>
              <a:t>Bayesian uncertainty - uncertainty about parameters or models given the data and assumptions </a:t>
            </a:r>
          </a:p>
          <a:p>
            <a:r>
              <a:rPr lang="en-US" dirty="0"/>
              <a:t>Frequentist uncertainty - uncertainty defined through repeated sampling behavior of a procedure </a:t>
            </a:r>
          </a:p>
        </p:txBody>
      </p:sp>
      <p:sp>
        <p:nvSpPr>
          <p:cNvPr id="4" name="מציין מיקום של מספר שקופית 3">
            <a:extLst>
              <a:ext uri="{FF2B5EF4-FFF2-40B4-BE49-F238E27FC236}">
                <a16:creationId xmlns:a16="http://schemas.microsoft.com/office/drawing/2014/main" id="{94551191-012F-A0D0-96EA-D5D7B39F01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796F57-8306-40D4-9229-37A3D19F0B5F}" type="slidenum">
              <a:rPr lang="LID4096" smtClean="0"/>
              <a:t>39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3649679746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7B6DBCB1-0150-8140-DBE0-B5DD175B84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Frequentist estimation</a:t>
            </a:r>
            <a:endParaRPr lang="he-IL" dirty="0"/>
          </a:p>
        </p:txBody>
      </p:sp>
      <p:sp>
        <p:nvSpPr>
          <p:cNvPr id="3" name="מציין מיקום תוכן 2">
            <a:extLst>
              <a:ext uri="{FF2B5EF4-FFF2-40B4-BE49-F238E27FC236}">
                <a16:creationId xmlns:a16="http://schemas.microsoft.com/office/drawing/2014/main" id="{96E88F19-4E28-31A9-5371-7B20900B9E9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Important Terms (reminder)  </a:t>
            </a:r>
          </a:p>
          <a:p>
            <a:r>
              <a:rPr lang="en-US" dirty="0"/>
              <a:t>Statistic - any quantity calculated from data</a:t>
            </a:r>
          </a:p>
          <a:p>
            <a:r>
              <a:rPr lang="en-US" dirty="0"/>
              <a:t>Estimator - a statistic used to guess a real parameter value</a:t>
            </a:r>
          </a:p>
          <a:p>
            <a:r>
              <a:rPr lang="en-US" dirty="0"/>
              <a:t>Sampling distribution - the distribution of an estimator across repeated datasets</a:t>
            </a:r>
          </a:p>
          <a:p>
            <a:endParaRPr lang="he-IL" dirty="0"/>
          </a:p>
        </p:txBody>
      </p:sp>
      <p:sp>
        <p:nvSpPr>
          <p:cNvPr id="4" name="מציין מיקום של מספר שקופית 3">
            <a:extLst>
              <a:ext uri="{FF2B5EF4-FFF2-40B4-BE49-F238E27FC236}">
                <a16:creationId xmlns:a16="http://schemas.microsoft.com/office/drawing/2014/main" id="{5039E197-7D2D-C8F2-5D70-32CF0629DA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796F57-8306-40D4-9229-37A3D19F0B5F}" type="slidenum">
              <a:rPr lang="LID4096" smtClean="0"/>
              <a:t>40</a:t>
            </a:fld>
            <a:endParaRPr lang="LID4096" dirty="0"/>
          </a:p>
        </p:txBody>
      </p:sp>
    </p:spTree>
    <p:extLst>
      <p:ext uri="{BB962C8B-B14F-4D97-AF65-F5344CB8AC3E}">
        <p14:creationId xmlns:p14="http://schemas.microsoft.com/office/powerpoint/2010/main" val="3882974646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AE99406D-9669-101A-9B3E-2F08888DCA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 rtl="0"/>
            <a:r>
              <a:rPr lang="en-US" dirty="0"/>
              <a:t>SciPy</a:t>
            </a:r>
            <a:endParaRPr lang="he-IL" dirty="0"/>
          </a:p>
        </p:txBody>
      </p:sp>
      <p:sp>
        <p:nvSpPr>
          <p:cNvPr id="3" name="מציין מיקום תוכן 2">
            <a:extLst>
              <a:ext uri="{FF2B5EF4-FFF2-40B4-BE49-F238E27FC236}">
                <a16:creationId xmlns:a16="http://schemas.microsoft.com/office/drawing/2014/main" id="{D811157E-33F4-C997-BA2B-AE9238BE619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5"/>
            <a:ext cx="10853057" cy="4351338"/>
          </a:xfrm>
        </p:spPr>
        <p:txBody>
          <a:bodyPr>
            <a:normAutofit/>
          </a:bodyPr>
          <a:lstStyle/>
          <a:p>
            <a:pPr marL="0" indent="0" algn="l" rtl="0">
              <a:buNone/>
            </a:pPr>
            <a:r>
              <a:rPr lang="en-US" sz="2400" dirty="0"/>
              <a:t>Powerful open-source Python library for scientific and technical computing.</a:t>
            </a:r>
          </a:p>
        </p:txBody>
      </p:sp>
      <p:pic>
        <p:nvPicPr>
          <p:cNvPr id="6" name="תמונה 5">
            <a:extLst>
              <a:ext uri="{FF2B5EF4-FFF2-40B4-BE49-F238E27FC236}">
                <a16:creationId xmlns:a16="http://schemas.microsoft.com/office/drawing/2014/main" id="{500E9D08-A5E4-E95D-8A6D-5CC17A12782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58366"/>
          <a:stretch>
            <a:fillRect/>
          </a:stretch>
        </p:blipFill>
        <p:spPr>
          <a:xfrm>
            <a:off x="838199" y="0"/>
            <a:ext cx="3474720" cy="1805993"/>
          </a:xfrm>
          <a:prstGeom prst="rect">
            <a:avLst/>
          </a:prstGeom>
        </p:spPr>
      </p:pic>
      <p:sp>
        <p:nvSpPr>
          <p:cNvPr id="8" name="תיבת טקסט 7">
            <a:extLst>
              <a:ext uri="{FF2B5EF4-FFF2-40B4-BE49-F238E27FC236}">
                <a16:creationId xmlns:a16="http://schemas.microsoft.com/office/drawing/2014/main" id="{58375406-ABFE-C8DE-77F5-D0638DF1CAA5}"/>
              </a:ext>
            </a:extLst>
          </p:cNvPr>
          <p:cNvSpPr txBox="1"/>
          <p:nvPr/>
        </p:nvSpPr>
        <p:spPr>
          <a:xfrm>
            <a:off x="838199" y="4484192"/>
            <a:ext cx="8417012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rtl="0"/>
            <a:r>
              <a:rPr lang="he-IL" sz="2400" dirty="0"/>
              <a:t> </a:t>
            </a:r>
            <a:r>
              <a:rPr lang="en-US" sz="2400" dirty="0"/>
              <a:t>Example Use Cases: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sz="2000" dirty="0">
                <a:highlight>
                  <a:srgbClr val="FFFF00"/>
                </a:highlight>
              </a:rPr>
              <a:t>Fitting models with </a:t>
            </a:r>
            <a:r>
              <a:rPr lang="en-US" sz="2000" dirty="0" err="1">
                <a:highlight>
                  <a:srgbClr val="FFFF00"/>
                </a:highlight>
              </a:rPr>
              <a:t>optimize.minimize</a:t>
            </a:r>
            <a:r>
              <a:rPr lang="en-US" sz="2000" dirty="0">
                <a:highlight>
                  <a:srgbClr val="FFFF00"/>
                </a:highlight>
              </a:rPr>
              <a:t> or </a:t>
            </a:r>
            <a:r>
              <a:rPr lang="en-US" sz="2000" dirty="0" err="1">
                <a:highlight>
                  <a:srgbClr val="FFFF00"/>
                </a:highlight>
              </a:rPr>
              <a:t>optimize.minimize</a:t>
            </a:r>
            <a:r>
              <a:rPr lang="en-US" sz="2000" dirty="0">
                <a:highlight>
                  <a:srgbClr val="FFFF00"/>
                </a:highlight>
              </a:rPr>
              <a:t> _scalar</a:t>
            </a:r>
          </a:p>
          <a:p>
            <a:pPr lvl="1" algn="l" rtl="0">
              <a:buFont typeface="Courier New" panose="02070309020205020404" pitchFamily="49" charset="0"/>
              <a:buChar char="o"/>
            </a:pPr>
            <a:r>
              <a:rPr lang="en-US" sz="2000" dirty="0"/>
              <a:t>Calculating probabilities and distributions with </a:t>
            </a:r>
            <a:r>
              <a:rPr lang="en-US" sz="2000" dirty="0" err="1"/>
              <a:t>stats.models</a:t>
            </a:r>
            <a:endParaRPr lang="en-US" sz="2000" dirty="0"/>
          </a:p>
          <a:p>
            <a:pPr lvl="1" algn="l" rtl="0">
              <a:buFont typeface="Courier New" panose="02070309020205020404" pitchFamily="49" charset="0"/>
              <a:buChar char="o"/>
            </a:pPr>
            <a:r>
              <a:rPr lang="en-US" sz="2000" dirty="0"/>
              <a:t>Solving equations or differential equations</a:t>
            </a:r>
            <a:endParaRPr lang="he-IL" sz="2000" dirty="0"/>
          </a:p>
        </p:txBody>
      </p:sp>
      <p:sp>
        <p:nvSpPr>
          <p:cNvPr id="10" name="תיבת טקסט 9">
            <a:extLst>
              <a:ext uri="{FF2B5EF4-FFF2-40B4-BE49-F238E27FC236}">
                <a16:creationId xmlns:a16="http://schemas.microsoft.com/office/drawing/2014/main" id="{990503EC-8645-C175-D8EB-7B560E16AC74}"/>
              </a:ext>
            </a:extLst>
          </p:cNvPr>
          <p:cNvSpPr txBox="1"/>
          <p:nvPr/>
        </p:nvSpPr>
        <p:spPr>
          <a:xfrm>
            <a:off x="838199" y="2416176"/>
            <a:ext cx="6094324" cy="20005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rtl="0"/>
            <a:r>
              <a:rPr lang="en-US" sz="2400" dirty="0"/>
              <a:t>Builds on NumPy and provides tools for:</a:t>
            </a:r>
            <a:endParaRPr lang="he-IL" sz="2400" dirty="0"/>
          </a:p>
          <a:p>
            <a:pPr lvl="1" algn="l" rtl="0">
              <a:buFont typeface="Courier New" panose="02070309020205020404" pitchFamily="49" charset="0"/>
              <a:buChar char="o"/>
            </a:pPr>
            <a:r>
              <a:rPr lang="en-US" sz="2000" dirty="0"/>
              <a:t> Optimization (e.g., </a:t>
            </a:r>
            <a:r>
              <a:rPr lang="en-US" sz="2000" dirty="0" err="1"/>
              <a:t>scipy.optimize</a:t>
            </a:r>
            <a:r>
              <a:rPr lang="en-US" sz="2000" dirty="0"/>
              <a:t>)</a:t>
            </a:r>
          </a:p>
          <a:p>
            <a:pPr lvl="1" algn="l" rtl="0">
              <a:buFont typeface="Courier New" panose="02070309020205020404" pitchFamily="49" charset="0"/>
              <a:buChar char="o"/>
            </a:pPr>
            <a:r>
              <a:rPr lang="en-US" sz="2000" dirty="0"/>
              <a:t> Statistics (e.g., </a:t>
            </a:r>
            <a:r>
              <a:rPr lang="en-US" sz="2000" dirty="0" err="1"/>
              <a:t>scipy.stats</a:t>
            </a:r>
            <a:r>
              <a:rPr lang="en-US" sz="2000" dirty="0"/>
              <a:t>)</a:t>
            </a:r>
            <a:endParaRPr lang="he-IL" sz="2000" dirty="0"/>
          </a:p>
          <a:p>
            <a:pPr lvl="1" algn="l" rtl="0">
              <a:buFont typeface="Courier New" panose="02070309020205020404" pitchFamily="49" charset="0"/>
              <a:buChar char="o"/>
            </a:pPr>
            <a:r>
              <a:rPr lang="en-US" sz="2000" dirty="0"/>
              <a:t> Linear algebra (e.g., </a:t>
            </a:r>
            <a:r>
              <a:rPr lang="en-US" sz="2000" dirty="0" err="1"/>
              <a:t>scipy.linalg</a:t>
            </a:r>
            <a:r>
              <a:rPr lang="en-US" sz="2000" dirty="0"/>
              <a:t>)</a:t>
            </a:r>
            <a:endParaRPr lang="he-IL" sz="2000" dirty="0"/>
          </a:p>
          <a:p>
            <a:pPr lvl="1" algn="l" rtl="0">
              <a:buFont typeface="Courier New" panose="02070309020205020404" pitchFamily="49" charset="0"/>
              <a:buChar char="o"/>
            </a:pPr>
            <a:r>
              <a:rPr lang="en-US" sz="2000" dirty="0"/>
              <a:t> Signal processing, Fourier transforms</a:t>
            </a:r>
            <a:endParaRPr lang="he-IL" sz="2000" dirty="0"/>
          </a:p>
          <a:p>
            <a:pPr lvl="1" algn="l" rtl="0">
              <a:buFont typeface="Courier New" panose="02070309020205020404" pitchFamily="49" charset="0"/>
              <a:buChar char="o"/>
            </a:pPr>
            <a:r>
              <a:rPr lang="he-IL" sz="2000" dirty="0"/>
              <a:t> </a:t>
            </a:r>
            <a:r>
              <a:rPr lang="en-US" sz="2000" dirty="0"/>
              <a:t>Numerical integration and interpolation</a:t>
            </a:r>
          </a:p>
        </p:txBody>
      </p:sp>
      <p:sp>
        <p:nvSpPr>
          <p:cNvPr id="4" name="מציין מיקום של מספר שקופית 3">
            <a:extLst>
              <a:ext uri="{FF2B5EF4-FFF2-40B4-BE49-F238E27FC236}">
                <a16:creationId xmlns:a16="http://schemas.microsoft.com/office/drawing/2014/main" id="{BAF963CF-8CD7-F39A-40FA-33026CBCAD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796F57-8306-40D4-9229-37A3D19F0B5F}" type="slidenum">
              <a:rPr lang="LID4096" smtClean="0"/>
              <a:t>41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41406300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8" grpId="0"/>
      <p:bldP spid="10" grpId="0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AA9293-C9F2-074C-E461-8225B1E5D1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4A5E2FF6-238F-A9DC-744C-4E40E19A962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828215"/>
            <a:ext cx="9144000" cy="2387600"/>
          </a:xfrm>
        </p:spPr>
        <p:txBody>
          <a:bodyPr>
            <a:normAutofit/>
          </a:bodyPr>
          <a:lstStyle/>
          <a:p>
            <a:pPr rtl="0"/>
            <a:r>
              <a:rPr lang="en-US" sz="5400" dirty="0"/>
              <a:t>Maximum Likelihood Estimation (MLE) </a:t>
            </a:r>
          </a:p>
        </p:txBody>
      </p:sp>
      <p:sp>
        <p:nvSpPr>
          <p:cNvPr id="3" name="מציין מיקום של מספר שקופית 2">
            <a:extLst>
              <a:ext uri="{FF2B5EF4-FFF2-40B4-BE49-F238E27FC236}">
                <a16:creationId xmlns:a16="http://schemas.microsoft.com/office/drawing/2014/main" id="{49BED793-AE1E-DC38-EE1C-3BABCD3297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796F57-8306-40D4-9229-37A3D19F0B5F}" type="slidenum">
              <a:rPr lang="LID4096" smtClean="0"/>
              <a:t>42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022055608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4A0C4C-3245-0C82-9540-B0D0568F3A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8FE8D9E9-321B-C1B9-100E-293DBBEC4D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 rtl="0"/>
            <a:r>
              <a:rPr lang="en-US" dirty="0"/>
              <a:t>Maximum Likelihood Estimation (MLE)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מציין מיקום תוכן 2">
                <a:extLst>
                  <a:ext uri="{FF2B5EF4-FFF2-40B4-BE49-F238E27FC236}">
                    <a16:creationId xmlns:a16="http://schemas.microsoft.com/office/drawing/2014/main" id="{0F9F4131-4166-C54A-15BA-7CD54D64EF3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algn="l" rtl="0">
                  <a:lnSpc>
                    <a:spcPct val="150000"/>
                  </a:lnSpc>
                </a:pPr>
                <a:r>
                  <a:rPr lang="en-US" dirty="0"/>
                  <a:t>A technique used for estimating the parameters of a given distribution, using some observed data</a:t>
                </a:r>
              </a:p>
              <a:p>
                <a:pPr algn="l" rtl="0">
                  <a:lnSpc>
                    <a:spcPct val="150000"/>
                  </a:lnSpc>
                </a:pPr>
                <a:r>
                  <a:rPr lang="en-US" dirty="0">
                    <a:solidFill>
                      <a:schemeClr val="tx1"/>
                    </a:solidFill>
                  </a:rPr>
                  <a:t>Estimate of parameter that maximizes the likelihood function: </a:t>
                </a:r>
                <a:br>
                  <a:rPr lang="en-US" dirty="0">
                    <a:solidFill>
                      <a:schemeClr val="tx1"/>
                    </a:solidFill>
                  </a:rPr>
                </a:b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𝜃</m:t>
                            </m:r>
                          </m:e>
                        </m:acc>
                      </m:e>
                      <m:sub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𝑀𝐿𝐸</m:t>
                        </m:r>
                      </m:sub>
                    </m:sSub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US" b="0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arg</m:t>
                    </m:r>
                    <m:r>
                      <a:rPr lang="en-US" b="0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b="0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max</m:t>
                    </m:r>
                    <m:r>
                      <a:rPr lang="en-US" b="0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b="0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L</m:t>
                    </m:r>
                    <m:d>
                      <m:dPr>
                        <m:ctrlP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l-GR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θ</m:t>
                        </m:r>
                      </m:e>
                    </m:d>
                    <m:r>
                      <a:rPr lang="en-US" b="0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endParaRPr lang="en-US" b="0" i="0" dirty="0">
                  <a:solidFill>
                    <a:schemeClr val="tx1"/>
                  </a:solidFill>
                  <a:latin typeface="Cambria Math" panose="02040503050406030204" pitchFamily="18" charset="0"/>
                </a:endParaRPr>
              </a:p>
              <a:p>
                <a:pPr marL="0" indent="0" algn="ctr" rtl="0">
                  <a:lnSpc>
                    <a:spcPct val="150000"/>
                  </a:lnSpc>
                  <a:buNone/>
                </a:pP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𝐿</m:t>
                    </m:r>
                    <m:d>
                      <m:dPr>
                        <m:ctrlP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l-GR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θ</m:t>
                        </m:r>
                      </m:e>
                    </m:d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US">
                        <a:latin typeface="Cambria Math" panose="02040503050406030204" pitchFamily="18" charset="0"/>
                      </a:rPr>
                      <m:t>P</m:t>
                    </m:r>
                    <m:d>
                      <m:dPr>
                        <m:endChr m:val="|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𝑑𝑎𝑡𝑎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l-GR" i="1">
                        <a:latin typeface="Cambria Math" panose="02040503050406030204" pitchFamily="18" charset="0"/>
                      </a:rPr>
                      <m:t>θ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  when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𝑑𝑎𝑡𝑎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= 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,…,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en-US" dirty="0"/>
                  <a:t> </a:t>
                </a:r>
              </a:p>
              <a:p>
                <a:pPr algn="l" rtl="0">
                  <a:lnSpc>
                    <a:spcPct val="150000"/>
                  </a:lnSpc>
                </a:pPr>
                <a:endParaRPr lang="en-US" dirty="0"/>
              </a:p>
              <a:p>
                <a:pPr algn="l" rtl="0">
                  <a:lnSpc>
                    <a:spcPct val="150000"/>
                  </a:lnSpc>
                </a:pPr>
                <a:endParaRPr lang="he-IL" dirty="0"/>
              </a:p>
            </p:txBody>
          </p:sp>
        </mc:Choice>
        <mc:Fallback xmlns="">
          <p:sp>
            <p:nvSpPr>
              <p:cNvPr id="3" name="מציין מיקום תוכן 2">
                <a:extLst>
                  <a:ext uri="{FF2B5EF4-FFF2-40B4-BE49-F238E27FC236}">
                    <a16:creationId xmlns:a16="http://schemas.microsoft.com/office/drawing/2014/main" id="{0F9F4131-4166-C54A-15BA-7CD54D64EF3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1043"/>
                </a:stretch>
              </a:blipFill>
            </p:spPr>
            <p:txBody>
              <a:bodyPr/>
              <a:lstStyle/>
              <a:p>
                <a:r>
                  <a:rPr lang="he-I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מציין מיקום של מספר שקופית 3">
            <a:extLst>
              <a:ext uri="{FF2B5EF4-FFF2-40B4-BE49-F238E27FC236}">
                <a16:creationId xmlns:a16="http://schemas.microsoft.com/office/drawing/2014/main" id="{98C7C40C-A6F4-FB8E-B9F8-11A7E06146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796F57-8306-40D4-9229-37A3D19F0B5F}" type="slidenum">
              <a:rPr lang="LID4096" smtClean="0"/>
              <a:t>43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020814140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D8A819-C47B-46F0-40CB-24D3B43C7B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CE053A78-E136-AC4D-4D91-6B6F9C61AB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3346" y="597169"/>
            <a:ext cx="4337301" cy="2129989"/>
          </a:xfrm>
        </p:spPr>
        <p:txBody>
          <a:bodyPr>
            <a:normAutofit/>
          </a:bodyPr>
          <a:lstStyle/>
          <a:p>
            <a:pPr algn="l" rtl="0"/>
            <a:r>
              <a:rPr lang="en-US" sz="4000" dirty="0"/>
              <a:t>Maximum Likelihood Estimation (MLE)</a:t>
            </a:r>
          </a:p>
        </p:txBody>
      </p:sp>
      <p:sp>
        <p:nvSpPr>
          <p:cNvPr id="3" name="מציין מיקום תוכן 2">
            <a:extLst>
              <a:ext uri="{FF2B5EF4-FFF2-40B4-BE49-F238E27FC236}">
                <a16:creationId xmlns:a16="http://schemas.microsoft.com/office/drawing/2014/main" id="{1C423EA1-E848-3EB2-C154-D948845C4C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3346" y="2843547"/>
            <a:ext cx="4337302" cy="4351338"/>
          </a:xfrm>
        </p:spPr>
        <p:txBody>
          <a:bodyPr/>
          <a:lstStyle/>
          <a:p>
            <a:pPr algn="l" rtl="0">
              <a:lnSpc>
                <a:spcPct val="150000"/>
              </a:lnSpc>
            </a:pPr>
            <a:r>
              <a:rPr lang="en-US" dirty="0"/>
              <a:t>MLE is the mode of the likelihood</a:t>
            </a:r>
          </a:p>
        </p:txBody>
      </p:sp>
      <p:pic>
        <p:nvPicPr>
          <p:cNvPr id="4" name="Picture 6" descr="תמונה שמכילה טקסט, עלילה, קו, תרשים&#10;&#10;תוכן בינה מלאכותית גנרטיבית עשוי להיות שגוי.">
            <a:extLst>
              <a:ext uri="{FF2B5EF4-FFF2-40B4-BE49-F238E27FC236}">
                <a16:creationId xmlns:a16="http://schemas.microsoft.com/office/drawing/2014/main" id="{F969F256-4BCA-AB8E-EC4C-3BD520063A1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4672101" y="3542644"/>
            <a:ext cx="3540975" cy="23547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10" descr="תמונה שמכילה טקסט, קו, עלילה, תרשים&#10;&#10;תוכן בינה מלאכותית גנרטיבית עשוי להיות שגוי.">
            <a:extLst>
              <a:ext uri="{FF2B5EF4-FFF2-40B4-BE49-F238E27FC236}">
                <a16:creationId xmlns:a16="http://schemas.microsoft.com/office/drawing/2014/main" id="{08DB8752-7DC3-90BB-5FA2-01BBF59262F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8235061" y="3512542"/>
            <a:ext cx="3540975" cy="24078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8" descr="תמונה שמכילה טקסט, עלילה, קו, תרשים&#10;&#10;תוכן בינה מלאכותית גנרטיבית עשוי להיות שגוי.">
            <a:extLst>
              <a:ext uri="{FF2B5EF4-FFF2-40B4-BE49-F238E27FC236}">
                <a16:creationId xmlns:a16="http://schemas.microsoft.com/office/drawing/2014/main" id="{1EE0E005-58F5-44A4-F8E5-F4862CC16A7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4672101" y="594577"/>
            <a:ext cx="3540975" cy="24521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2" descr="תמונה שמכילה טקסט, עלילה, קו, תרשים&#10;&#10;תוכן בינה מלאכותית גנרטיבית עשוי להיות שגוי.">
            <a:extLst>
              <a:ext uri="{FF2B5EF4-FFF2-40B4-BE49-F238E27FC236}">
                <a16:creationId xmlns:a16="http://schemas.microsoft.com/office/drawing/2014/main" id="{F11E35B6-B958-CC51-8D14-F02EEBC54CF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8235059" y="618552"/>
            <a:ext cx="3540975" cy="24078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מציין מיקום של מספר שקופית 7">
            <a:extLst>
              <a:ext uri="{FF2B5EF4-FFF2-40B4-BE49-F238E27FC236}">
                <a16:creationId xmlns:a16="http://schemas.microsoft.com/office/drawing/2014/main" id="{C5B2146F-B8F4-0FC4-C7FB-ECEDAABE32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796F57-8306-40D4-9229-37A3D19F0B5F}" type="slidenum">
              <a:rPr lang="LID4096" smtClean="0"/>
              <a:t>44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538237671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31CA1F-8858-0BCE-AAE4-C90C69338E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088F86D7-110C-6294-82A6-D9EC10C237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 rtl="0"/>
            <a:r>
              <a:rPr lang="en-US" dirty="0"/>
              <a:t>Analytic MLE</a:t>
            </a:r>
          </a:p>
        </p:txBody>
      </p:sp>
      <p:sp>
        <p:nvSpPr>
          <p:cNvPr id="3" name="מציין מיקום תוכן 2">
            <a:extLst>
              <a:ext uri="{FF2B5EF4-FFF2-40B4-BE49-F238E27FC236}">
                <a16:creationId xmlns:a16="http://schemas.microsoft.com/office/drawing/2014/main" id="{0BAEC3C8-6F69-E454-6B82-A2DFCB2387E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9208" y="1626717"/>
            <a:ext cx="10653584" cy="4351338"/>
          </a:xfrm>
        </p:spPr>
        <p:txBody>
          <a:bodyPr>
            <a:normAutofit/>
          </a:bodyPr>
          <a:lstStyle/>
          <a:p>
            <a:pPr algn="l" rtl="0">
              <a:lnSpc>
                <a:spcPct val="150000"/>
              </a:lnSpc>
            </a:pPr>
            <a:r>
              <a:rPr lang="en-US" sz="2400" b="1" dirty="0"/>
              <a:t>Analytic solution</a:t>
            </a:r>
            <a:r>
              <a:rPr lang="en-US" sz="2400" dirty="0"/>
              <a:t> means solving the MLE by hand - finding a closed-form expression that maximizes the likelihood. </a:t>
            </a:r>
          </a:p>
          <a:p>
            <a:pPr>
              <a:lnSpc>
                <a:spcPct val="150000"/>
              </a:lnSpc>
            </a:pPr>
            <a:r>
              <a:rPr lang="en-US" sz="2400" dirty="0"/>
              <a:t>This is possible for simple models like the Binomial distribution:</a:t>
            </a:r>
            <a:endParaRPr lang="en-US" sz="2400" b="1" dirty="0"/>
          </a:p>
        </p:txBody>
      </p:sp>
      <p:pic>
        <p:nvPicPr>
          <p:cNvPr id="6" name="תמונה 5">
            <a:extLst>
              <a:ext uri="{FF2B5EF4-FFF2-40B4-BE49-F238E27FC236}">
                <a16:creationId xmlns:a16="http://schemas.microsoft.com/office/drawing/2014/main" id="{FB2A4775-184C-3BE3-0FF9-1DA24169A02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0255" y="3802386"/>
            <a:ext cx="3743847" cy="552527"/>
          </a:xfrm>
          <a:prstGeom prst="rect">
            <a:avLst/>
          </a:prstGeom>
        </p:spPr>
      </p:pic>
      <p:pic>
        <p:nvPicPr>
          <p:cNvPr id="8" name="תמונה 7">
            <a:extLst>
              <a:ext uri="{FF2B5EF4-FFF2-40B4-BE49-F238E27FC236}">
                <a16:creationId xmlns:a16="http://schemas.microsoft.com/office/drawing/2014/main" id="{EDFB8A69-CD16-00AC-E8FB-DC4FF1C1169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0255" y="4514148"/>
            <a:ext cx="5515745" cy="1667108"/>
          </a:xfrm>
          <a:prstGeom prst="rect">
            <a:avLst/>
          </a:prstGeom>
        </p:spPr>
      </p:pic>
      <p:pic>
        <p:nvPicPr>
          <p:cNvPr id="16386" name="Picture 2">
            <a:extLst>
              <a:ext uri="{FF2B5EF4-FFF2-40B4-BE49-F238E27FC236}">
                <a16:creationId xmlns:a16="http://schemas.microsoft.com/office/drawing/2014/main" id="{83721225-79BF-9E48-9388-0BB2E9F3D06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55079" y="3519511"/>
            <a:ext cx="4970337" cy="333848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מציין מיקום של מספר שקופית 3">
            <a:extLst>
              <a:ext uri="{FF2B5EF4-FFF2-40B4-BE49-F238E27FC236}">
                <a16:creationId xmlns:a16="http://schemas.microsoft.com/office/drawing/2014/main" id="{7E71A86A-AF6D-8F14-0EB7-CFD1260147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796F57-8306-40D4-9229-37A3D19F0B5F}" type="slidenum">
              <a:rPr lang="LID4096" smtClean="0"/>
              <a:t>45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175995375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792BFB-2004-5A3B-583C-85853FBD4F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תיבת טקסט 18">
            <a:extLst>
              <a:ext uri="{FF2B5EF4-FFF2-40B4-BE49-F238E27FC236}">
                <a16:creationId xmlns:a16="http://schemas.microsoft.com/office/drawing/2014/main" id="{21A1CA52-7D2F-021C-5C82-DE3E114E9C2C}"/>
              </a:ext>
            </a:extLst>
          </p:cNvPr>
          <p:cNvSpPr txBox="1"/>
          <p:nvPr/>
        </p:nvSpPr>
        <p:spPr>
          <a:xfrm>
            <a:off x="838200" y="546561"/>
            <a:ext cx="9270442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rtl="0"/>
            <a:r>
              <a:rPr lang="en-US" sz="4400" dirty="0">
                <a:latin typeface="David" panose="020E0502060401010101" pitchFamily="34" charset="-79"/>
                <a:cs typeface="David" panose="020E0502060401010101" pitchFamily="34" charset="-79"/>
              </a:rPr>
              <a:t>Log-likelihood</a:t>
            </a:r>
            <a:endParaRPr lang="he-IL" sz="4400" dirty="0">
              <a:latin typeface="David" panose="020E0502060401010101" pitchFamily="34" charset="-79"/>
              <a:cs typeface="David" panose="020E0502060401010101" pitchFamily="34" charset="-79"/>
            </a:endParaRPr>
          </a:p>
        </p:txBody>
      </p:sp>
      <p:sp>
        <p:nvSpPr>
          <p:cNvPr id="5" name="תיבת טקסט 4">
            <a:extLst>
              <a:ext uri="{FF2B5EF4-FFF2-40B4-BE49-F238E27FC236}">
                <a16:creationId xmlns:a16="http://schemas.microsoft.com/office/drawing/2014/main" id="{F06888F7-185C-A977-FDC2-CD7F144BFAF3}"/>
              </a:ext>
            </a:extLst>
          </p:cNvPr>
          <p:cNvSpPr txBox="1"/>
          <p:nvPr/>
        </p:nvSpPr>
        <p:spPr>
          <a:xfrm>
            <a:off x="745524" y="1669357"/>
            <a:ext cx="10700952" cy="31085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 algn="l" rtl="0">
              <a:buFont typeface="Arial" panose="020B0604020202020204" pitchFamily="34" charset="0"/>
              <a:buChar char="•"/>
            </a:pPr>
            <a:r>
              <a:rPr lang="en-US" sz="2800" kern="1200" dirty="0">
                <a:solidFill>
                  <a:schemeClr val="tx1"/>
                </a:solidFill>
                <a:effectLst/>
                <a:latin typeface="David" panose="020E0502060401010101" pitchFamily="34" charset="-79"/>
                <a:cs typeface="David" panose="020E0502060401010101" pitchFamily="34" charset="-79"/>
              </a:rPr>
              <a:t>We use the log-likelihood instead of the likelihood because it is numerically stable, mathematically convenient, and gives the same MLE.</a:t>
            </a:r>
          </a:p>
          <a:p>
            <a:pPr marL="457200" indent="-457200" algn="l" rtl="0">
              <a:buFont typeface="Arial" panose="020B0604020202020204" pitchFamily="34" charset="0"/>
              <a:buChar char="•"/>
            </a:pPr>
            <a:r>
              <a:rPr lang="en-US" sz="2800" kern="1200" dirty="0">
                <a:solidFill>
                  <a:schemeClr val="tx1"/>
                </a:solidFill>
                <a:effectLst/>
                <a:latin typeface="David" panose="020E0502060401010101" pitchFamily="34" charset="-79"/>
                <a:cs typeface="David" panose="020E0502060401010101" pitchFamily="34" charset="-79"/>
              </a:rPr>
              <a:t>This is standard practice in both frequentist and Bayesian inference.</a:t>
            </a:r>
          </a:p>
          <a:p>
            <a:pPr marL="457200" indent="-457200" algn="l" rtl="0">
              <a:buFont typeface="Arial" panose="020B0604020202020204" pitchFamily="34" charset="0"/>
              <a:buChar char="•"/>
            </a:pPr>
            <a:endParaRPr lang="en-US" sz="2800" dirty="0">
              <a:latin typeface="David" panose="020E0502060401010101" pitchFamily="34" charset="-79"/>
              <a:cs typeface="David" panose="020E0502060401010101" pitchFamily="34" charset="-79"/>
            </a:endParaRPr>
          </a:p>
          <a:p>
            <a:pPr marL="457200" indent="-457200" algn="l" rtl="0">
              <a:buFont typeface="Arial" panose="020B0604020202020204" pitchFamily="34" charset="0"/>
              <a:buChar char="•"/>
            </a:pPr>
            <a:endParaRPr lang="en-US" sz="2800" dirty="0">
              <a:latin typeface="David" panose="020E0502060401010101" pitchFamily="34" charset="-79"/>
              <a:cs typeface="David" panose="020E0502060401010101" pitchFamily="34" charset="-79"/>
            </a:endParaRPr>
          </a:p>
          <a:p>
            <a:pPr marL="457200" indent="-457200" algn="l" rtl="0">
              <a:buFont typeface="Arial" panose="020B0604020202020204" pitchFamily="34" charset="0"/>
              <a:buChar char="•"/>
            </a:pPr>
            <a:endParaRPr lang="he-IL" sz="2800" dirty="0">
              <a:latin typeface="David" panose="020E0502060401010101" pitchFamily="34" charset="-79"/>
              <a:cs typeface="David" panose="020E0502060401010101" pitchFamily="34" charset="-79"/>
            </a:endParaRPr>
          </a:p>
        </p:txBody>
      </p:sp>
      <p:sp>
        <p:nvSpPr>
          <p:cNvPr id="2" name="מציין מיקום של מספר שקופית 1">
            <a:extLst>
              <a:ext uri="{FF2B5EF4-FFF2-40B4-BE49-F238E27FC236}">
                <a16:creationId xmlns:a16="http://schemas.microsoft.com/office/drawing/2014/main" id="{EEA17100-26F6-0FBF-38C1-84C6F10154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796F57-8306-40D4-9229-37A3D19F0B5F}" type="slidenum">
              <a:rPr lang="LID4096" smtClean="0"/>
              <a:t>46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501282312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29FD02B0-4CBD-A30F-1EB8-E803386FFE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" name="תמונה 26">
            <a:extLst>
              <a:ext uri="{FF2B5EF4-FFF2-40B4-BE49-F238E27FC236}">
                <a16:creationId xmlns:a16="http://schemas.microsoft.com/office/drawing/2014/main" id="{DCA180AE-292C-F91C-07EB-49946131919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6519" y="1363774"/>
            <a:ext cx="6373903" cy="5031156"/>
          </a:xfrm>
          <a:prstGeom prst="rect">
            <a:avLst/>
          </a:prstGeom>
        </p:spPr>
      </p:pic>
      <p:cxnSp>
        <p:nvCxnSpPr>
          <p:cNvPr id="11" name="מחבר חץ ישר 10">
            <a:extLst>
              <a:ext uri="{FF2B5EF4-FFF2-40B4-BE49-F238E27FC236}">
                <a16:creationId xmlns:a16="http://schemas.microsoft.com/office/drawing/2014/main" id="{8442B858-16FE-E725-DA0C-E8BA67F126E5}"/>
              </a:ext>
            </a:extLst>
          </p:cNvPr>
          <p:cNvCxnSpPr>
            <a:cxnSpLocks/>
          </p:cNvCxnSpPr>
          <p:nvPr/>
        </p:nvCxnSpPr>
        <p:spPr>
          <a:xfrm>
            <a:off x="7080422" y="2946694"/>
            <a:ext cx="1691837" cy="0"/>
          </a:xfrm>
          <a:prstGeom prst="straightConnector1">
            <a:avLst/>
          </a:prstGeom>
          <a:ln>
            <a:solidFill>
              <a:schemeClr val="accent3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תיבת טקסט 12">
            <a:extLst>
              <a:ext uri="{FF2B5EF4-FFF2-40B4-BE49-F238E27FC236}">
                <a16:creationId xmlns:a16="http://schemas.microsoft.com/office/drawing/2014/main" id="{8B74C852-AD45-5147-74F5-BAA8A46B5B8A}"/>
              </a:ext>
            </a:extLst>
          </p:cNvPr>
          <p:cNvSpPr txBox="1"/>
          <p:nvPr/>
        </p:nvSpPr>
        <p:spPr>
          <a:xfrm>
            <a:off x="8772259" y="2735582"/>
            <a:ext cx="310829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400" b="0" i="0" dirty="0">
                <a:solidFill>
                  <a:schemeClr val="accent3"/>
                </a:solidFill>
                <a:effectLst/>
                <a:latin typeface="-apple-system"/>
              </a:rPr>
              <a:t>Creating a likelihood function</a:t>
            </a:r>
            <a:endParaRPr lang="he-IL" sz="1400" dirty="0">
              <a:solidFill>
                <a:schemeClr val="accent3"/>
              </a:solidFill>
            </a:endParaRPr>
          </a:p>
        </p:txBody>
      </p:sp>
      <p:cxnSp>
        <p:nvCxnSpPr>
          <p:cNvPr id="15" name="מחבר חץ ישר 14">
            <a:extLst>
              <a:ext uri="{FF2B5EF4-FFF2-40B4-BE49-F238E27FC236}">
                <a16:creationId xmlns:a16="http://schemas.microsoft.com/office/drawing/2014/main" id="{952B5D7F-00CD-5EE2-CE87-92E1D1F07058}"/>
              </a:ext>
            </a:extLst>
          </p:cNvPr>
          <p:cNvCxnSpPr>
            <a:cxnSpLocks/>
          </p:cNvCxnSpPr>
          <p:nvPr/>
        </p:nvCxnSpPr>
        <p:spPr>
          <a:xfrm>
            <a:off x="6919784" y="4332514"/>
            <a:ext cx="2294602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תיבת טקסט 16">
            <a:extLst>
              <a:ext uri="{FF2B5EF4-FFF2-40B4-BE49-F238E27FC236}">
                <a16:creationId xmlns:a16="http://schemas.microsoft.com/office/drawing/2014/main" id="{3AD54FF1-1F1F-4C79-BBA6-F7183023CC27}"/>
              </a:ext>
            </a:extLst>
          </p:cNvPr>
          <p:cNvSpPr txBox="1"/>
          <p:nvPr/>
        </p:nvSpPr>
        <p:spPr>
          <a:xfrm>
            <a:off x="9372232" y="4140584"/>
            <a:ext cx="281976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400" dirty="0">
                <a:solidFill>
                  <a:srgbClr val="156082"/>
                </a:solidFill>
                <a:latin typeface="-apple-system"/>
              </a:rPr>
              <a:t>Creating a log-likelihood function</a:t>
            </a:r>
            <a:endParaRPr lang="he-IL" sz="1400" dirty="0">
              <a:solidFill>
                <a:srgbClr val="156082"/>
              </a:solidFill>
            </a:endParaRPr>
          </a:p>
        </p:txBody>
      </p:sp>
      <p:sp>
        <p:nvSpPr>
          <p:cNvPr id="19" name="תיבת טקסט 18">
            <a:extLst>
              <a:ext uri="{FF2B5EF4-FFF2-40B4-BE49-F238E27FC236}">
                <a16:creationId xmlns:a16="http://schemas.microsoft.com/office/drawing/2014/main" id="{E5490C19-AD60-6DEF-050D-45CB896F5C42}"/>
              </a:ext>
            </a:extLst>
          </p:cNvPr>
          <p:cNvSpPr txBox="1"/>
          <p:nvPr/>
        </p:nvSpPr>
        <p:spPr>
          <a:xfrm>
            <a:off x="838200" y="546561"/>
            <a:ext cx="9270442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rtl="0"/>
            <a:r>
              <a:rPr lang="en-US" sz="4400" dirty="0">
                <a:latin typeface="David" panose="020E0502060401010101" pitchFamily="34" charset="-79"/>
                <a:cs typeface="David" panose="020E0502060401010101" pitchFamily="34" charset="-79"/>
              </a:rPr>
              <a:t>Log-likelihood</a:t>
            </a:r>
            <a:endParaRPr lang="he-IL" sz="4400" dirty="0">
              <a:latin typeface="David" panose="020E0502060401010101" pitchFamily="34" charset="-79"/>
              <a:cs typeface="David" panose="020E0502060401010101" pitchFamily="34" charset="-79"/>
            </a:endParaRPr>
          </a:p>
        </p:txBody>
      </p:sp>
      <p:sp>
        <p:nvSpPr>
          <p:cNvPr id="33" name="מלבן 32">
            <a:extLst>
              <a:ext uri="{FF2B5EF4-FFF2-40B4-BE49-F238E27FC236}">
                <a16:creationId xmlns:a16="http://schemas.microsoft.com/office/drawing/2014/main" id="{C2431E7D-0303-17D8-BB6D-41BFFDBD5048}"/>
              </a:ext>
            </a:extLst>
          </p:cNvPr>
          <p:cNvSpPr/>
          <p:nvPr/>
        </p:nvSpPr>
        <p:spPr>
          <a:xfrm>
            <a:off x="706519" y="3890157"/>
            <a:ext cx="6003200" cy="2552545"/>
          </a:xfrm>
          <a:prstGeom prst="rect">
            <a:avLst/>
          </a:prstGeom>
          <a:noFill/>
          <a:ln>
            <a:solidFill>
              <a:srgbClr val="15608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  <p:sp>
        <p:nvSpPr>
          <p:cNvPr id="35" name="מלבן 34">
            <a:extLst>
              <a:ext uri="{FF2B5EF4-FFF2-40B4-BE49-F238E27FC236}">
                <a16:creationId xmlns:a16="http://schemas.microsoft.com/office/drawing/2014/main" id="{331F642F-D358-40F2-2132-AA454D341815}"/>
              </a:ext>
            </a:extLst>
          </p:cNvPr>
          <p:cNvSpPr/>
          <p:nvPr/>
        </p:nvSpPr>
        <p:spPr>
          <a:xfrm>
            <a:off x="706519" y="2446638"/>
            <a:ext cx="6213265" cy="1297455"/>
          </a:xfrm>
          <a:prstGeom prst="rect">
            <a:avLst/>
          </a:prstGeom>
          <a:noFill/>
          <a:ln>
            <a:solidFill>
              <a:schemeClr val="accent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  <p:sp>
        <p:nvSpPr>
          <p:cNvPr id="2" name="מציין מיקום של מספר שקופית 1">
            <a:extLst>
              <a:ext uri="{FF2B5EF4-FFF2-40B4-BE49-F238E27FC236}">
                <a16:creationId xmlns:a16="http://schemas.microsoft.com/office/drawing/2014/main" id="{472FA34E-F0DA-5EEC-8D59-90BCC705FE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796F57-8306-40D4-9229-37A3D19F0B5F}" type="slidenum">
              <a:rPr lang="LID4096" smtClean="0"/>
              <a:t>47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3552888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7" grpId="0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F4118CFB-B1ED-5DD3-C03F-93D10EAB31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cs typeface="David" panose="020E0502060401010101" pitchFamily="34" charset="-79"/>
              </a:rPr>
              <a:t>Log-likelihood</a:t>
            </a:r>
            <a:endParaRPr lang="he-IL" dirty="0"/>
          </a:p>
        </p:txBody>
      </p:sp>
      <p:sp>
        <p:nvSpPr>
          <p:cNvPr id="4" name="מציין מיקום של מספר שקופית 3">
            <a:extLst>
              <a:ext uri="{FF2B5EF4-FFF2-40B4-BE49-F238E27FC236}">
                <a16:creationId xmlns:a16="http://schemas.microsoft.com/office/drawing/2014/main" id="{1B14FC8A-8944-4B67-5A3C-2ECE4C8C28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796F57-8306-40D4-9229-37A3D19F0B5F}" type="slidenum">
              <a:rPr lang="LID4096" smtClean="0"/>
              <a:t>48</a:t>
            </a:fld>
            <a:endParaRPr lang="LID4096"/>
          </a:p>
        </p:txBody>
      </p:sp>
      <p:pic>
        <p:nvPicPr>
          <p:cNvPr id="14338" name="Picture 2">
            <a:extLst>
              <a:ext uri="{FF2B5EF4-FFF2-40B4-BE49-F238E27FC236}">
                <a16:creationId xmlns:a16="http://schemas.microsoft.com/office/drawing/2014/main" id="{44101375-1B2D-C5E5-D5F3-3E663FA33A44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41074" y="2370137"/>
            <a:ext cx="6478264" cy="43513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תיבת טקסט 5">
            <a:extLst>
              <a:ext uri="{FF2B5EF4-FFF2-40B4-BE49-F238E27FC236}">
                <a16:creationId xmlns:a16="http://schemas.microsoft.com/office/drawing/2014/main" id="{2A76BD88-4BED-080A-EE7D-FCCA997A660B}"/>
              </a:ext>
            </a:extLst>
          </p:cNvPr>
          <p:cNvSpPr txBox="1"/>
          <p:nvPr/>
        </p:nvSpPr>
        <p:spPr>
          <a:xfrm>
            <a:off x="745524" y="1669357"/>
            <a:ext cx="1070095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 algn="l" rtl="0">
              <a:buFont typeface="Arial" panose="020B0604020202020204" pitchFamily="34" charset="0"/>
              <a:buChar char="•"/>
            </a:pPr>
            <a:r>
              <a:rPr lang="en-US" sz="2800" kern="1200" dirty="0">
                <a:solidFill>
                  <a:schemeClr val="tx1"/>
                </a:solidFill>
                <a:effectLst/>
                <a:latin typeface="David" panose="020E0502060401010101" pitchFamily="34" charset="-79"/>
                <a:cs typeface="David" panose="020E0502060401010101" pitchFamily="34" charset="-79"/>
              </a:rPr>
              <a:t>S</a:t>
            </a:r>
            <a:r>
              <a:rPr lang="en-US" sz="2800" dirty="0">
                <a:latin typeface="David" panose="020E0502060401010101" pitchFamily="34" charset="-79"/>
                <a:cs typeface="David" panose="020E0502060401010101" pitchFamily="34" charset="-79"/>
              </a:rPr>
              <a:t>ame MLE, different scale</a:t>
            </a:r>
            <a:endParaRPr lang="he-IL" sz="2800" dirty="0">
              <a:latin typeface="David" panose="020E0502060401010101" pitchFamily="34" charset="-79"/>
              <a:cs typeface="David" panose="020E0502060401010101" pitchFamily="34" charset="-79"/>
            </a:endParaRPr>
          </a:p>
        </p:txBody>
      </p:sp>
    </p:spTree>
    <p:extLst>
      <p:ext uri="{BB962C8B-B14F-4D97-AF65-F5344CB8AC3E}">
        <p14:creationId xmlns:p14="http://schemas.microsoft.com/office/powerpoint/2010/main" val="1464501746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515BF7-C8F2-4157-FEE7-6FB3A680E2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4A0F373B-27BF-1E48-2204-F63D339804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 rtl="0"/>
            <a:r>
              <a:rPr lang="en-US" dirty="0"/>
              <a:t>Computational MLE</a:t>
            </a:r>
          </a:p>
        </p:txBody>
      </p:sp>
      <p:sp>
        <p:nvSpPr>
          <p:cNvPr id="3" name="מציין מיקום תוכן 2">
            <a:extLst>
              <a:ext uri="{FF2B5EF4-FFF2-40B4-BE49-F238E27FC236}">
                <a16:creationId xmlns:a16="http://schemas.microsoft.com/office/drawing/2014/main" id="{36F9726E-9230-6493-D221-114E4A21B0D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296525" cy="4899025"/>
          </a:xfrm>
        </p:spPr>
        <p:txBody>
          <a:bodyPr>
            <a:normAutofit/>
          </a:bodyPr>
          <a:lstStyle/>
          <a:p>
            <a:pPr algn="l" rtl="0">
              <a:lnSpc>
                <a:spcPct val="150000"/>
              </a:lnSpc>
            </a:pPr>
            <a:r>
              <a:rPr lang="en-US" b="1" dirty="0"/>
              <a:t>Computational solution </a:t>
            </a:r>
            <a:r>
              <a:rPr lang="en-US" dirty="0"/>
              <a:t>is used when the MLE can’t be written down directly. </a:t>
            </a:r>
          </a:p>
          <a:p>
            <a:pPr algn="l" rtl="0">
              <a:lnSpc>
                <a:spcPct val="150000"/>
              </a:lnSpc>
            </a:pPr>
            <a:r>
              <a:rPr lang="en-US" dirty="0"/>
              <a:t>We define a likelihood or log-likelihood and use numerical optimization to find the parameter value that maximizes it.</a:t>
            </a:r>
          </a:p>
        </p:txBody>
      </p:sp>
      <p:sp>
        <p:nvSpPr>
          <p:cNvPr id="4" name="מציין מיקום של מספר שקופית 3">
            <a:extLst>
              <a:ext uri="{FF2B5EF4-FFF2-40B4-BE49-F238E27FC236}">
                <a16:creationId xmlns:a16="http://schemas.microsoft.com/office/drawing/2014/main" id="{B3297CD7-0ABB-E549-9779-A9EF2E3078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796F57-8306-40D4-9229-37A3D19F0B5F}" type="slidenum">
              <a:rPr lang="LID4096" smtClean="0"/>
              <a:t>49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52039341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1BBBDB-A4DD-148D-E948-A88873604F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תמונה 6">
            <a:extLst>
              <a:ext uri="{FF2B5EF4-FFF2-40B4-BE49-F238E27FC236}">
                <a16:creationId xmlns:a16="http://schemas.microsoft.com/office/drawing/2014/main" id="{4AA220E7-B370-5D0B-B2A1-E4E4CCF816F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3793" y="1528256"/>
            <a:ext cx="5066357" cy="4792962"/>
          </a:xfrm>
          <a:prstGeom prst="rect">
            <a:avLst/>
          </a:prstGeom>
        </p:spPr>
      </p:pic>
      <p:sp>
        <p:nvSpPr>
          <p:cNvPr id="9" name="מלבן 8">
            <a:extLst>
              <a:ext uri="{FF2B5EF4-FFF2-40B4-BE49-F238E27FC236}">
                <a16:creationId xmlns:a16="http://schemas.microsoft.com/office/drawing/2014/main" id="{60AF4472-D118-AD7E-587F-942EE5A685BF}"/>
              </a:ext>
            </a:extLst>
          </p:cNvPr>
          <p:cNvSpPr/>
          <p:nvPr/>
        </p:nvSpPr>
        <p:spPr>
          <a:xfrm>
            <a:off x="583794" y="2038893"/>
            <a:ext cx="4729612" cy="1232541"/>
          </a:xfrm>
          <a:prstGeom prst="rect">
            <a:avLst/>
          </a:prstGeom>
          <a:noFill/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  <p:cxnSp>
        <p:nvCxnSpPr>
          <p:cNvPr id="11" name="מחבר חץ ישר 10">
            <a:extLst>
              <a:ext uri="{FF2B5EF4-FFF2-40B4-BE49-F238E27FC236}">
                <a16:creationId xmlns:a16="http://schemas.microsoft.com/office/drawing/2014/main" id="{EF26C809-8036-D5D7-72EA-5086E3ED6A26}"/>
              </a:ext>
            </a:extLst>
          </p:cNvPr>
          <p:cNvCxnSpPr>
            <a:cxnSpLocks/>
            <a:stCxn id="9" idx="3"/>
            <a:endCxn id="13" idx="1"/>
          </p:cNvCxnSpPr>
          <p:nvPr/>
        </p:nvCxnSpPr>
        <p:spPr>
          <a:xfrm flipV="1">
            <a:off x="5313406" y="2655163"/>
            <a:ext cx="1132090" cy="1"/>
          </a:xfrm>
          <a:prstGeom prst="straightConnector1">
            <a:avLst/>
          </a:prstGeom>
          <a:ln>
            <a:solidFill>
              <a:schemeClr val="bg1">
                <a:lumMod val="7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תיבת טקסט 12">
            <a:extLst>
              <a:ext uri="{FF2B5EF4-FFF2-40B4-BE49-F238E27FC236}">
                <a16:creationId xmlns:a16="http://schemas.microsoft.com/office/drawing/2014/main" id="{6EEEF539-5608-A12B-D5A1-982DA4AC5C0A}"/>
              </a:ext>
            </a:extLst>
          </p:cNvPr>
          <p:cNvSpPr txBox="1"/>
          <p:nvPr/>
        </p:nvSpPr>
        <p:spPr>
          <a:xfrm>
            <a:off x="6445496" y="2501274"/>
            <a:ext cx="366314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400" b="0" i="0" dirty="0">
                <a:solidFill>
                  <a:schemeClr val="bg1">
                    <a:lumMod val="50000"/>
                  </a:schemeClr>
                </a:solidFill>
                <a:effectLst/>
                <a:latin typeface="-apple-system"/>
              </a:rPr>
              <a:t>Creating a negative log-likelihood function</a:t>
            </a:r>
            <a:endParaRPr lang="he-IL" sz="14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4" name="מלבן 13">
            <a:extLst>
              <a:ext uri="{FF2B5EF4-FFF2-40B4-BE49-F238E27FC236}">
                <a16:creationId xmlns:a16="http://schemas.microsoft.com/office/drawing/2014/main" id="{015AF6AD-FC6C-F98E-DBE7-244881D7158F}"/>
              </a:ext>
            </a:extLst>
          </p:cNvPr>
          <p:cNvSpPr/>
          <p:nvPr/>
        </p:nvSpPr>
        <p:spPr>
          <a:xfrm>
            <a:off x="583792" y="3391091"/>
            <a:ext cx="5285667" cy="1776219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  <p:cxnSp>
        <p:nvCxnSpPr>
          <p:cNvPr id="15" name="מחבר חץ ישר 14">
            <a:extLst>
              <a:ext uri="{FF2B5EF4-FFF2-40B4-BE49-F238E27FC236}">
                <a16:creationId xmlns:a16="http://schemas.microsoft.com/office/drawing/2014/main" id="{5DAAC594-724B-6D7C-3287-09A4B74A5BDE}"/>
              </a:ext>
            </a:extLst>
          </p:cNvPr>
          <p:cNvCxnSpPr>
            <a:cxnSpLocks/>
            <a:stCxn id="14" idx="3"/>
            <a:endCxn id="17" idx="1"/>
          </p:cNvCxnSpPr>
          <p:nvPr/>
        </p:nvCxnSpPr>
        <p:spPr>
          <a:xfrm>
            <a:off x="5869459" y="4279201"/>
            <a:ext cx="1791730" cy="1111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תיבת טקסט 16">
            <a:extLst>
              <a:ext uri="{FF2B5EF4-FFF2-40B4-BE49-F238E27FC236}">
                <a16:creationId xmlns:a16="http://schemas.microsoft.com/office/drawing/2014/main" id="{D07B4628-4B06-49BD-3121-9EB9F02B6CBE}"/>
              </a:ext>
            </a:extLst>
          </p:cNvPr>
          <p:cNvSpPr txBox="1"/>
          <p:nvPr/>
        </p:nvSpPr>
        <p:spPr>
          <a:xfrm>
            <a:off x="7661189" y="4028704"/>
            <a:ext cx="394701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400" b="0" i="0" dirty="0">
                <a:solidFill>
                  <a:schemeClr val="accent1"/>
                </a:solidFill>
                <a:effectLst/>
                <a:latin typeface="-apple-system"/>
              </a:rPr>
              <a:t>U</a:t>
            </a:r>
            <a:r>
              <a:rPr lang="en-US" sz="1400" dirty="0">
                <a:solidFill>
                  <a:schemeClr val="accent1"/>
                </a:solidFill>
                <a:latin typeface="-apple-system"/>
              </a:rPr>
              <a:t>sing the likelihood function to find the MLE of theta</a:t>
            </a:r>
            <a:endParaRPr lang="he-IL" sz="1400" dirty="0">
              <a:solidFill>
                <a:schemeClr val="accent1"/>
              </a:solidFill>
            </a:endParaRPr>
          </a:p>
        </p:txBody>
      </p:sp>
      <p:sp>
        <p:nvSpPr>
          <p:cNvPr id="19" name="תיבת טקסט 18">
            <a:extLst>
              <a:ext uri="{FF2B5EF4-FFF2-40B4-BE49-F238E27FC236}">
                <a16:creationId xmlns:a16="http://schemas.microsoft.com/office/drawing/2014/main" id="{FE9D3505-1162-5366-19BD-BC03E9ABE3C6}"/>
              </a:ext>
            </a:extLst>
          </p:cNvPr>
          <p:cNvSpPr txBox="1"/>
          <p:nvPr/>
        </p:nvSpPr>
        <p:spPr>
          <a:xfrm>
            <a:off x="838200" y="546561"/>
            <a:ext cx="9270442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rtl="0"/>
            <a:r>
              <a:rPr lang="en-US" sz="4400" dirty="0">
                <a:latin typeface="David" panose="020E0502060401010101" pitchFamily="34" charset="-79"/>
                <a:cs typeface="David" panose="020E0502060401010101" pitchFamily="34" charset="-79"/>
              </a:rPr>
              <a:t>Computational MLE</a:t>
            </a:r>
            <a:endParaRPr lang="he-IL" sz="4400" dirty="0">
              <a:latin typeface="David" panose="020E0502060401010101" pitchFamily="34" charset="-79"/>
              <a:cs typeface="David" panose="020E0502060401010101" pitchFamily="34" charset="-79"/>
            </a:endParaRPr>
          </a:p>
        </p:txBody>
      </p:sp>
      <p:pic>
        <p:nvPicPr>
          <p:cNvPr id="18" name="תמונה 17">
            <a:extLst>
              <a:ext uri="{FF2B5EF4-FFF2-40B4-BE49-F238E27FC236}">
                <a16:creationId xmlns:a16="http://schemas.microsoft.com/office/drawing/2014/main" id="{A32B153B-A6A7-2430-1D2F-6B4F3AE2093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73600" y="4603306"/>
            <a:ext cx="6218400" cy="929487"/>
          </a:xfrm>
          <a:prstGeom prst="rect">
            <a:avLst/>
          </a:prstGeom>
          <a:ln>
            <a:solidFill>
              <a:schemeClr val="accent1"/>
            </a:solidFill>
          </a:ln>
        </p:spPr>
      </p:pic>
      <p:sp>
        <p:nvSpPr>
          <p:cNvPr id="2" name="מציין מיקום של מספר שקופית 1">
            <a:extLst>
              <a:ext uri="{FF2B5EF4-FFF2-40B4-BE49-F238E27FC236}">
                <a16:creationId xmlns:a16="http://schemas.microsoft.com/office/drawing/2014/main" id="{6C107DEA-17E2-C3E3-8B3C-8D01C8485D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796F57-8306-40D4-9229-37A3D19F0B5F}" type="slidenum">
              <a:rPr lang="LID4096" smtClean="0"/>
              <a:t>50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3306971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3" grpId="0"/>
      <p:bldP spid="14" grpId="0" animBg="1"/>
      <p:bldP spid="17" grpId="0"/>
    </p:bld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A5829065-C79B-83B9-133A-695F964AC2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 rtl="0"/>
            <a:r>
              <a:rPr lang="en-US" dirty="0"/>
              <a:t>Analytic vs. Computational MLE</a:t>
            </a:r>
            <a:endParaRPr lang="he-IL" dirty="0"/>
          </a:p>
        </p:txBody>
      </p:sp>
      <p:sp>
        <p:nvSpPr>
          <p:cNvPr id="3" name="מציין מיקום תוכן 2">
            <a:extLst>
              <a:ext uri="{FF2B5EF4-FFF2-40B4-BE49-F238E27FC236}">
                <a16:creationId xmlns:a16="http://schemas.microsoft.com/office/drawing/2014/main" id="{20B36516-9BF3-7A6A-2422-F84950BBBDB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l" rtl="0"/>
            <a:r>
              <a:rPr lang="en-US" sz="3200" dirty="0"/>
              <a:t>Use </a:t>
            </a:r>
            <a:r>
              <a:rPr lang="en-US" sz="3200" b="1" dirty="0"/>
              <a:t>analytic MLE</a:t>
            </a:r>
            <a:r>
              <a:rPr lang="en-US" sz="3200" dirty="0"/>
              <a:t> when:</a:t>
            </a:r>
          </a:p>
          <a:p>
            <a:pPr lvl="1"/>
            <a:r>
              <a:rPr lang="en-US" sz="2800" dirty="0"/>
              <a:t>A closed-form solution exists (e.g., Binomial theta, Poisson rate, Normal mu and sigma in the future)</a:t>
            </a:r>
          </a:p>
          <a:p>
            <a:pPr algn="l" rtl="0"/>
            <a:r>
              <a:rPr lang="en-US" sz="3200" dirty="0"/>
              <a:t>Use </a:t>
            </a:r>
            <a:r>
              <a:rPr lang="en-US" sz="3200" b="1" dirty="0"/>
              <a:t>computational MLE</a:t>
            </a:r>
            <a:r>
              <a:rPr lang="en-US" sz="3200" dirty="0"/>
              <a:t> when:</a:t>
            </a:r>
          </a:p>
          <a:p>
            <a:pPr lvl="1" algn="l" rtl="0"/>
            <a:r>
              <a:rPr lang="en-US" sz="2800" dirty="0"/>
              <a:t>There is no closed-form solution</a:t>
            </a:r>
          </a:p>
          <a:p>
            <a:pPr lvl="1" algn="l" rtl="0"/>
            <a:r>
              <a:rPr lang="en-US" sz="2800" dirty="0"/>
              <a:t>You're estimating multiple parameters jointly</a:t>
            </a:r>
          </a:p>
          <a:p>
            <a:pPr lvl="1" algn="l" rtl="0"/>
            <a:r>
              <a:rPr lang="en-US" sz="2800" dirty="0"/>
              <a:t>You have complex models like logistic regression, mixtures, etc. </a:t>
            </a:r>
          </a:p>
        </p:txBody>
      </p:sp>
      <p:sp>
        <p:nvSpPr>
          <p:cNvPr id="4" name="מציין מיקום של מספר שקופית 3">
            <a:extLst>
              <a:ext uri="{FF2B5EF4-FFF2-40B4-BE49-F238E27FC236}">
                <a16:creationId xmlns:a16="http://schemas.microsoft.com/office/drawing/2014/main" id="{DB7065DA-9AB9-5F2B-B08F-13901E07FE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796F57-8306-40D4-9229-37A3D19F0B5F}" type="slidenum">
              <a:rPr lang="LID4096" smtClean="0"/>
              <a:t>51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72782363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E22925-F60C-1366-8AAE-253F1282CD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4A7FCD0F-1535-64F0-0D38-DFDEC91FB7B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865687"/>
            <a:ext cx="9144000" cy="1126626"/>
          </a:xfrm>
        </p:spPr>
        <p:txBody>
          <a:bodyPr>
            <a:normAutofit/>
          </a:bodyPr>
          <a:lstStyle/>
          <a:p>
            <a:pPr rtl="0"/>
            <a:r>
              <a:rPr lang="en-US" sz="5400" dirty="0"/>
              <a:t>Confidence Intervals (CI)</a:t>
            </a:r>
          </a:p>
        </p:txBody>
      </p:sp>
      <p:sp>
        <p:nvSpPr>
          <p:cNvPr id="3" name="מציין מיקום של מספר שקופית 2">
            <a:extLst>
              <a:ext uri="{FF2B5EF4-FFF2-40B4-BE49-F238E27FC236}">
                <a16:creationId xmlns:a16="http://schemas.microsoft.com/office/drawing/2014/main" id="{B344CB9F-DC40-D001-0519-FF85662B86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796F57-8306-40D4-9229-37A3D19F0B5F}" type="slidenum">
              <a:rPr lang="LID4096" smtClean="0"/>
              <a:t>52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691622760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AC6970-73F9-51C9-3004-CE1D93ACEA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37DAA53E-E715-D4AB-BA6B-FA4321E684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 rtl="0"/>
            <a:r>
              <a:rPr lang="en-US" dirty="0"/>
              <a:t>What is a Confidence Interval?</a:t>
            </a:r>
          </a:p>
        </p:txBody>
      </p:sp>
      <p:sp>
        <p:nvSpPr>
          <p:cNvPr id="3" name="מציין מיקום תוכן 2">
            <a:extLst>
              <a:ext uri="{FF2B5EF4-FFF2-40B4-BE49-F238E27FC236}">
                <a16:creationId xmlns:a16="http://schemas.microsoft.com/office/drawing/2014/main" id="{46A5E1F4-A247-3813-4D59-64EDADF3B4E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6686" y="1690688"/>
            <a:ext cx="10515600" cy="4351338"/>
          </a:xfrm>
        </p:spPr>
        <p:txBody>
          <a:bodyPr>
            <a:normAutofit/>
          </a:bodyPr>
          <a:lstStyle/>
          <a:p>
            <a:pPr algn="l" rtl="0">
              <a:lnSpc>
                <a:spcPct val="150000"/>
              </a:lnSpc>
            </a:pPr>
            <a:r>
              <a:rPr lang="en-US" dirty="0"/>
              <a:t>A </a:t>
            </a:r>
            <a:r>
              <a:rPr lang="en-US" b="1" dirty="0"/>
              <a:t>confidence interval</a:t>
            </a:r>
            <a:r>
              <a:rPr lang="en-US" dirty="0"/>
              <a:t> gives us a range of values that we can treat as plausible for the true parameter.</a:t>
            </a:r>
          </a:p>
          <a:p>
            <a:pPr lvl="1" algn="l" rtl="0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en-US" dirty="0"/>
              <a:t>A 95% confidence interval means: If we repeated this experiment many times, about 95% of the calculated intervals would contain the true parameter.</a:t>
            </a:r>
          </a:p>
          <a:p>
            <a:pPr lvl="1" algn="l" rtl="0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en-US" dirty="0"/>
              <a:t>CI expresses </a:t>
            </a:r>
            <a:r>
              <a:rPr lang="en-US" b="1" dirty="0"/>
              <a:t>uncertainty about the parameter due to random sampling.</a:t>
            </a:r>
            <a:endParaRPr lang="en-US" sz="2800" dirty="0"/>
          </a:p>
        </p:txBody>
      </p:sp>
      <p:sp>
        <p:nvSpPr>
          <p:cNvPr id="4" name="מציין מיקום של מספר שקופית 3">
            <a:extLst>
              <a:ext uri="{FF2B5EF4-FFF2-40B4-BE49-F238E27FC236}">
                <a16:creationId xmlns:a16="http://schemas.microsoft.com/office/drawing/2014/main" id="{89C3E515-0005-D4AE-6DB4-DE23308A11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796F57-8306-40D4-9229-37A3D19F0B5F}" type="slidenum">
              <a:rPr lang="LID4096" smtClean="0"/>
              <a:t>53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970259603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34A1BF59-7737-0928-0EAD-155E95EF8E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 rtl="0"/>
            <a:r>
              <a:rPr lang="en-US" dirty="0"/>
              <a:t>Confidence Interval</a:t>
            </a:r>
            <a:endParaRPr lang="he-IL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מציין מיקום תוכן 2">
                <a:extLst>
                  <a:ext uri="{FF2B5EF4-FFF2-40B4-BE49-F238E27FC236}">
                    <a16:creationId xmlns:a16="http://schemas.microsoft.com/office/drawing/2014/main" id="{280BA95C-139F-34FD-08C1-EDA923719DC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443345" y="1825625"/>
                <a:ext cx="6408017" cy="4351338"/>
              </a:xfrm>
            </p:spPr>
            <p:txBody>
              <a:bodyPr>
                <a:normAutofit/>
              </a:bodyPr>
              <a:lstStyle/>
              <a:p>
                <a:pPr marL="0" indent="0" algn="l" rtl="0">
                  <a:buNone/>
                </a:pPr>
                <a:r>
                  <a:rPr lang="en-US" sz="2600" dirty="0"/>
                  <a:t>In a two-sided confidence interval:</a:t>
                </a:r>
              </a:p>
              <a:p>
                <a:pPr algn="l" rtl="0"/>
                <a14:m>
                  <m:oMath xmlns:m="http://schemas.openxmlformats.org/officeDocument/2006/math">
                    <m:r>
                      <a:rPr lang="en-US" sz="26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𝜶</m:t>
                    </m:r>
                    <m:r>
                      <a:rPr lang="en-US" sz="2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600" dirty="0"/>
                  <a:t>is the total probability of the tails (e.g., 0.05 for 95% CI).</a:t>
                </a:r>
              </a:p>
              <a:p>
                <a:pPr marL="0" indent="0" algn="l" rtl="0">
                  <a:buNone/>
                </a:pPr>
                <a:endParaRPr lang="en-US" sz="2600" dirty="0"/>
              </a:p>
              <a:p>
                <a:pPr algn="l" rtl="0"/>
                <a14:m>
                  <m:oMath xmlns:m="http://schemas.openxmlformats.org/officeDocument/2006/math">
                    <m:f>
                      <m:fPr>
                        <m:ctrlPr>
                          <a:rPr lang="en-US" sz="2600" b="1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6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𝜶</m:t>
                        </m:r>
                      </m:num>
                      <m:den>
                        <m:r>
                          <a:rPr lang="en-US" sz="2600" b="1" i="1" smtClean="0">
                            <a:latin typeface="Cambria Math" panose="02040503050406030204" pitchFamily="18" charset="0"/>
                          </a:rPr>
                          <m:t>𝟐</m:t>
                        </m:r>
                      </m:den>
                    </m:f>
                  </m:oMath>
                </a14:m>
                <a:r>
                  <a:rPr lang="en-US" sz="2600" dirty="0"/>
                  <a:t>  is the probability in each tail (e.g., 0.025 left and right).</a:t>
                </a:r>
              </a:p>
              <a:p>
                <a:pPr algn="l" rtl="0"/>
                <a:endParaRPr lang="en-US" sz="2600" dirty="0"/>
              </a:p>
              <a:p>
                <a:pPr algn="l" rtl="0"/>
                <a:r>
                  <a:rPr lang="en-US" sz="2600" dirty="0"/>
                  <a:t>The </a:t>
                </a:r>
                <a:r>
                  <a:rPr lang="en-US" sz="2600" b="1" dirty="0"/>
                  <a:t>critical value</a:t>
                </a:r>
                <a:r>
                  <a:rPr lang="en-US" sz="2600" dirty="0"/>
                  <a:t> is the point where the distribution cuts off in each tail.</a:t>
                </a:r>
              </a:p>
              <a:p>
                <a:pPr algn="l" rtl="0"/>
                <a:endParaRPr lang="he-IL" sz="2600" dirty="0"/>
              </a:p>
            </p:txBody>
          </p:sp>
        </mc:Choice>
        <mc:Fallback xmlns="">
          <p:sp>
            <p:nvSpPr>
              <p:cNvPr id="3" name="מציין מיקום תוכן 2">
                <a:extLst>
                  <a:ext uri="{FF2B5EF4-FFF2-40B4-BE49-F238E27FC236}">
                    <a16:creationId xmlns:a16="http://schemas.microsoft.com/office/drawing/2014/main" id="{280BA95C-139F-34FD-08C1-EDA923719DC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43345" y="1825625"/>
                <a:ext cx="6408017" cy="4351338"/>
              </a:xfrm>
              <a:blipFill>
                <a:blip r:embed="rId3"/>
                <a:stretch>
                  <a:fillRect l="-1713" t="-2101" r="-1427"/>
                </a:stretch>
              </a:blipFill>
            </p:spPr>
            <p:txBody>
              <a:bodyPr/>
              <a:lstStyle/>
              <a:p>
                <a:r>
                  <a:rPr lang="he-IL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8196" name="Picture 4" descr="Student's t-Distribution: Symmetry, Formula, and Applications | StudyPug">
            <a:extLst>
              <a:ext uri="{FF2B5EF4-FFF2-40B4-BE49-F238E27FC236}">
                <a16:creationId xmlns:a16="http://schemas.microsoft.com/office/drawing/2014/main" id="{B6AC2E66-9EA1-0F84-3D5F-18A5E076329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51362" y="2286529"/>
            <a:ext cx="5146675" cy="34295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מציין מיקום של מספר שקופית 3">
            <a:extLst>
              <a:ext uri="{FF2B5EF4-FFF2-40B4-BE49-F238E27FC236}">
                <a16:creationId xmlns:a16="http://schemas.microsoft.com/office/drawing/2014/main" id="{7D5C310E-02DF-5991-6C82-5874E550D5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796F57-8306-40D4-9229-37A3D19F0B5F}" type="slidenum">
              <a:rPr lang="LID4096" smtClean="0"/>
              <a:t>54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520228338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481A3C-AB09-175E-DE0A-F364746C02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FDF31EEA-5890-40E3-F15D-66309EDA6B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CI for theta of a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/>
              <a:t>Binomial model</a:t>
            </a:r>
            <a:endParaRPr lang="en-US" dirty="0">
              <a:solidFill>
                <a:srgbClr val="FF000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תיבת טקסט 16">
                <a:extLst>
                  <a:ext uri="{FF2B5EF4-FFF2-40B4-BE49-F238E27FC236}">
                    <a16:creationId xmlns:a16="http://schemas.microsoft.com/office/drawing/2014/main" id="{25C62904-C390-EBFF-EEF0-2772A97F89B6}"/>
                  </a:ext>
                </a:extLst>
              </p:cNvPr>
              <p:cNvSpPr txBox="1"/>
              <p:nvPr/>
            </p:nvSpPr>
            <p:spPr>
              <a:xfrm>
                <a:off x="505027" y="1537818"/>
                <a:ext cx="9664584" cy="5374356"/>
              </a:xfrm>
              <a:prstGeom prst="rect">
                <a:avLst/>
              </a:prstGeom>
              <a:noFill/>
            </p:spPr>
            <p:txBody>
              <a:bodyPr wrap="square" rtlCol="1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en-US" sz="2000" dirty="0">
                    <a:latin typeface="David" panose="020E0502060401010101" pitchFamily="34" charset="-79"/>
                  </a:rPr>
                  <a:t>Let’s say </a:t>
                </a:r>
              </a:p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2000">
                          <a:latin typeface="Cambria Math" panose="02040503050406030204" pitchFamily="18" charset="0"/>
                        </a:rPr>
                        <m:t>y</m:t>
                      </m:r>
                      <m:r>
                        <a:rPr lang="en-US" sz="2000">
                          <a:latin typeface="Cambria Math" panose="02040503050406030204" pitchFamily="18" charset="0"/>
                        </a:rPr>
                        <m:t> ~ </m:t>
                      </m:r>
                      <m:r>
                        <a:rPr lang="en-US" sz="2000">
                          <a:latin typeface="Cambria Math" panose="02040503050406030204" pitchFamily="18" charset="0"/>
                        </a:rPr>
                        <m:t>𝐵𝑖𝑛𝑜𝑚𝑖𝑎𝑙</m:t>
                      </m:r>
                      <m:r>
                        <a:rPr lang="en-US" sz="2000">
                          <a:latin typeface="Cambria Math" panose="02040503050406030204" pitchFamily="18" charset="0"/>
                        </a:rPr>
                        <m:t> </m:t>
                      </m:r>
                      <m:d>
                        <m:d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sz="2000"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en-US" sz="2000"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</m:d>
                    </m:oMath>
                  </m:oMathPara>
                </a14:m>
                <a:endParaRPr lang="en-US" sz="2000" dirty="0">
                  <a:latin typeface="David" panose="020E0502060401010101" pitchFamily="34" charset="-79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en-US" sz="2000" dirty="0">
                    <a:latin typeface="David" panose="020E0502060401010101" pitchFamily="34" charset="-79"/>
                  </a:rPr>
                  <a:t>And </a:t>
                </a:r>
              </a:p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2000" b="0" i="0" smtClean="0">
                          <a:latin typeface="Cambria Math" panose="02040503050406030204" pitchFamily="18" charset="0"/>
                        </a:rPr>
                        <m:t>Y</m:t>
                      </m:r>
                      <m:r>
                        <a:rPr lang="en-US" sz="200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2000" b="0" i="0" smtClean="0">
                              <a:latin typeface="Cambria Math" panose="02040503050406030204" pitchFamily="18" charset="0"/>
                            </a:rPr>
                            <m:t>y</m:t>
                          </m:r>
                        </m:e>
                        <m:sub>
                          <m:r>
                            <a:rPr lang="en-US" sz="2000">
                              <a:latin typeface="Cambria Math" panose="02040503050406030204" pitchFamily="18" charset="0"/>
                            </a:rPr>
                            <m:t>𝑜𝑏𝑠</m:t>
                          </m:r>
                        </m:sub>
                      </m:sSub>
                    </m:oMath>
                  </m:oMathPara>
                </a14:m>
                <a:endParaRPr lang="en-US" sz="2000" dirty="0">
                  <a:latin typeface="David" panose="020E0502060401010101" pitchFamily="34" charset="-79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en-US" sz="2000" dirty="0">
                    <a:latin typeface="David" panose="020E0502060401010101" pitchFamily="34" charset="-79"/>
                  </a:rPr>
                  <a:t>The lower tail is</a:t>
                </a:r>
              </a:p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endChr m:val="|"/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US" sz="2000" b="0" i="0" smtClean="0">
                              <a:latin typeface="Cambria Math" panose="02040503050406030204" pitchFamily="18" charset="0"/>
                            </a:rPr>
                            <m:t>Y</m:t>
                          </m:r>
                          <m:r>
                            <a:rPr lang="en-US" sz="2000">
                              <a:latin typeface="Cambria Math" panose="02040503050406030204" pitchFamily="18" charset="0"/>
                            </a:rPr>
                            <m:t>≤</m:t>
                          </m:r>
                          <m:sSub>
                            <m:sSubPr>
                              <m:ctrlPr>
                                <a:rPr lang="en-US" sz="2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sz="2000" b="0" i="0" smtClean="0">
                                  <a:latin typeface="Cambria Math" panose="02040503050406030204" pitchFamily="18" charset="0"/>
                                </a:rPr>
                                <m:t>y</m:t>
                              </m:r>
                            </m:e>
                            <m:sub>
                              <m:r>
                                <a:rPr lang="en-US" sz="2000">
                                  <a:latin typeface="Cambria Math" panose="02040503050406030204" pitchFamily="18" charset="0"/>
                                </a:rPr>
                                <m:t>𝑜𝑏𝑠</m:t>
                              </m:r>
                            </m:sub>
                          </m:sSub>
                          <m:r>
                            <a:rPr lang="en-US" sz="2000"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</m:d>
                      <m:r>
                        <a:rPr lang="en-US" sz="200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000">
                          <a:latin typeface="Cambria Math" panose="02040503050406030204" pitchFamily="18" charset="0"/>
                        </a:rPr>
                        <m:t>𝜃</m:t>
                      </m:r>
                      <m:r>
                        <a:rPr lang="en-US" sz="2000">
                          <a:latin typeface="Cambria Math" panose="02040503050406030204" pitchFamily="18" charset="0"/>
                        </a:rPr>
                        <m:t>) </m:t>
                      </m:r>
                    </m:oMath>
                  </m:oMathPara>
                </a14:m>
                <a:endParaRPr lang="en-US" sz="2000" dirty="0">
                  <a:latin typeface="David" panose="020E0502060401010101" pitchFamily="34" charset="-79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en-US" sz="2000" dirty="0">
                    <a:latin typeface="David" panose="020E0502060401010101" pitchFamily="34" charset="-79"/>
                  </a:rPr>
                  <a:t>And the upper tail is</a:t>
                </a:r>
              </a:p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endChr m:val="|"/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US" sz="2000" b="0" i="0" smtClean="0">
                              <a:latin typeface="Cambria Math" panose="02040503050406030204" pitchFamily="18" charset="0"/>
                            </a:rPr>
                            <m:t>Y</m:t>
                          </m:r>
                          <m:r>
                            <a:rPr lang="en-US" sz="2000">
                              <a:latin typeface="Cambria Math" panose="02040503050406030204" pitchFamily="18" charset="0"/>
                            </a:rPr>
                            <m:t>≥</m:t>
                          </m:r>
                          <m:sSub>
                            <m:sSubPr>
                              <m:ctrlPr>
                                <a:rPr lang="en-US" sz="2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sz="2000" b="0" i="0" smtClean="0">
                                  <a:latin typeface="Cambria Math" panose="02040503050406030204" pitchFamily="18" charset="0"/>
                                </a:rPr>
                                <m:t>y</m:t>
                              </m:r>
                            </m:e>
                            <m:sub>
                              <m:r>
                                <a:rPr lang="en-US" sz="2000">
                                  <a:latin typeface="Cambria Math" panose="02040503050406030204" pitchFamily="18" charset="0"/>
                                </a:rPr>
                                <m:t>𝑜𝑏𝑠</m:t>
                              </m:r>
                            </m:sub>
                          </m:sSub>
                          <m:r>
                            <a:rPr lang="en-US" sz="2000"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</m:d>
                      <m:r>
                        <a:rPr lang="en-US" sz="200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000">
                          <a:latin typeface="Cambria Math" panose="02040503050406030204" pitchFamily="18" charset="0"/>
                        </a:rPr>
                        <m:t>𝜃</m:t>
                      </m:r>
                      <m:r>
                        <a:rPr lang="en-US" sz="2000">
                          <a:latin typeface="Cambria Math" panose="02040503050406030204" pitchFamily="18" charset="0"/>
                        </a:rPr>
                        <m:t>)=</m:t>
                      </m:r>
                      <m:r>
                        <a:rPr lang="en-US" sz="2000"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en-US" sz="2000">
                          <a:latin typeface="Cambria Math" panose="02040503050406030204" pitchFamily="18" charset="0"/>
                        </a:rPr>
                        <m:t> −</m:t>
                      </m:r>
                      <m:r>
                        <a:rPr lang="en-US" sz="200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endChr m:val="|"/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US" sz="2000" b="0" i="0" smtClean="0">
                              <a:latin typeface="Cambria Math" panose="02040503050406030204" pitchFamily="18" charset="0"/>
                            </a:rPr>
                            <m:t>Y</m:t>
                          </m:r>
                          <m:r>
                            <a:rPr lang="en-US" sz="2000">
                              <a:latin typeface="Cambria Math" panose="02040503050406030204" pitchFamily="18" charset="0"/>
                            </a:rPr>
                            <m:t>≤</m:t>
                          </m:r>
                          <m:sSub>
                            <m:sSubPr>
                              <m:ctrlPr>
                                <a:rPr lang="en-US" sz="2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sz="2000" b="0" i="0" smtClean="0">
                                  <a:latin typeface="Cambria Math" panose="02040503050406030204" pitchFamily="18" charset="0"/>
                                </a:rPr>
                                <m:t>y</m:t>
                              </m:r>
                            </m:e>
                            <m:sub>
                              <m:r>
                                <a:rPr lang="en-US" sz="2000">
                                  <a:latin typeface="Cambria Math" panose="02040503050406030204" pitchFamily="18" charset="0"/>
                                </a:rPr>
                                <m:t>𝑜𝑏𝑠</m:t>
                              </m:r>
                            </m:sub>
                          </m:sSub>
                          <m:r>
                            <a:rPr lang="en-US" sz="2000">
                              <a:latin typeface="Cambria Math" panose="02040503050406030204" pitchFamily="18" charset="0"/>
                            </a:rPr>
                            <m:t> −</m:t>
                          </m:r>
                          <m:r>
                            <a:rPr lang="en-US" sz="2000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US" sz="2000"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</m:d>
                      <m:r>
                        <a:rPr lang="en-US" sz="200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000">
                          <a:latin typeface="Cambria Math" panose="02040503050406030204" pitchFamily="18" charset="0"/>
                        </a:rPr>
                        <m:t>𝜃</m:t>
                      </m:r>
                      <m:r>
                        <a:rPr lang="en-US" sz="2000">
                          <a:latin typeface="Cambria Math" panose="02040503050406030204" pitchFamily="18" charset="0"/>
                        </a:rPr>
                        <m:t>) </m:t>
                      </m:r>
                    </m:oMath>
                  </m:oMathPara>
                </a14:m>
                <a:endParaRPr lang="en-US" sz="2000" dirty="0">
                  <a:latin typeface="David" panose="020E0502060401010101" pitchFamily="34" charset="-79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en-US" sz="2000" dirty="0">
                    <a:latin typeface="David" panose="020E0502060401010101" pitchFamily="34" charset="-79"/>
                  </a:rPr>
                  <a:t>We keep the values of theta that</a:t>
                </a:r>
              </a:p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endChr m:val="|"/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US" sz="2000" b="0" i="0" smtClean="0">
                              <a:latin typeface="Cambria Math" panose="02040503050406030204" pitchFamily="18" charset="0"/>
                            </a:rPr>
                            <m:t>Y</m:t>
                          </m:r>
                          <m:r>
                            <a:rPr lang="en-US" sz="2000">
                              <a:latin typeface="Cambria Math" panose="02040503050406030204" pitchFamily="18" charset="0"/>
                            </a:rPr>
                            <m:t>≤</m:t>
                          </m:r>
                          <m:sSub>
                            <m:sSubPr>
                              <m:ctrlPr>
                                <a:rPr lang="en-US" sz="2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sz="2000" b="0" i="0" smtClean="0">
                                  <a:latin typeface="Cambria Math" panose="02040503050406030204" pitchFamily="18" charset="0"/>
                                </a:rPr>
                                <m:t>y</m:t>
                              </m:r>
                            </m:e>
                            <m:sub>
                              <m:r>
                                <a:rPr lang="en-US" sz="2000">
                                  <a:latin typeface="Cambria Math" panose="02040503050406030204" pitchFamily="18" charset="0"/>
                                </a:rPr>
                                <m:t>𝑜𝑏𝑠</m:t>
                              </m:r>
                            </m:sub>
                          </m:sSub>
                          <m:r>
                            <a:rPr lang="en-US" sz="2000"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</m:d>
                      <m:r>
                        <a:rPr lang="en-US" sz="200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000">
                          <a:latin typeface="Cambria Math" panose="02040503050406030204" pitchFamily="18" charset="0"/>
                        </a:rPr>
                        <m:t>𝜃</m:t>
                      </m:r>
                      <m:r>
                        <a:rPr lang="en-US" sz="2000">
                          <a:latin typeface="Cambria Math" panose="02040503050406030204" pitchFamily="18" charset="0"/>
                        </a:rPr>
                        <m:t>)&gt; </m:t>
                      </m:r>
                      <m:f>
                        <m:f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000">
                              <a:latin typeface="Cambria Math" panose="02040503050406030204" pitchFamily="18" charset="0"/>
                            </a:rPr>
                            <m:t>𝛼</m:t>
                          </m:r>
                        </m:num>
                        <m:den>
                          <m:r>
                            <a:rPr lang="en-US" sz="200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en-US" sz="2000">
                          <a:latin typeface="Cambria Math" panose="02040503050406030204" pitchFamily="18" charset="0"/>
                        </a:rPr>
                        <m:t>  </m:t>
                      </m:r>
                      <m:r>
                        <a:rPr lang="en-US" sz="2000">
                          <a:latin typeface="Cambria Math" panose="02040503050406030204" pitchFamily="18" charset="0"/>
                        </a:rPr>
                        <m:t>𝑎𝑛𝑑</m:t>
                      </m:r>
                      <m:r>
                        <a:rPr lang="en-US" sz="200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00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endChr m:val="|"/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US" sz="2000" b="0" i="0" smtClean="0">
                              <a:latin typeface="Cambria Math" panose="02040503050406030204" pitchFamily="18" charset="0"/>
                            </a:rPr>
                            <m:t>Y</m:t>
                          </m:r>
                          <m:r>
                            <a:rPr lang="en-US" sz="2000">
                              <a:latin typeface="Cambria Math" panose="02040503050406030204" pitchFamily="18" charset="0"/>
                            </a:rPr>
                            <m:t>≥</m:t>
                          </m:r>
                          <m:sSub>
                            <m:sSubPr>
                              <m:ctrlPr>
                                <a:rPr lang="en-US" sz="2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sz="2000" b="0" i="0" smtClean="0">
                                  <a:latin typeface="Cambria Math" panose="02040503050406030204" pitchFamily="18" charset="0"/>
                                </a:rPr>
                                <m:t>y</m:t>
                              </m:r>
                            </m:e>
                            <m:sub>
                              <m:r>
                                <a:rPr lang="en-US" sz="2000">
                                  <a:latin typeface="Cambria Math" panose="02040503050406030204" pitchFamily="18" charset="0"/>
                                </a:rPr>
                                <m:t>𝑜𝑏𝑠</m:t>
                              </m:r>
                            </m:sub>
                          </m:sSub>
                          <m:r>
                            <a:rPr lang="en-US" sz="2000"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</m:d>
                      <m:r>
                        <a:rPr lang="en-US" sz="200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000">
                          <a:latin typeface="Cambria Math" panose="02040503050406030204" pitchFamily="18" charset="0"/>
                        </a:rPr>
                        <m:t>𝜃</m:t>
                      </m:r>
                      <m:r>
                        <a:rPr lang="en-US" sz="2000">
                          <a:latin typeface="Cambria Math" panose="02040503050406030204" pitchFamily="18" charset="0"/>
                        </a:rPr>
                        <m:t>)&gt; </m:t>
                      </m:r>
                      <m:f>
                        <m:f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000">
                              <a:latin typeface="Cambria Math" panose="02040503050406030204" pitchFamily="18" charset="0"/>
                            </a:rPr>
                            <m:t>𝛼</m:t>
                          </m:r>
                        </m:num>
                        <m:den>
                          <m:r>
                            <a:rPr lang="en-US" sz="200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en-US" sz="2000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he-IL" sz="2000" dirty="0">
                  <a:latin typeface="David" panose="020E0502060401010101" pitchFamily="34" charset="-79"/>
                </a:endParaRPr>
              </a:p>
              <a:p>
                <a:pPr>
                  <a:lnSpc>
                    <a:spcPct val="150000"/>
                  </a:lnSpc>
                </a:pPr>
                <a:endParaRPr lang="he-IL" sz="1400" dirty="0"/>
              </a:p>
            </p:txBody>
          </p:sp>
        </mc:Choice>
        <mc:Fallback xmlns="">
          <p:sp>
            <p:nvSpPr>
              <p:cNvPr id="17" name="תיבת טקסט 16">
                <a:extLst>
                  <a:ext uri="{FF2B5EF4-FFF2-40B4-BE49-F238E27FC236}">
                    <a16:creationId xmlns:a16="http://schemas.microsoft.com/office/drawing/2014/main" id="{25C62904-C390-EBFF-EEF0-2772A97F89B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5027" y="1537818"/>
                <a:ext cx="9664584" cy="5374356"/>
              </a:xfrm>
              <a:prstGeom prst="rect">
                <a:avLst/>
              </a:prstGeom>
              <a:blipFill>
                <a:blip r:embed="rId3"/>
                <a:stretch>
                  <a:fillRect l="-694"/>
                </a:stretch>
              </a:blipFill>
            </p:spPr>
            <p:txBody>
              <a:bodyPr/>
              <a:lstStyle/>
              <a:p>
                <a:r>
                  <a:rPr lang="he-IL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8" name="Picture 4" descr="Student's t-Distribution: Symmetry, Formula, and Applications | StudyPug">
            <a:extLst>
              <a:ext uri="{FF2B5EF4-FFF2-40B4-BE49-F238E27FC236}">
                <a16:creationId xmlns:a16="http://schemas.microsoft.com/office/drawing/2014/main" id="{AEF22487-8289-0FB0-4B19-2EBF0D60AAB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58398" y="2053445"/>
            <a:ext cx="4128575" cy="27511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מציין מיקום של מספר שקופית 2">
            <a:extLst>
              <a:ext uri="{FF2B5EF4-FFF2-40B4-BE49-F238E27FC236}">
                <a16:creationId xmlns:a16="http://schemas.microsoft.com/office/drawing/2014/main" id="{1DA118BB-5D4B-11E4-C0CA-2DC8263165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796F57-8306-40D4-9229-37A3D19F0B5F}" type="slidenum">
              <a:rPr lang="LID4096" smtClean="0"/>
              <a:t>55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3227159724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2BA254-88D3-6DDB-2927-217A3A48BA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5B11F8CC-A549-0FBF-7637-87063A8BE4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CI for theta of a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/>
              <a:t>Binomial model</a:t>
            </a:r>
            <a:endParaRPr lang="en-US" dirty="0">
              <a:solidFill>
                <a:srgbClr val="FF0000"/>
              </a:solidFill>
            </a:endParaRPr>
          </a:p>
        </p:txBody>
      </p:sp>
      <p:pic>
        <p:nvPicPr>
          <p:cNvPr id="13314" name="Picture 2">
            <a:extLst>
              <a:ext uri="{FF2B5EF4-FFF2-40B4-BE49-F238E27FC236}">
                <a16:creationId xmlns:a16="http://schemas.microsoft.com/office/drawing/2014/main" id="{D1AE3FE4-2A88-83FC-E654-FB87CA56BCD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33969" y="2409568"/>
            <a:ext cx="6016173" cy="39385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4" name="תיבת טקסט 3">
                <a:extLst>
                  <a:ext uri="{FF2B5EF4-FFF2-40B4-BE49-F238E27FC236}">
                    <a16:creationId xmlns:a16="http://schemas.microsoft.com/office/drawing/2014/main" id="{7F4BED80-4CC5-B4C9-9FAB-FBBE35F33182}"/>
                  </a:ext>
                </a:extLst>
              </p:cNvPr>
              <p:cNvSpPr txBox="1"/>
              <p:nvPr/>
            </p:nvSpPr>
            <p:spPr>
              <a:xfrm>
                <a:off x="1603290" y="1690688"/>
                <a:ext cx="8677532" cy="57695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 dirty="0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l-GR" i="1" dirty="0">
                              <a:latin typeface="Cambria Math" panose="02040503050406030204" pitchFamily="18" charset="0"/>
                            </a:rPr>
                            <m:t>𝛼</m:t>
                          </m:r>
                        </m:sub>
                      </m:sSub>
                      <m:r>
                        <a:rPr lang="el-GR" i="1" dirty="0">
                          <a:latin typeface="Cambria Math" panose="02040503050406030204" pitchFamily="18" charset="0"/>
                        </a:rPr>
                        <m:t>={</m:t>
                      </m:r>
                      <m:r>
                        <a:rPr lang="el-GR" i="1" dirty="0">
                          <a:latin typeface="Cambria Math" panose="02040503050406030204" pitchFamily="18" charset="0"/>
                        </a:rPr>
                        <m:t>𝜃</m:t>
                      </m:r>
                      <m:r>
                        <a:rPr lang="el-GR" i="1" dirty="0">
                          <a:latin typeface="Cambria Math" panose="02040503050406030204" pitchFamily="18" charset="0"/>
                        </a:rPr>
                        <m:t>∈</m:t>
                      </m:r>
                      <m:d>
                        <m:dPr>
                          <m:ctrlPr>
                            <a:rPr lang="el-GR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l-GR" i="1" dirty="0">
                              <a:latin typeface="Cambria Math" panose="02040503050406030204" pitchFamily="18" charset="0"/>
                            </a:rPr>
                            <m:t>0</m:t>
                          </m:r>
                          <m:r>
                            <a:rPr lang="el-GR" i="1" dirty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l-GR" i="1" dirty="0">
                              <a:latin typeface="Cambria Math" panose="02040503050406030204" pitchFamily="18" charset="0"/>
                            </a:rPr>
                            <m:t>1</m:t>
                          </m:r>
                        </m:e>
                      </m:d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l-GR" i="1" dirty="0">
                          <a:latin typeface="Cambria Math" panose="02040503050406030204" pitchFamily="18" charset="0"/>
                        </a:rPr>
                        <m:t>:</m:t>
                      </m:r>
                      <m:r>
                        <a:rPr lang="en-US" i="1" dirty="0"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en-US" i="1" dirty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𝑌</m:t>
                      </m:r>
                      <m:r>
                        <a:rPr lang="en-US" i="1" dirty="0" err="1">
                          <a:latin typeface="Cambria Math" panose="02040503050406030204" pitchFamily="18" charset="0"/>
                        </a:rPr>
                        <m:t>≤</m:t>
                      </m:r>
                      <m:sSub>
                        <m:sSubPr>
                          <m:ctrlPr>
                            <a:rPr lang="en-US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i="1" dirty="0" err="1">
                              <a:latin typeface="Cambria Math" panose="02040503050406030204" pitchFamily="18" charset="0"/>
                            </a:rPr>
                            <m:t>𝑜𝑏𝑠</m:t>
                          </m:r>
                        </m:sub>
                      </m:sSub>
                      <m:r>
                        <a:rPr lang="en-US" i="1" dirty="0">
                          <a:latin typeface="Cambria Math" panose="02040503050406030204" pitchFamily="18" charset="0"/>
                        </a:rPr>
                        <m:t>∣</m:t>
                      </m:r>
                      <m:r>
                        <a:rPr lang="el-GR" i="1" dirty="0">
                          <a:latin typeface="Cambria Math" panose="02040503050406030204" pitchFamily="18" charset="0"/>
                        </a:rPr>
                        <m:t>𝜃</m:t>
                      </m:r>
                      <m:r>
                        <a:rPr lang="el-GR" i="1" dirty="0">
                          <a:latin typeface="Cambria Math" panose="02040503050406030204" pitchFamily="18" charset="0"/>
                        </a:rPr>
                        <m:t>)&gt;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>
                              <a:latin typeface="Cambria Math" panose="02040503050406030204" pitchFamily="18" charset="0"/>
                            </a:rPr>
                            <m:t>𝛼</m:t>
                          </m:r>
                        </m:num>
                        <m:den>
                          <m:r>
                            <a:rPr lang="en-US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el-GR" i="1" dirty="0">
                          <a:latin typeface="Cambria Math" panose="02040503050406030204" pitchFamily="18" charset="0"/>
                        </a:rPr>
                        <m:t>​</m:t>
                      </m:r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i="1" dirty="0" err="1">
                          <a:latin typeface="Cambria Math" panose="02040503050406030204" pitchFamily="18" charset="0"/>
                        </a:rPr>
                        <m:t>𝑎𝑛𝑑</m:t>
                      </m:r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i="1" dirty="0" err="1"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en-US" i="1" dirty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𝑌</m:t>
                      </m:r>
                      <m:r>
                        <a:rPr lang="en-US" i="1" dirty="0" err="1">
                          <a:latin typeface="Cambria Math" panose="02040503050406030204" pitchFamily="18" charset="0"/>
                        </a:rPr>
                        <m:t>≥</m:t>
                      </m:r>
                      <m:sSub>
                        <m:sSubPr>
                          <m:ctrlPr>
                            <a:rPr lang="en-US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i="1" dirty="0" err="1">
                              <a:latin typeface="Cambria Math" panose="02040503050406030204" pitchFamily="18" charset="0"/>
                            </a:rPr>
                            <m:t>𝑜𝑏𝑠</m:t>
                          </m:r>
                        </m:sub>
                      </m:sSub>
                      <m:r>
                        <a:rPr lang="en-US" i="1" dirty="0">
                          <a:latin typeface="Cambria Math" panose="02040503050406030204" pitchFamily="18" charset="0"/>
                        </a:rPr>
                        <m:t>∣</m:t>
                      </m:r>
                      <m:r>
                        <a:rPr lang="el-GR" i="1" dirty="0">
                          <a:latin typeface="Cambria Math" panose="02040503050406030204" pitchFamily="18" charset="0"/>
                        </a:rPr>
                        <m:t>𝜃</m:t>
                      </m:r>
                      <m:r>
                        <a:rPr lang="el-GR" i="1" dirty="0">
                          <a:latin typeface="Cambria Math" panose="02040503050406030204" pitchFamily="18" charset="0"/>
                        </a:rPr>
                        <m:t>)&gt;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>
                              <a:latin typeface="Cambria Math" panose="02040503050406030204" pitchFamily="18" charset="0"/>
                            </a:rPr>
                            <m:t>𝛼</m:t>
                          </m:r>
                        </m:num>
                        <m:den>
                          <m:r>
                            <a:rPr lang="en-US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el-GR" i="1" dirty="0">
                          <a:latin typeface="Cambria Math" panose="02040503050406030204" pitchFamily="18" charset="0"/>
                        </a:rPr>
                        <m:t>​}</m:t>
                      </m:r>
                    </m:oMath>
                  </m:oMathPara>
                </a14:m>
                <a:endParaRPr dirty="0"/>
              </a:p>
            </p:txBody>
          </p:sp>
        </mc:Choice>
        <mc:Fallback xmlns="">
          <p:sp>
            <p:nvSpPr>
              <p:cNvPr id="4" name="תיבת טקסט 3">
                <a:extLst>
                  <a:ext uri="{FF2B5EF4-FFF2-40B4-BE49-F238E27FC236}">
                    <a16:creationId xmlns:a16="http://schemas.microsoft.com/office/drawing/2014/main" id="{7F4BED80-4CC5-B4C9-9FAB-FBBE35F3318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03290" y="1690688"/>
                <a:ext cx="8677532" cy="576953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he-I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מציין מיקום של מספר שקופית 2">
            <a:extLst>
              <a:ext uri="{FF2B5EF4-FFF2-40B4-BE49-F238E27FC236}">
                <a16:creationId xmlns:a16="http://schemas.microsoft.com/office/drawing/2014/main" id="{655D8BAC-D874-6C04-5A12-4CA800FABC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796F57-8306-40D4-9229-37A3D19F0B5F}" type="slidenum">
              <a:rPr lang="LID4096" smtClean="0"/>
              <a:t>56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3206409185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F17A6DE4-0AEB-5229-A2CA-7F55D2A284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 rtl="0"/>
            <a:r>
              <a:rPr lang="en-US" dirty="0"/>
              <a:t>Are We Right 95% of the Time?</a:t>
            </a:r>
            <a:endParaRPr lang="he-IL" dirty="0"/>
          </a:p>
        </p:txBody>
      </p:sp>
      <p:sp>
        <p:nvSpPr>
          <p:cNvPr id="3" name="מציין מיקום תוכן 2">
            <a:extLst>
              <a:ext uri="{FF2B5EF4-FFF2-40B4-BE49-F238E27FC236}">
                <a16:creationId xmlns:a16="http://schemas.microsoft.com/office/drawing/2014/main" id="{988BB028-D64E-B51B-544B-93C17884A6D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4850" y="1690688"/>
            <a:ext cx="4310063" cy="4351338"/>
          </a:xfrm>
        </p:spPr>
        <p:txBody>
          <a:bodyPr>
            <a:normAutofit/>
          </a:bodyPr>
          <a:lstStyle/>
          <a:p>
            <a:pPr algn="l" rtl="0"/>
            <a:r>
              <a:rPr lang="en-US" dirty="0"/>
              <a:t>How often do 95% CIs for theta actually contain the true rate? </a:t>
            </a:r>
          </a:p>
          <a:p>
            <a:pPr algn="l" rtl="0"/>
            <a:endParaRPr lang="en-US" dirty="0"/>
          </a:p>
          <a:p>
            <a:r>
              <a:rPr lang="en-US" dirty="0"/>
              <a:t>The intervals either contain the true value or not, but across many repetitions, approximately 95% should.</a:t>
            </a:r>
          </a:p>
        </p:txBody>
      </p:sp>
      <p:pic>
        <p:nvPicPr>
          <p:cNvPr id="12290" name="Picture 2">
            <a:extLst>
              <a:ext uri="{FF2B5EF4-FFF2-40B4-BE49-F238E27FC236}">
                <a16:creationId xmlns:a16="http://schemas.microsoft.com/office/drawing/2014/main" id="{755E476C-182B-AE77-AA2C-A3242A7A73A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45223" y="1594022"/>
            <a:ext cx="6353683" cy="47868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מציין מיקום של מספר שקופית 3">
            <a:extLst>
              <a:ext uri="{FF2B5EF4-FFF2-40B4-BE49-F238E27FC236}">
                <a16:creationId xmlns:a16="http://schemas.microsoft.com/office/drawing/2014/main" id="{558FB1A4-67BB-B159-F7DB-D1BCB8EF1A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796F57-8306-40D4-9229-37A3D19F0B5F}" type="slidenum">
              <a:rPr lang="LID4096" smtClean="0"/>
              <a:t>57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25698811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24317</TotalTime>
  <Words>3144</Words>
  <Application>Microsoft Office PowerPoint</Application>
  <PresentationFormat>מסך רחב</PresentationFormat>
  <Paragraphs>484</Paragraphs>
  <Slides>57</Slides>
  <Notes>44</Notes>
  <HiddenSlides>2</HiddenSlides>
  <MMClips>0</MMClips>
  <ScaleCrop>false</ScaleCrop>
  <HeadingPairs>
    <vt:vector size="8" baseType="variant">
      <vt:variant>
        <vt:lpstr>גופנים בשימוש</vt:lpstr>
      </vt:variant>
      <vt:variant>
        <vt:i4>9</vt:i4>
      </vt:variant>
      <vt:variant>
        <vt:lpstr>ערכת נושא</vt:lpstr>
      </vt:variant>
      <vt:variant>
        <vt:i4>1</vt:i4>
      </vt:variant>
      <vt:variant>
        <vt:lpstr>שרתי OLE מוטבעים</vt:lpstr>
      </vt:variant>
      <vt:variant>
        <vt:i4>1</vt:i4>
      </vt:variant>
      <vt:variant>
        <vt:lpstr>כותרות שקופיות</vt:lpstr>
      </vt:variant>
      <vt:variant>
        <vt:i4>57</vt:i4>
      </vt:variant>
    </vt:vector>
  </HeadingPairs>
  <TitlesOfParts>
    <vt:vector size="68" baseType="lpstr">
      <vt:lpstr>-apple-system</vt:lpstr>
      <vt:lpstr>Arial</vt:lpstr>
      <vt:lpstr>Calibri</vt:lpstr>
      <vt:lpstr>Cambria Math</vt:lpstr>
      <vt:lpstr>Consolas</vt:lpstr>
      <vt:lpstr>Courier New</vt:lpstr>
      <vt:lpstr>David</vt:lpstr>
      <vt:lpstr>Source Sans Pro</vt:lpstr>
      <vt:lpstr>Wingdings</vt:lpstr>
      <vt:lpstr>Office Theme</vt:lpstr>
      <vt:lpstr>Equation</vt:lpstr>
      <vt:lpstr>Tutorial 3</vt:lpstr>
      <vt:lpstr>Tutorial Outline</vt:lpstr>
      <vt:lpstr>Graphical model</vt:lpstr>
      <vt:lpstr>Graphical model</vt:lpstr>
      <vt:lpstr>Three Representations of the Same Idea</vt:lpstr>
      <vt:lpstr>Probabilistic Programming Languages (PPL)</vt:lpstr>
      <vt:lpstr>PyMC</vt:lpstr>
      <vt:lpstr>Three Representations of the Same Idea</vt:lpstr>
      <vt:lpstr>Translating a Graphical Model to a PPL</vt:lpstr>
      <vt:lpstr>Translating a Graphical Model to a PPL</vt:lpstr>
      <vt:lpstr>Translating a Graphical Model to a PPL</vt:lpstr>
      <vt:lpstr>Translating a Graphical Model to a PPL</vt:lpstr>
      <vt:lpstr>Translating a Graphical Model to a PPL</vt:lpstr>
      <vt:lpstr>Translating a Graphical Model to a PPL</vt:lpstr>
      <vt:lpstr>Translating a Graphical Model to a PPL</vt:lpstr>
      <vt:lpstr>Translating a Graphical Model to a PPL</vt:lpstr>
      <vt:lpstr>Sampling</vt:lpstr>
      <vt:lpstr>Sampling</vt:lpstr>
      <vt:lpstr>Sampling</vt:lpstr>
      <vt:lpstr>Graphical visualizer</vt:lpstr>
      <vt:lpstr>Graphical visualizer</vt:lpstr>
      <vt:lpstr>InferenceData Object</vt:lpstr>
      <vt:lpstr>InferenceData Object</vt:lpstr>
      <vt:lpstr>InferenceData Object</vt:lpstr>
      <vt:lpstr>Posterior </vt:lpstr>
      <vt:lpstr>Analyzing the Posterior</vt:lpstr>
      <vt:lpstr>Analyzing the Posterior</vt:lpstr>
      <vt:lpstr>Analyzing the Posterior</vt:lpstr>
      <vt:lpstr>Analyzing the Posterior</vt:lpstr>
      <vt:lpstr>Analyzing the Posterior</vt:lpstr>
      <vt:lpstr>Analyzing the Posterior</vt:lpstr>
      <vt:lpstr>Highest Density Interval (HDI)</vt:lpstr>
      <vt:lpstr>Highest Density Interval (HDI)</vt:lpstr>
      <vt:lpstr>Highest Density Interval (HDI)</vt:lpstr>
      <vt:lpstr>Highest Density Interval (HDI)</vt:lpstr>
      <vt:lpstr>Highest Density Interval (HDI)</vt:lpstr>
      <vt:lpstr>Your turn</vt:lpstr>
      <vt:lpstr>Exercise: </vt:lpstr>
      <vt:lpstr>Frequentist vs Bayesian philosophies</vt:lpstr>
      <vt:lpstr>Frequentist estimation</vt:lpstr>
      <vt:lpstr>SciPy</vt:lpstr>
      <vt:lpstr>Maximum Likelihood Estimation (MLE) </vt:lpstr>
      <vt:lpstr>Maximum Likelihood Estimation (MLE)</vt:lpstr>
      <vt:lpstr>Maximum Likelihood Estimation (MLE)</vt:lpstr>
      <vt:lpstr>Analytic MLE</vt:lpstr>
      <vt:lpstr>מצגת של PowerPoint‏</vt:lpstr>
      <vt:lpstr>מצגת של PowerPoint‏</vt:lpstr>
      <vt:lpstr>Log-likelihood</vt:lpstr>
      <vt:lpstr>Computational MLE</vt:lpstr>
      <vt:lpstr>מצגת של PowerPoint‏</vt:lpstr>
      <vt:lpstr>Analytic vs. Computational MLE</vt:lpstr>
      <vt:lpstr>Confidence Intervals (CI)</vt:lpstr>
      <vt:lpstr>What is a Confidence Interval?</vt:lpstr>
      <vt:lpstr>Confidence Interval</vt:lpstr>
      <vt:lpstr>CI for theta of a Binomial model</vt:lpstr>
      <vt:lpstr>CI for theta of a Binomial model</vt:lpstr>
      <vt:lpstr>Are We Right 95% of the Time?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Tutorial 1</dc:title>
  <dc:creator>Hanna Kossowsky</dc:creator>
  <cp:lastModifiedBy>נעם גונן</cp:lastModifiedBy>
  <cp:revision>311</cp:revision>
  <dcterms:created xsi:type="dcterms:W3CDTF">2024-04-07T05:56:09Z</dcterms:created>
  <dcterms:modified xsi:type="dcterms:W3CDTF">2026-05-05T08:12:04Z</dcterms:modified>
</cp:coreProperties>
</file>