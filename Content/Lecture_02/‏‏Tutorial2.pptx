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6"/>
  </p:notesMasterIdLst>
  <p:sldIdLst>
    <p:sldId id="256" r:id="rId2"/>
    <p:sldId id="676" r:id="rId3"/>
    <p:sldId id="259" r:id="rId4"/>
    <p:sldId id="635" r:id="rId5"/>
    <p:sldId id="261" r:id="rId6"/>
    <p:sldId id="491" r:id="rId7"/>
    <p:sldId id="677" r:id="rId8"/>
    <p:sldId id="678" r:id="rId9"/>
    <p:sldId id="679" r:id="rId10"/>
    <p:sldId id="680" r:id="rId11"/>
    <p:sldId id="681" r:id="rId12"/>
    <p:sldId id="682" r:id="rId13"/>
    <p:sldId id="582" r:id="rId14"/>
    <p:sldId id="583" r:id="rId15"/>
    <p:sldId id="683" r:id="rId16"/>
    <p:sldId id="416" r:id="rId17"/>
    <p:sldId id="417" r:id="rId18"/>
    <p:sldId id="650" r:id="rId19"/>
    <p:sldId id="418" r:id="rId20"/>
    <p:sldId id="651" r:id="rId21"/>
    <p:sldId id="652" r:id="rId22"/>
    <p:sldId id="572" r:id="rId23"/>
    <p:sldId id="653" r:id="rId24"/>
    <p:sldId id="654" r:id="rId25"/>
    <p:sldId id="655" r:id="rId26"/>
    <p:sldId id="656" r:id="rId27"/>
    <p:sldId id="657" r:id="rId28"/>
    <p:sldId id="658" r:id="rId29"/>
    <p:sldId id="659" r:id="rId30"/>
    <p:sldId id="660" r:id="rId31"/>
    <p:sldId id="661" r:id="rId32"/>
    <p:sldId id="662" r:id="rId33"/>
    <p:sldId id="663" r:id="rId34"/>
    <p:sldId id="664" r:id="rId35"/>
    <p:sldId id="665" r:id="rId36"/>
    <p:sldId id="666" r:id="rId37"/>
    <p:sldId id="667" r:id="rId38"/>
    <p:sldId id="668" r:id="rId39"/>
    <p:sldId id="675" r:id="rId40"/>
    <p:sldId id="586" r:id="rId41"/>
    <p:sldId id="603" r:id="rId42"/>
    <p:sldId id="604" r:id="rId43"/>
    <p:sldId id="669" r:id="rId44"/>
    <p:sldId id="670" r:id="rId45"/>
    <p:sldId id="671" r:id="rId46"/>
    <p:sldId id="607" r:id="rId47"/>
    <p:sldId id="608" r:id="rId48"/>
    <p:sldId id="672" r:id="rId49"/>
    <p:sldId id="633" r:id="rId50"/>
    <p:sldId id="673" r:id="rId51"/>
    <p:sldId id="637" r:id="rId52"/>
    <p:sldId id="638" r:id="rId53"/>
    <p:sldId id="639" r:id="rId54"/>
    <p:sldId id="640" r:id="rId55"/>
    <p:sldId id="641" r:id="rId56"/>
    <p:sldId id="642" r:id="rId57"/>
    <p:sldId id="643" r:id="rId58"/>
    <p:sldId id="644" r:id="rId59"/>
    <p:sldId id="645" r:id="rId60"/>
    <p:sldId id="646" r:id="rId61"/>
    <p:sldId id="647" r:id="rId62"/>
    <p:sldId id="648" r:id="rId63"/>
    <p:sldId id="577" r:id="rId64"/>
    <p:sldId id="674" r:id="rId65"/>
  </p:sldIdLst>
  <p:sldSz cx="12192000" cy="6858000"/>
  <p:notesSz cx="6858000" cy="9144000"/>
  <p:defaultTextStyle>
    <a:defPPr>
      <a:defRPr lang="LID4096"/>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utline" id="{80B2E258-8D81-43A2-98BB-034B6A58B7E4}">
          <p14:sldIdLst>
            <p14:sldId id="256"/>
            <p14:sldId id="676"/>
            <p14:sldId id="259"/>
          </p14:sldIdLst>
        </p14:section>
        <p14:section name="Moldeling" id="{477EE36D-AA0E-4DDF-BB10-449D1FDBBB1B}">
          <p14:sldIdLst>
            <p14:sldId id="635"/>
            <p14:sldId id="261"/>
            <p14:sldId id="491"/>
            <p14:sldId id="677"/>
            <p14:sldId id="678"/>
            <p14:sldId id="679"/>
            <p14:sldId id="680"/>
            <p14:sldId id="681"/>
            <p14:sldId id="682"/>
          </p14:sldIdLst>
        </p14:section>
        <p14:section name="Conjugate Priors" id="{B08FB4FB-200C-48ED-8AEE-E8D034CD3030}">
          <p14:sldIdLst>
            <p14:sldId id="582"/>
            <p14:sldId id="583"/>
            <p14:sldId id="683"/>
            <p14:sldId id="416"/>
            <p14:sldId id="417"/>
            <p14:sldId id="650"/>
            <p14:sldId id="418"/>
            <p14:sldId id="651"/>
            <p14:sldId id="652"/>
          </p14:sldIdLst>
        </p14:section>
        <p14:section name="Bayes Theorem" id="{E2B77F9F-F7C7-42AA-A63A-177206B3C7C5}">
          <p14:sldIdLst>
            <p14:sldId id="572"/>
            <p14:sldId id="653"/>
            <p14:sldId id="654"/>
            <p14:sldId id="655"/>
            <p14:sldId id="656"/>
          </p14:sldIdLst>
        </p14:section>
        <p14:section name="choosing prior" id="{4064C882-04A1-4303-8898-760E55F9151A}">
          <p14:sldIdLst>
            <p14:sldId id="657"/>
            <p14:sldId id="658"/>
            <p14:sldId id="659"/>
            <p14:sldId id="660"/>
            <p14:sldId id="661"/>
          </p14:sldIdLst>
        </p14:section>
        <p14:section name="likelihood" id="{F076E9B2-2541-4F43-A665-116453218169}">
          <p14:sldIdLst>
            <p14:sldId id="662"/>
            <p14:sldId id="663"/>
            <p14:sldId id="664"/>
            <p14:sldId id="665"/>
            <p14:sldId id="666"/>
            <p14:sldId id="667"/>
            <p14:sldId id="668"/>
            <p14:sldId id="675"/>
            <p14:sldId id="586"/>
          </p14:sldIdLst>
        </p14:section>
        <p14:section name="Grid method" id="{6D64E069-7F3A-48D9-85E3-F54C5F6BCB5C}">
          <p14:sldIdLst>
            <p14:sldId id="603"/>
            <p14:sldId id="604"/>
            <p14:sldId id="669"/>
            <p14:sldId id="670"/>
            <p14:sldId id="671"/>
            <p14:sldId id="607"/>
            <p14:sldId id="608"/>
            <p14:sldId id="672"/>
            <p14:sldId id="633"/>
          </p14:sldIdLst>
        </p14:section>
        <p14:section name="Extra slides" id="{DB861A99-E9FA-4439-A470-C8F330586F6A}">
          <p14:sldIdLst>
            <p14:sldId id="673"/>
          </p14:sldIdLst>
        </p14:section>
        <p14:section name="Conditional probability" id="{3BC6C0C1-EB11-4DFE-8E9A-C14EC88B285A}">
          <p14:sldIdLst>
            <p14:sldId id="637"/>
            <p14:sldId id="638"/>
            <p14:sldId id="639"/>
            <p14:sldId id="640"/>
            <p14:sldId id="641"/>
            <p14:sldId id="642"/>
            <p14:sldId id="643"/>
            <p14:sldId id="644"/>
            <p14:sldId id="645"/>
            <p14:sldId id="646"/>
            <p14:sldId id="647"/>
            <p14:sldId id="648"/>
          </p14:sldIdLst>
        </p14:section>
        <p14:section name="Bayes and models" id="{9A6430CB-A9CB-4BB5-9F57-7109B693E029}">
          <p14:sldIdLst>
            <p14:sldId id="577"/>
            <p14:sldId id="674"/>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B6DB461C-499A-576D-0443-DBB7779AB8DD}" name="נעם גונן" initials="נג" userId="S::noamgone@post.bgu.ac.il::8d52d1e2-da1c-4400-a582-b852ce743e91"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15608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3FE5A26-3064-4B3F-8E2A-653EB31D5592}" v="1918" dt="2025-03-25T13:37:16.65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ללא סגנון, ללא רשת">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690" autoAdjust="0"/>
    <p:restoredTop sz="90588" autoAdjust="0"/>
  </p:normalViewPr>
  <p:slideViewPr>
    <p:cSldViewPr snapToGrid="0">
      <p:cViewPr>
        <p:scale>
          <a:sx n="73" d="100"/>
          <a:sy n="73" d="100"/>
        </p:scale>
        <p:origin x="811" y="96"/>
      </p:cViewPr>
      <p:guideLst/>
    </p:cSldViewPr>
  </p:slideViewPr>
  <p:notesTextViewPr>
    <p:cViewPr>
      <p:scale>
        <a:sx n="3" d="2"/>
        <a:sy n="3" d="2"/>
      </p:scale>
      <p:origin x="0" y="0"/>
    </p:cViewPr>
  </p:notesTextViewPr>
  <p:sorterViewPr>
    <p:cViewPr>
      <p:scale>
        <a:sx n="66" d="100"/>
        <a:sy n="66" d="100"/>
      </p:scale>
      <p:origin x="0" y="-13526"/>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72" Type="http://schemas.microsoft.com/office/2015/10/relationships/revisionInfo" Target="revisionInfo.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microsoft.com/office/2018/10/relationships/authors" Target="author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anna Kossowsky" userId="56e21b23dc263710" providerId="LiveId" clId="{93FE5A26-3064-4B3F-8E2A-653EB31D5592}"/>
    <pc:docChg chg="undo redo custSel addSld delSld modSld sldOrd">
      <pc:chgData name="Hanna Kossowsky" userId="56e21b23dc263710" providerId="LiveId" clId="{93FE5A26-3064-4B3F-8E2A-653EB31D5592}" dt="2025-03-25T13:37:16.655" v="11450" actId="207"/>
      <pc:docMkLst>
        <pc:docMk/>
      </pc:docMkLst>
      <pc:sldChg chg="modSp mod">
        <pc:chgData name="Hanna Kossowsky" userId="56e21b23dc263710" providerId="LiveId" clId="{93FE5A26-3064-4B3F-8E2A-653EB31D5592}" dt="2025-02-19T07:04:18.139" v="3" actId="20577"/>
        <pc:sldMkLst>
          <pc:docMk/>
          <pc:sldMk cId="1633777672" sldId="256"/>
        </pc:sldMkLst>
        <pc:spChg chg="mod">
          <ac:chgData name="Hanna Kossowsky" userId="56e21b23dc263710" providerId="LiveId" clId="{93FE5A26-3064-4B3F-8E2A-653EB31D5592}" dt="2025-02-19T07:04:15.991" v="1" actId="20577"/>
          <ac:spMkLst>
            <pc:docMk/>
            <pc:sldMk cId="1633777672" sldId="256"/>
            <ac:spMk id="2" creationId="{E2739AA4-DC6F-AC25-85E9-23B70AA841D1}"/>
          </ac:spMkLst>
        </pc:spChg>
        <pc:spChg chg="mod">
          <ac:chgData name="Hanna Kossowsky" userId="56e21b23dc263710" providerId="LiveId" clId="{93FE5A26-3064-4B3F-8E2A-653EB31D5592}" dt="2025-02-19T07:04:18.139" v="3" actId="20577"/>
          <ac:spMkLst>
            <pc:docMk/>
            <pc:sldMk cId="1633777672" sldId="256"/>
            <ac:spMk id="3" creationId="{06ABFF89-9CAA-78A3-9827-25C0441AF86F}"/>
          </ac:spMkLst>
        </pc:spChg>
      </pc:sldChg>
      <pc:sldChg chg="del">
        <pc:chgData name="Hanna Kossowsky" userId="56e21b23dc263710" providerId="LiveId" clId="{93FE5A26-3064-4B3F-8E2A-653EB31D5592}" dt="2025-02-19T07:04:36.610" v="4" actId="47"/>
        <pc:sldMkLst>
          <pc:docMk/>
          <pc:sldMk cId="653706785" sldId="257"/>
        </pc:sldMkLst>
      </pc:sldChg>
      <pc:sldChg chg="modSp mod">
        <pc:chgData name="Hanna Kossowsky" userId="56e21b23dc263710" providerId="LiveId" clId="{93FE5A26-3064-4B3F-8E2A-653EB31D5592}" dt="2025-03-06T11:50:31.169" v="10968" actId="313"/>
        <pc:sldMkLst>
          <pc:docMk/>
          <pc:sldMk cId="2932639354" sldId="259"/>
        </pc:sldMkLst>
        <pc:spChg chg="mod">
          <ac:chgData name="Hanna Kossowsky" userId="56e21b23dc263710" providerId="LiveId" clId="{93FE5A26-3064-4B3F-8E2A-653EB31D5592}" dt="2025-03-06T11:50:31.169" v="10968" actId="313"/>
          <ac:spMkLst>
            <pc:docMk/>
            <pc:sldMk cId="2932639354" sldId="259"/>
            <ac:spMk id="3" creationId="{7220153A-0E02-CB25-A797-F3303E23640F}"/>
          </ac:spMkLst>
        </pc:spChg>
      </pc:sldChg>
      <pc:sldChg chg="modSp add mod modShow">
        <pc:chgData name="Hanna Kossowsky" userId="56e21b23dc263710" providerId="LiveId" clId="{93FE5A26-3064-4B3F-8E2A-653EB31D5592}" dt="2025-03-05T12:21:01.104" v="4505" actId="729"/>
        <pc:sldMkLst>
          <pc:docMk/>
          <pc:sldMk cId="2429345029" sldId="260"/>
        </pc:sldMkLst>
        <pc:spChg chg="mod">
          <ac:chgData name="Hanna Kossowsky" userId="56e21b23dc263710" providerId="LiveId" clId="{93FE5A26-3064-4B3F-8E2A-653EB31D5592}" dt="2025-02-19T07:09:10.511" v="31" actId="20577"/>
          <ac:spMkLst>
            <pc:docMk/>
            <pc:sldMk cId="2429345029" sldId="260"/>
            <ac:spMk id="2" creationId="{7468EE72-80FB-0E27-506D-ABE9A2358634}"/>
          </ac:spMkLst>
        </pc:spChg>
        <pc:spChg chg="mod">
          <ac:chgData name="Hanna Kossowsky" userId="56e21b23dc263710" providerId="LiveId" clId="{93FE5A26-3064-4B3F-8E2A-653EB31D5592}" dt="2025-02-19T07:21:35.585" v="492" actId="20577"/>
          <ac:spMkLst>
            <pc:docMk/>
            <pc:sldMk cId="2429345029" sldId="260"/>
            <ac:spMk id="3" creationId="{CD171927-14C5-72E9-8531-ED0978042A34}"/>
          </ac:spMkLst>
        </pc:spChg>
      </pc:sldChg>
      <pc:sldChg chg="del">
        <pc:chgData name="Hanna Kossowsky" userId="56e21b23dc263710" providerId="LiveId" clId="{93FE5A26-3064-4B3F-8E2A-653EB31D5592}" dt="2025-02-19T07:04:42.159" v="6" actId="47"/>
        <pc:sldMkLst>
          <pc:docMk/>
          <pc:sldMk cId="1607538850" sldId="261"/>
        </pc:sldMkLst>
      </pc:sldChg>
      <pc:sldChg chg="modSp add mod modShow">
        <pc:chgData name="Hanna Kossowsky" userId="56e21b23dc263710" providerId="LiveId" clId="{93FE5A26-3064-4B3F-8E2A-653EB31D5592}" dt="2025-03-05T12:21:01.104" v="4505" actId="729"/>
        <pc:sldMkLst>
          <pc:docMk/>
          <pc:sldMk cId="1866731352" sldId="261"/>
        </pc:sldMkLst>
        <pc:spChg chg="mod">
          <ac:chgData name="Hanna Kossowsky" userId="56e21b23dc263710" providerId="LiveId" clId="{93FE5A26-3064-4B3F-8E2A-653EB31D5592}" dt="2025-02-19T07:18:24.372" v="242" actId="20577"/>
          <ac:spMkLst>
            <pc:docMk/>
            <pc:sldMk cId="1866731352" sldId="261"/>
            <ac:spMk id="2" creationId="{08132C22-4C02-03B9-8D9C-BF4CC2F3BDED}"/>
          </ac:spMkLst>
        </pc:spChg>
        <pc:spChg chg="mod">
          <ac:chgData name="Hanna Kossowsky" userId="56e21b23dc263710" providerId="LiveId" clId="{93FE5A26-3064-4B3F-8E2A-653EB31D5592}" dt="2025-02-19T07:19:49.823" v="471" actId="20577"/>
          <ac:spMkLst>
            <pc:docMk/>
            <pc:sldMk cId="1866731352" sldId="261"/>
            <ac:spMk id="3" creationId="{2D515286-E461-21B2-1466-4471C6171467}"/>
          </ac:spMkLst>
        </pc:spChg>
      </pc:sldChg>
      <pc:sldChg chg="modSp add del mod modShow">
        <pc:chgData name="Hanna Kossowsky" userId="56e21b23dc263710" providerId="LiveId" clId="{93FE5A26-3064-4B3F-8E2A-653EB31D5592}" dt="2025-03-06T08:43:06.194" v="6205" actId="47"/>
        <pc:sldMkLst>
          <pc:docMk/>
          <pc:sldMk cId="450497777" sldId="262"/>
        </pc:sldMkLst>
      </pc:sldChg>
      <pc:sldChg chg="del">
        <pc:chgData name="Hanna Kossowsky" userId="56e21b23dc263710" providerId="LiveId" clId="{93FE5A26-3064-4B3F-8E2A-653EB31D5592}" dt="2025-02-19T07:04:42.159" v="6" actId="47"/>
        <pc:sldMkLst>
          <pc:docMk/>
          <pc:sldMk cId="3047956201" sldId="262"/>
        </pc:sldMkLst>
      </pc:sldChg>
      <pc:sldChg chg="del">
        <pc:chgData name="Hanna Kossowsky" userId="56e21b23dc263710" providerId="LiveId" clId="{93FE5A26-3064-4B3F-8E2A-653EB31D5592}" dt="2025-02-19T07:04:42.159" v="6" actId="47"/>
        <pc:sldMkLst>
          <pc:docMk/>
          <pc:sldMk cId="2774208767" sldId="263"/>
        </pc:sldMkLst>
      </pc:sldChg>
      <pc:sldChg chg="add del">
        <pc:chgData name="Hanna Kossowsky" userId="56e21b23dc263710" providerId="LiveId" clId="{93FE5A26-3064-4B3F-8E2A-653EB31D5592}" dt="2025-02-19T07:20:54.045" v="479"/>
        <pc:sldMkLst>
          <pc:docMk/>
          <pc:sldMk cId="3068632970" sldId="263"/>
        </pc:sldMkLst>
      </pc:sldChg>
      <pc:sldChg chg="add del">
        <pc:chgData name="Hanna Kossowsky" userId="56e21b23dc263710" providerId="LiveId" clId="{93FE5A26-3064-4B3F-8E2A-653EB31D5592}" dt="2025-02-19T07:20:59.027" v="481"/>
        <pc:sldMkLst>
          <pc:docMk/>
          <pc:sldMk cId="4018161927" sldId="263"/>
        </pc:sldMkLst>
      </pc:sldChg>
      <pc:sldChg chg="del">
        <pc:chgData name="Hanna Kossowsky" userId="56e21b23dc263710" providerId="LiveId" clId="{93FE5A26-3064-4B3F-8E2A-653EB31D5592}" dt="2025-02-19T07:04:42.159" v="6" actId="47"/>
        <pc:sldMkLst>
          <pc:docMk/>
          <pc:sldMk cId="729297336" sldId="265"/>
        </pc:sldMkLst>
      </pc:sldChg>
      <pc:sldChg chg="del">
        <pc:chgData name="Hanna Kossowsky" userId="56e21b23dc263710" providerId="LiveId" clId="{93FE5A26-3064-4B3F-8E2A-653EB31D5592}" dt="2025-02-19T07:04:42.159" v="6" actId="47"/>
        <pc:sldMkLst>
          <pc:docMk/>
          <pc:sldMk cId="2801949394" sldId="266"/>
        </pc:sldMkLst>
      </pc:sldChg>
      <pc:sldChg chg="del">
        <pc:chgData name="Hanna Kossowsky" userId="56e21b23dc263710" providerId="LiveId" clId="{93FE5A26-3064-4B3F-8E2A-653EB31D5592}" dt="2025-02-19T07:04:42.159" v="6" actId="47"/>
        <pc:sldMkLst>
          <pc:docMk/>
          <pc:sldMk cId="1782198291" sldId="267"/>
        </pc:sldMkLst>
      </pc:sldChg>
      <pc:sldChg chg="del">
        <pc:chgData name="Hanna Kossowsky" userId="56e21b23dc263710" providerId="LiveId" clId="{93FE5A26-3064-4B3F-8E2A-653EB31D5592}" dt="2025-02-19T07:04:42.159" v="6" actId="47"/>
        <pc:sldMkLst>
          <pc:docMk/>
          <pc:sldMk cId="1691764609" sldId="268"/>
        </pc:sldMkLst>
      </pc:sldChg>
      <pc:sldChg chg="del">
        <pc:chgData name="Hanna Kossowsky" userId="56e21b23dc263710" providerId="LiveId" clId="{93FE5A26-3064-4B3F-8E2A-653EB31D5592}" dt="2025-02-19T07:04:42.159" v="6" actId="47"/>
        <pc:sldMkLst>
          <pc:docMk/>
          <pc:sldMk cId="766664880" sldId="269"/>
        </pc:sldMkLst>
      </pc:sldChg>
      <pc:sldChg chg="del">
        <pc:chgData name="Hanna Kossowsky" userId="56e21b23dc263710" providerId="LiveId" clId="{93FE5A26-3064-4B3F-8E2A-653EB31D5592}" dt="2025-02-19T07:04:42.159" v="6" actId="47"/>
        <pc:sldMkLst>
          <pc:docMk/>
          <pc:sldMk cId="1905021401" sldId="270"/>
        </pc:sldMkLst>
      </pc:sldChg>
      <pc:sldChg chg="del">
        <pc:chgData name="Hanna Kossowsky" userId="56e21b23dc263710" providerId="LiveId" clId="{93FE5A26-3064-4B3F-8E2A-653EB31D5592}" dt="2025-02-19T07:04:42.159" v="6" actId="47"/>
        <pc:sldMkLst>
          <pc:docMk/>
          <pc:sldMk cId="2188517806" sldId="271"/>
        </pc:sldMkLst>
      </pc:sldChg>
      <pc:sldChg chg="add del">
        <pc:chgData name="Hanna Kossowsky" userId="56e21b23dc263710" providerId="LiveId" clId="{93FE5A26-3064-4B3F-8E2A-653EB31D5592}" dt="2025-02-19T07:26:22.268" v="497"/>
        <pc:sldMkLst>
          <pc:docMk/>
          <pc:sldMk cId="2889954775" sldId="272"/>
        </pc:sldMkLst>
      </pc:sldChg>
      <pc:sldChg chg="modSp add del mod ord modAnim modNotesTx">
        <pc:chgData name="Hanna Kossowsky" userId="56e21b23dc263710" providerId="LiveId" clId="{93FE5A26-3064-4B3F-8E2A-653EB31D5592}" dt="2025-03-06T11:50:52.493" v="10973"/>
        <pc:sldMkLst>
          <pc:docMk/>
          <pc:sldMk cId="434505505" sldId="273"/>
        </pc:sldMkLst>
        <pc:spChg chg="mod">
          <ac:chgData name="Hanna Kossowsky" userId="56e21b23dc263710" providerId="LiveId" clId="{93FE5A26-3064-4B3F-8E2A-653EB31D5592}" dt="2025-03-05T12:27:28.240" v="4578" actId="20577"/>
          <ac:spMkLst>
            <pc:docMk/>
            <pc:sldMk cId="434505505" sldId="273"/>
            <ac:spMk id="2" creationId="{59E61A04-C626-C5E4-A3C2-591358CD94C4}"/>
          </ac:spMkLst>
        </pc:spChg>
        <pc:spChg chg="mod">
          <ac:chgData name="Hanna Kossowsky" userId="56e21b23dc263710" providerId="LiveId" clId="{93FE5A26-3064-4B3F-8E2A-653EB31D5592}" dt="2025-03-06T08:53:05.305" v="6568" actId="20577"/>
          <ac:spMkLst>
            <pc:docMk/>
            <pc:sldMk cId="434505505" sldId="273"/>
            <ac:spMk id="3" creationId="{7220153A-0E02-CB25-A797-F3303E23640F}"/>
          </ac:spMkLst>
        </pc:spChg>
      </pc:sldChg>
      <pc:sldChg chg="add del">
        <pc:chgData name="Hanna Kossowsky" userId="56e21b23dc263710" providerId="LiveId" clId="{93FE5A26-3064-4B3F-8E2A-653EB31D5592}" dt="2025-03-05T13:13:44.885" v="5737"/>
        <pc:sldMkLst>
          <pc:docMk/>
          <pc:sldMk cId="1783530971" sldId="274"/>
        </pc:sldMkLst>
      </pc:sldChg>
      <pc:sldChg chg="add del">
        <pc:chgData name="Hanna Kossowsky" userId="56e21b23dc263710" providerId="LiveId" clId="{93FE5A26-3064-4B3F-8E2A-653EB31D5592}" dt="2025-02-19T07:26:22.268" v="497"/>
        <pc:sldMkLst>
          <pc:docMk/>
          <pc:sldMk cId="2210417689" sldId="275"/>
        </pc:sldMkLst>
      </pc:sldChg>
      <pc:sldChg chg="add del">
        <pc:chgData name="Hanna Kossowsky" userId="56e21b23dc263710" providerId="LiveId" clId="{93FE5A26-3064-4B3F-8E2A-653EB31D5592}" dt="2025-03-05T13:13:44.885" v="5737"/>
        <pc:sldMkLst>
          <pc:docMk/>
          <pc:sldMk cId="2567820192" sldId="276"/>
        </pc:sldMkLst>
      </pc:sldChg>
      <pc:sldChg chg="add del">
        <pc:chgData name="Hanna Kossowsky" userId="56e21b23dc263710" providerId="LiveId" clId="{93FE5A26-3064-4B3F-8E2A-653EB31D5592}" dt="2025-02-19T07:26:22.268" v="497"/>
        <pc:sldMkLst>
          <pc:docMk/>
          <pc:sldMk cId="1988245967" sldId="277"/>
        </pc:sldMkLst>
      </pc:sldChg>
      <pc:sldChg chg="add del">
        <pc:chgData name="Hanna Kossowsky" userId="56e21b23dc263710" providerId="LiveId" clId="{93FE5A26-3064-4B3F-8E2A-653EB31D5592}" dt="2025-02-19T07:26:22.268" v="497"/>
        <pc:sldMkLst>
          <pc:docMk/>
          <pc:sldMk cId="2809128241" sldId="278"/>
        </pc:sldMkLst>
      </pc:sldChg>
      <pc:sldChg chg="add del">
        <pc:chgData name="Hanna Kossowsky" userId="56e21b23dc263710" providerId="LiveId" clId="{93FE5A26-3064-4B3F-8E2A-653EB31D5592}" dt="2025-03-05T13:13:44.885" v="5737"/>
        <pc:sldMkLst>
          <pc:docMk/>
          <pc:sldMk cId="1511031208" sldId="279"/>
        </pc:sldMkLst>
      </pc:sldChg>
      <pc:sldChg chg="add del">
        <pc:chgData name="Hanna Kossowsky" userId="56e21b23dc263710" providerId="LiveId" clId="{93FE5A26-3064-4B3F-8E2A-653EB31D5592}" dt="2025-03-05T13:14:20.527" v="5739" actId="47"/>
        <pc:sldMkLst>
          <pc:docMk/>
          <pc:sldMk cId="1857471371" sldId="281"/>
        </pc:sldMkLst>
      </pc:sldChg>
      <pc:sldChg chg="addSp delSp modSp add del mod">
        <pc:chgData name="Hanna Kossowsky" userId="56e21b23dc263710" providerId="LiveId" clId="{93FE5A26-3064-4B3F-8E2A-653EB31D5592}" dt="2025-03-25T11:11:03.120" v="11425" actId="1036"/>
        <pc:sldMkLst>
          <pc:docMk/>
          <pc:sldMk cId="2576418047" sldId="282"/>
        </pc:sldMkLst>
        <pc:spChg chg="mod">
          <ac:chgData name="Hanna Kossowsky" userId="56e21b23dc263710" providerId="LiveId" clId="{93FE5A26-3064-4B3F-8E2A-653EB31D5592}" dt="2025-03-25T11:11:03.120" v="11425" actId="1036"/>
          <ac:spMkLst>
            <pc:docMk/>
            <pc:sldMk cId="2576418047" sldId="282"/>
            <ac:spMk id="5" creationId="{331C8611-798F-AF7E-A7B4-785D16C3643C}"/>
          </ac:spMkLst>
        </pc:spChg>
        <pc:spChg chg="add mod">
          <ac:chgData name="Hanna Kossowsky" userId="56e21b23dc263710" providerId="LiveId" clId="{93FE5A26-3064-4B3F-8E2A-653EB31D5592}" dt="2025-03-25T11:11:00.386" v="11421" actId="404"/>
          <ac:spMkLst>
            <pc:docMk/>
            <pc:sldMk cId="2576418047" sldId="282"/>
            <ac:spMk id="11" creationId="{0BB2A62F-5960-E00B-DA9D-E92C866DC486}"/>
          </ac:spMkLst>
        </pc:spChg>
        <pc:grpChg chg="mod">
          <ac:chgData name="Hanna Kossowsky" userId="56e21b23dc263710" providerId="LiveId" clId="{93FE5A26-3064-4B3F-8E2A-653EB31D5592}" dt="2025-03-25T11:11:00.386" v="11421" actId="404"/>
          <ac:grpSpMkLst>
            <pc:docMk/>
            <pc:sldMk cId="2576418047" sldId="282"/>
            <ac:grpSpMk id="6" creationId="{F25D5471-FAA4-D554-A3FE-438FE1CADBAA}"/>
          </ac:grpSpMkLst>
        </pc:grpChg>
      </pc:sldChg>
      <pc:sldChg chg="add del">
        <pc:chgData name="Hanna Kossowsky" userId="56e21b23dc263710" providerId="LiveId" clId="{93FE5A26-3064-4B3F-8E2A-653EB31D5592}" dt="2025-03-05T13:14:46.722" v="5740" actId="47"/>
        <pc:sldMkLst>
          <pc:docMk/>
          <pc:sldMk cId="856824348" sldId="283"/>
        </pc:sldMkLst>
      </pc:sldChg>
      <pc:sldChg chg="add del">
        <pc:chgData name="Hanna Kossowsky" userId="56e21b23dc263710" providerId="LiveId" clId="{93FE5A26-3064-4B3F-8E2A-653EB31D5592}" dt="2025-03-05T13:14:46.722" v="5740" actId="47"/>
        <pc:sldMkLst>
          <pc:docMk/>
          <pc:sldMk cId="3042682632" sldId="285"/>
        </pc:sldMkLst>
      </pc:sldChg>
      <pc:sldChg chg="add del">
        <pc:chgData name="Hanna Kossowsky" userId="56e21b23dc263710" providerId="LiveId" clId="{93FE5A26-3064-4B3F-8E2A-653EB31D5592}" dt="2025-03-05T13:14:46.722" v="5740" actId="47"/>
        <pc:sldMkLst>
          <pc:docMk/>
          <pc:sldMk cId="3720169326" sldId="286"/>
        </pc:sldMkLst>
      </pc:sldChg>
      <pc:sldChg chg="addSp delSp modSp add del mod modNotesTx">
        <pc:chgData name="Hanna Kossowsky" userId="56e21b23dc263710" providerId="LiveId" clId="{93FE5A26-3064-4B3F-8E2A-653EB31D5592}" dt="2025-03-25T11:11:26.657" v="11448" actId="14100"/>
        <pc:sldMkLst>
          <pc:docMk/>
          <pc:sldMk cId="1841188842" sldId="287"/>
        </pc:sldMkLst>
        <pc:spChg chg="add">
          <ac:chgData name="Hanna Kossowsky" userId="56e21b23dc263710" providerId="LiveId" clId="{93FE5A26-3064-4B3F-8E2A-653EB31D5592}" dt="2025-03-06T11:43:11.362" v="10727"/>
          <ac:spMkLst>
            <pc:docMk/>
            <pc:sldMk cId="1841188842" sldId="287"/>
            <ac:spMk id="3" creationId="{7514AA2F-F42D-8D75-204F-58E115665CFE}"/>
          </ac:spMkLst>
        </pc:spChg>
        <pc:spChg chg="mod">
          <ac:chgData name="Hanna Kossowsky" userId="56e21b23dc263710" providerId="LiveId" clId="{93FE5A26-3064-4B3F-8E2A-653EB31D5592}" dt="2025-03-25T11:11:26.657" v="11448" actId="14100"/>
          <ac:spMkLst>
            <pc:docMk/>
            <pc:sldMk cId="1841188842" sldId="287"/>
            <ac:spMk id="4" creationId="{429000A6-4100-662E-6AAD-B438D24F72FA}"/>
          </ac:spMkLst>
        </pc:spChg>
      </pc:sldChg>
      <pc:sldChg chg="add del">
        <pc:chgData name="Hanna Kossowsky" userId="56e21b23dc263710" providerId="LiveId" clId="{93FE5A26-3064-4B3F-8E2A-653EB31D5592}" dt="2025-03-05T13:14:50.784" v="5741" actId="47"/>
        <pc:sldMkLst>
          <pc:docMk/>
          <pc:sldMk cId="2106269780" sldId="288"/>
        </pc:sldMkLst>
      </pc:sldChg>
      <pc:sldChg chg="add del">
        <pc:chgData name="Hanna Kossowsky" userId="56e21b23dc263710" providerId="LiveId" clId="{93FE5A26-3064-4B3F-8E2A-653EB31D5592}" dt="2025-02-19T07:26:22.268" v="497"/>
        <pc:sldMkLst>
          <pc:docMk/>
          <pc:sldMk cId="3572271568" sldId="315"/>
        </pc:sldMkLst>
      </pc:sldChg>
      <pc:sldChg chg="add del">
        <pc:chgData name="Hanna Kossowsky" userId="56e21b23dc263710" providerId="LiveId" clId="{93FE5A26-3064-4B3F-8E2A-653EB31D5592}" dt="2025-02-19T07:26:22.268" v="497"/>
        <pc:sldMkLst>
          <pc:docMk/>
          <pc:sldMk cId="3252578053" sldId="386"/>
        </pc:sldMkLst>
      </pc:sldChg>
      <pc:sldChg chg="add del">
        <pc:chgData name="Hanna Kossowsky" userId="56e21b23dc263710" providerId="LiveId" clId="{93FE5A26-3064-4B3F-8E2A-653EB31D5592}" dt="2025-02-19T07:26:22.268" v="497"/>
        <pc:sldMkLst>
          <pc:docMk/>
          <pc:sldMk cId="3306194807" sldId="388"/>
        </pc:sldMkLst>
      </pc:sldChg>
      <pc:sldChg chg="add mod modShow">
        <pc:chgData name="Hanna Kossowsky" userId="56e21b23dc263710" providerId="LiveId" clId="{93FE5A26-3064-4B3F-8E2A-653EB31D5592}" dt="2025-03-05T12:21:01.104" v="4505" actId="729"/>
        <pc:sldMkLst>
          <pc:docMk/>
          <pc:sldMk cId="2144043473" sldId="389"/>
        </pc:sldMkLst>
      </pc:sldChg>
      <pc:sldChg chg="del">
        <pc:chgData name="Hanna Kossowsky" userId="56e21b23dc263710" providerId="LiveId" clId="{93FE5A26-3064-4B3F-8E2A-653EB31D5592}" dt="2025-02-19T07:04:42.159" v="6" actId="47"/>
        <pc:sldMkLst>
          <pc:docMk/>
          <pc:sldMk cId="2487857439" sldId="389"/>
        </pc:sldMkLst>
      </pc:sldChg>
      <pc:sldChg chg="add del">
        <pc:chgData name="Hanna Kossowsky" userId="56e21b23dc263710" providerId="LiveId" clId="{93FE5A26-3064-4B3F-8E2A-653EB31D5592}" dt="2025-02-19T07:29:12.850" v="500" actId="2696"/>
        <pc:sldMkLst>
          <pc:docMk/>
          <pc:sldMk cId="1217290044" sldId="390"/>
        </pc:sldMkLst>
      </pc:sldChg>
      <pc:sldChg chg="del">
        <pc:chgData name="Hanna Kossowsky" userId="56e21b23dc263710" providerId="LiveId" clId="{93FE5A26-3064-4B3F-8E2A-653EB31D5592}" dt="2025-02-19T07:04:42.159" v="6" actId="47"/>
        <pc:sldMkLst>
          <pc:docMk/>
          <pc:sldMk cId="2205368609" sldId="390"/>
        </pc:sldMkLst>
      </pc:sldChg>
      <pc:sldChg chg="add del">
        <pc:chgData name="Hanna Kossowsky" userId="56e21b23dc263710" providerId="LiveId" clId="{93FE5A26-3064-4B3F-8E2A-653EB31D5592}" dt="2025-02-19T07:31:52.493" v="504"/>
        <pc:sldMkLst>
          <pc:docMk/>
          <pc:sldMk cId="3230878684" sldId="390"/>
        </pc:sldMkLst>
      </pc:sldChg>
      <pc:sldChg chg="add del">
        <pc:chgData name="Hanna Kossowsky" userId="56e21b23dc263710" providerId="LiveId" clId="{93FE5A26-3064-4B3F-8E2A-653EB31D5592}" dt="2025-02-19T07:30:02.397" v="502" actId="2696"/>
        <pc:sldMkLst>
          <pc:docMk/>
          <pc:sldMk cId="3688594761" sldId="390"/>
        </pc:sldMkLst>
      </pc:sldChg>
      <pc:sldChg chg="add del">
        <pc:chgData name="Hanna Kossowsky" userId="56e21b23dc263710" providerId="LiveId" clId="{93FE5A26-3064-4B3F-8E2A-653EB31D5592}" dt="2025-02-19T07:26:22.268" v="497"/>
        <pc:sldMkLst>
          <pc:docMk/>
          <pc:sldMk cId="2795164391" sldId="391"/>
        </pc:sldMkLst>
      </pc:sldChg>
      <pc:sldChg chg="add del">
        <pc:chgData name="Hanna Kossowsky" userId="56e21b23dc263710" providerId="LiveId" clId="{93FE5A26-3064-4B3F-8E2A-653EB31D5592}" dt="2025-02-19T07:26:22.268" v="497"/>
        <pc:sldMkLst>
          <pc:docMk/>
          <pc:sldMk cId="3046450321" sldId="392"/>
        </pc:sldMkLst>
      </pc:sldChg>
      <pc:sldChg chg="add del">
        <pc:chgData name="Hanna Kossowsky" userId="56e21b23dc263710" providerId="LiveId" clId="{93FE5A26-3064-4B3F-8E2A-653EB31D5592}" dt="2025-03-05T13:14:07.730" v="5738" actId="47"/>
        <pc:sldMkLst>
          <pc:docMk/>
          <pc:sldMk cId="577880875" sldId="393"/>
        </pc:sldMkLst>
      </pc:sldChg>
      <pc:sldChg chg="addSp delSp modSp add del mod modAnim modNotesTx">
        <pc:chgData name="Hanna Kossowsky" userId="56e21b23dc263710" providerId="LiveId" clId="{93FE5A26-3064-4B3F-8E2A-653EB31D5592}" dt="2025-03-21T07:05:50.393" v="11258" actId="20577"/>
        <pc:sldMkLst>
          <pc:docMk/>
          <pc:sldMk cId="1814684987" sldId="394"/>
        </pc:sldMkLst>
        <pc:spChg chg="add">
          <ac:chgData name="Hanna Kossowsky" userId="56e21b23dc263710" providerId="LiveId" clId="{93FE5A26-3064-4B3F-8E2A-653EB31D5592}" dt="2025-03-06T11:43:11.362" v="10727"/>
          <ac:spMkLst>
            <pc:docMk/>
            <pc:sldMk cId="1814684987" sldId="394"/>
            <ac:spMk id="3" creationId="{789A85C2-7A6E-DA5D-67AF-F7028C822711}"/>
          </ac:spMkLst>
        </pc:spChg>
        <pc:spChg chg="add">
          <ac:chgData name="Hanna Kossowsky" userId="56e21b23dc263710" providerId="LiveId" clId="{93FE5A26-3064-4B3F-8E2A-653EB31D5592}" dt="2025-03-06T11:43:11.362" v="10727"/>
          <ac:spMkLst>
            <pc:docMk/>
            <pc:sldMk cId="1814684987" sldId="394"/>
            <ac:spMk id="4" creationId="{0898E3AF-8255-5EEE-F345-2CC4F71C6F92}"/>
          </ac:spMkLst>
        </pc:spChg>
        <pc:spChg chg="mod">
          <ac:chgData name="Hanna Kossowsky" userId="56e21b23dc263710" providerId="LiveId" clId="{93FE5A26-3064-4B3F-8E2A-653EB31D5592}" dt="2025-03-06T11:52:10.743" v="10992" actId="1076"/>
          <ac:spMkLst>
            <pc:docMk/>
            <pc:sldMk cId="1814684987" sldId="394"/>
            <ac:spMk id="5" creationId="{3CFC9EC1-625C-3BDF-37D9-580A4F3E93B8}"/>
          </ac:spMkLst>
        </pc:spChg>
      </pc:sldChg>
      <pc:sldChg chg="add del modNotesTx">
        <pc:chgData name="Hanna Kossowsky" userId="56e21b23dc263710" providerId="LiveId" clId="{93FE5A26-3064-4B3F-8E2A-653EB31D5592}" dt="2025-03-21T07:04:40.428" v="11075"/>
        <pc:sldMkLst>
          <pc:docMk/>
          <pc:sldMk cId="1374448592" sldId="395"/>
        </pc:sldMkLst>
      </pc:sldChg>
      <pc:sldChg chg="add del">
        <pc:chgData name="Hanna Kossowsky" userId="56e21b23dc263710" providerId="LiveId" clId="{93FE5A26-3064-4B3F-8E2A-653EB31D5592}" dt="2025-03-05T13:14:50.784" v="5741" actId="47"/>
        <pc:sldMkLst>
          <pc:docMk/>
          <pc:sldMk cId="987074334" sldId="396"/>
        </pc:sldMkLst>
      </pc:sldChg>
      <pc:sldChg chg="add del">
        <pc:chgData name="Hanna Kossowsky" userId="56e21b23dc263710" providerId="LiveId" clId="{93FE5A26-3064-4B3F-8E2A-653EB31D5592}" dt="2025-02-19T07:31:52.493" v="504"/>
        <pc:sldMkLst>
          <pc:docMk/>
          <pc:sldMk cId="1307055565" sldId="396"/>
        </pc:sldMkLst>
      </pc:sldChg>
      <pc:sldChg chg="add del mod modShow">
        <pc:chgData name="Hanna Kossowsky" userId="56e21b23dc263710" providerId="LiveId" clId="{93FE5A26-3064-4B3F-8E2A-653EB31D5592}" dt="2025-03-06T09:01:42.389" v="7237" actId="729"/>
        <pc:sldMkLst>
          <pc:docMk/>
          <pc:sldMk cId="2689916021" sldId="396"/>
        </pc:sldMkLst>
      </pc:sldChg>
      <pc:sldChg chg="add del">
        <pc:chgData name="Hanna Kossowsky" userId="56e21b23dc263710" providerId="LiveId" clId="{93FE5A26-3064-4B3F-8E2A-653EB31D5592}" dt="2025-02-19T07:30:02.397" v="502" actId="2696"/>
        <pc:sldMkLst>
          <pc:docMk/>
          <pc:sldMk cId="2803387719" sldId="396"/>
        </pc:sldMkLst>
      </pc:sldChg>
      <pc:sldChg chg="add del">
        <pc:chgData name="Hanna Kossowsky" userId="56e21b23dc263710" providerId="LiveId" clId="{93FE5A26-3064-4B3F-8E2A-653EB31D5592}" dt="2025-02-19T07:30:02.397" v="502" actId="2696"/>
        <pc:sldMkLst>
          <pc:docMk/>
          <pc:sldMk cId="560305960" sldId="397"/>
        </pc:sldMkLst>
      </pc:sldChg>
      <pc:sldChg chg="add del">
        <pc:chgData name="Hanna Kossowsky" userId="56e21b23dc263710" providerId="LiveId" clId="{93FE5A26-3064-4B3F-8E2A-653EB31D5592}" dt="2025-03-05T13:14:07.730" v="5738" actId="47"/>
        <pc:sldMkLst>
          <pc:docMk/>
          <pc:sldMk cId="1449073575" sldId="397"/>
        </pc:sldMkLst>
      </pc:sldChg>
      <pc:sldChg chg="add del">
        <pc:chgData name="Hanna Kossowsky" userId="56e21b23dc263710" providerId="LiveId" clId="{93FE5A26-3064-4B3F-8E2A-653EB31D5592}" dt="2025-02-19T07:31:52.493" v="504"/>
        <pc:sldMkLst>
          <pc:docMk/>
          <pc:sldMk cId="1641564044" sldId="397"/>
        </pc:sldMkLst>
      </pc:sldChg>
      <pc:sldChg chg="add del mod modShow">
        <pc:chgData name="Hanna Kossowsky" userId="56e21b23dc263710" providerId="LiveId" clId="{93FE5A26-3064-4B3F-8E2A-653EB31D5592}" dt="2025-03-06T09:01:42.389" v="7237" actId="729"/>
        <pc:sldMkLst>
          <pc:docMk/>
          <pc:sldMk cId="3671609670" sldId="397"/>
        </pc:sldMkLst>
      </pc:sldChg>
      <pc:sldChg chg="add del">
        <pc:chgData name="Hanna Kossowsky" userId="56e21b23dc263710" providerId="LiveId" clId="{93FE5A26-3064-4B3F-8E2A-653EB31D5592}" dt="2025-02-19T07:29:12.850" v="500" actId="2696"/>
        <pc:sldMkLst>
          <pc:docMk/>
          <pc:sldMk cId="42854459" sldId="398"/>
        </pc:sldMkLst>
      </pc:sldChg>
      <pc:sldChg chg="add del">
        <pc:chgData name="Hanna Kossowsky" userId="56e21b23dc263710" providerId="LiveId" clId="{93FE5A26-3064-4B3F-8E2A-653EB31D5592}" dt="2025-02-19T07:30:02.397" v="502" actId="2696"/>
        <pc:sldMkLst>
          <pc:docMk/>
          <pc:sldMk cId="101142229" sldId="398"/>
        </pc:sldMkLst>
      </pc:sldChg>
      <pc:sldChg chg="del">
        <pc:chgData name="Hanna Kossowsky" userId="56e21b23dc263710" providerId="LiveId" clId="{93FE5A26-3064-4B3F-8E2A-653EB31D5592}" dt="2025-02-19T07:04:37.129" v="5" actId="47"/>
        <pc:sldMkLst>
          <pc:docMk/>
          <pc:sldMk cId="143904550" sldId="398"/>
        </pc:sldMkLst>
      </pc:sldChg>
      <pc:sldChg chg="add del">
        <pc:chgData name="Hanna Kossowsky" userId="56e21b23dc263710" providerId="LiveId" clId="{93FE5A26-3064-4B3F-8E2A-653EB31D5592}" dt="2025-02-19T07:31:52.493" v="504"/>
        <pc:sldMkLst>
          <pc:docMk/>
          <pc:sldMk cId="2085189838" sldId="398"/>
        </pc:sldMkLst>
      </pc:sldChg>
      <pc:sldChg chg="add mod modShow">
        <pc:chgData name="Hanna Kossowsky" userId="56e21b23dc263710" providerId="LiveId" clId="{93FE5A26-3064-4B3F-8E2A-653EB31D5592}" dt="2025-03-05T12:21:01.104" v="4505" actId="729"/>
        <pc:sldMkLst>
          <pc:docMk/>
          <pc:sldMk cId="2435545275" sldId="408"/>
        </pc:sldMkLst>
      </pc:sldChg>
      <pc:sldChg chg="add mod modShow">
        <pc:chgData name="Hanna Kossowsky" userId="56e21b23dc263710" providerId="LiveId" clId="{93FE5A26-3064-4B3F-8E2A-653EB31D5592}" dt="2025-03-05T12:21:01.104" v="4505" actId="729"/>
        <pc:sldMkLst>
          <pc:docMk/>
          <pc:sldMk cId="3650659230" sldId="409"/>
        </pc:sldMkLst>
      </pc:sldChg>
      <pc:sldChg chg="add mod modShow">
        <pc:chgData name="Hanna Kossowsky" userId="56e21b23dc263710" providerId="LiveId" clId="{93FE5A26-3064-4B3F-8E2A-653EB31D5592}" dt="2025-03-05T12:21:01.104" v="4505" actId="729"/>
        <pc:sldMkLst>
          <pc:docMk/>
          <pc:sldMk cId="4227923638" sldId="410"/>
        </pc:sldMkLst>
      </pc:sldChg>
      <pc:sldChg chg="add mod modShow">
        <pc:chgData name="Hanna Kossowsky" userId="56e21b23dc263710" providerId="LiveId" clId="{93FE5A26-3064-4B3F-8E2A-653EB31D5592}" dt="2025-03-05T12:21:01.104" v="4505" actId="729"/>
        <pc:sldMkLst>
          <pc:docMk/>
          <pc:sldMk cId="2763831260" sldId="411"/>
        </pc:sldMkLst>
      </pc:sldChg>
      <pc:sldChg chg="add mod modShow">
        <pc:chgData name="Hanna Kossowsky" userId="56e21b23dc263710" providerId="LiveId" clId="{93FE5A26-3064-4B3F-8E2A-653EB31D5592}" dt="2025-03-05T12:21:01.104" v="4505" actId="729"/>
        <pc:sldMkLst>
          <pc:docMk/>
          <pc:sldMk cId="2238725509" sldId="412"/>
        </pc:sldMkLst>
      </pc:sldChg>
      <pc:sldChg chg="add mod modShow">
        <pc:chgData name="Hanna Kossowsky" userId="56e21b23dc263710" providerId="LiveId" clId="{93FE5A26-3064-4B3F-8E2A-653EB31D5592}" dt="2025-03-05T12:21:01.104" v="4505" actId="729"/>
        <pc:sldMkLst>
          <pc:docMk/>
          <pc:sldMk cId="113283455" sldId="416"/>
        </pc:sldMkLst>
      </pc:sldChg>
      <pc:sldChg chg="add mod modShow">
        <pc:chgData name="Hanna Kossowsky" userId="56e21b23dc263710" providerId="LiveId" clId="{93FE5A26-3064-4B3F-8E2A-653EB31D5592}" dt="2025-03-05T12:21:01.104" v="4505" actId="729"/>
        <pc:sldMkLst>
          <pc:docMk/>
          <pc:sldMk cId="1639935311" sldId="417"/>
        </pc:sldMkLst>
      </pc:sldChg>
      <pc:sldChg chg="add mod modShow">
        <pc:chgData name="Hanna Kossowsky" userId="56e21b23dc263710" providerId="LiveId" clId="{93FE5A26-3064-4B3F-8E2A-653EB31D5592}" dt="2025-03-05T12:21:01.104" v="4505" actId="729"/>
        <pc:sldMkLst>
          <pc:docMk/>
          <pc:sldMk cId="1496457155" sldId="418"/>
        </pc:sldMkLst>
      </pc:sldChg>
      <pc:sldChg chg="add mod modShow">
        <pc:chgData name="Hanna Kossowsky" userId="56e21b23dc263710" providerId="LiveId" clId="{93FE5A26-3064-4B3F-8E2A-653EB31D5592}" dt="2025-03-05T12:21:01.104" v="4505" actId="729"/>
        <pc:sldMkLst>
          <pc:docMk/>
          <pc:sldMk cId="2571826001" sldId="419"/>
        </pc:sldMkLst>
      </pc:sldChg>
      <pc:sldChg chg="modSp add del mod">
        <pc:chgData name="Hanna Kossowsky" userId="56e21b23dc263710" providerId="LiveId" clId="{93FE5A26-3064-4B3F-8E2A-653EB31D5592}" dt="2025-02-19T07:27:29.778" v="499" actId="47"/>
        <pc:sldMkLst>
          <pc:docMk/>
          <pc:sldMk cId="1415127267" sldId="490"/>
        </pc:sldMkLst>
      </pc:sldChg>
      <pc:sldChg chg="add del">
        <pc:chgData name="Hanna Kossowsky" userId="56e21b23dc263710" providerId="LiveId" clId="{93FE5A26-3064-4B3F-8E2A-653EB31D5592}" dt="2025-02-19T07:26:22.268" v="497"/>
        <pc:sldMkLst>
          <pc:docMk/>
          <pc:sldMk cId="2487857439" sldId="491"/>
        </pc:sldMkLst>
      </pc:sldChg>
      <pc:sldChg chg="add mod modShow">
        <pc:chgData name="Hanna Kossowsky" userId="56e21b23dc263710" providerId="LiveId" clId="{93FE5A26-3064-4B3F-8E2A-653EB31D5592}" dt="2025-03-05T12:21:01.104" v="4505" actId="729"/>
        <pc:sldMkLst>
          <pc:docMk/>
          <pc:sldMk cId="2977535749" sldId="491"/>
        </pc:sldMkLst>
      </pc:sldChg>
      <pc:sldChg chg="modSp add mod modShow">
        <pc:chgData name="Hanna Kossowsky" userId="56e21b23dc263710" providerId="LiveId" clId="{93FE5A26-3064-4B3F-8E2A-653EB31D5592}" dt="2025-03-05T12:21:01.104" v="4505" actId="729"/>
        <pc:sldMkLst>
          <pc:docMk/>
          <pc:sldMk cId="1812375708" sldId="492"/>
        </pc:sldMkLst>
        <pc:spChg chg="mod">
          <ac:chgData name="Hanna Kossowsky" userId="56e21b23dc263710" providerId="LiveId" clId="{93FE5A26-3064-4B3F-8E2A-653EB31D5592}" dt="2025-02-19T07:32:18.668" v="524" actId="20577"/>
          <ac:spMkLst>
            <pc:docMk/>
            <pc:sldMk cId="1812375708" sldId="492"/>
            <ac:spMk id="2" creationId="{7A80642F-F992-DDEE-B4D1-F5DE692A5C78}"/>
          </ac:spMkLst>
        </pc:spChg>
        <pc:spChg chg="mod">
          <ac:chgData name="Hanna Kossowsky" userId="56e21b23dc263710" providerId="LiveId" clId="{93FE5A26-3064-4B3F-8E2A-653EB31D5592}" dt="2025-02-19T07:33:07.451" v="617" actId="20577"/>
          <ac:spMkLst>
            <pc:docMk/>
            <pc:sldMk cId="1812375708" sldId="492"/>
            <ac:spMk id="3" creationId="{A7B85D0E-B253-489B-A63A-E4E59974ABEF}"/>
          </ac:spMkLst>
        </pc:spChg>
      </pc:sldChg>
      <pc:sldChg chg="add del">
        <pc:chgData name="Hanna Kossowsky" userId="56e21b23dc263710" providerId="LiveId" clId="{93FE5A26-3064-4B3F-8E2A-653EB31D5592}" dt="2025-02-19T07:26:22.268" v="497"/>
        <pc:sldMkLst>
          <pc:docMk/>
          <pc:sldMk cId="2205368609" sldId="492"/>
        </pc:sldMkLst>
      </pc:sldChg>
      <pc:sldChg chg="add del">
        <pc:chgData name="Hanna Kossowsky" userId="56e21b23dc263710" providerId="LiveId" clId="{93FE5A26-3064-4B3F-8E2A-653EB31D5592}" dt="2025-02-19T07:31:54.837" v="506"/>
        <pc:sldMkLst>
          <pc:docMk/>
          <pc:sldMk cId="3185991163" sldId="492"/>
        </pc:sldMkLst>
      </pc:sldChg>
      <pc:sldChg chg="add del">
        <pc:chgData name="Hanna Kossowsky" userId="56e21b23dc263710" providerId="LiveId" clId="{93FE5A26-3064-4B3F-8E2A-653EB31D5592}" dt="2025-02-19T07:26:22.268" v="497"/>
        <pc:sldMkLst>
          <pc:docMk/>
          <pc:sldMk cId="1449073575" sldId="493"/>
        </pc:sldMkLst>
      </pc:sldChg>
      <pc:sldChg chg="modSp add mod modShow modNotesTx">
        <pc:chgData name="Hanna Kossowsky" userId="56e21b23dc263710" providerId="LiveId" clId="{93FE5A26-3064-4B3F-8E2A-653EB31D5592}" dt="2025-03-05T12:21:01.104" v="4505" actId="729"/>
        <pc:sldMkLst>
          <pc:docMk/>
          <pc:sldMk cId="3897922549" sldId="493"/>
        </pc:sldMkLst>
        <pc:spChg chg="mod">
          <ac:chgData name="Hanna Kossowsky" userId="56e21b23dc263710" providerId="LiveId" clId="{93FE5A26-3064-4B3F-8E2A-653EB31D5592}" dt="2025-02-19T07:40:21.649" v="1209"/>
          <ac:spMkLst>
            <pc:docMk/>
            <pc:sldMk cId="3897922549" sldId="493"/>
            <ac:spMk id="3" creationId="{D5B40794-7AE3-0BEE-59C4-D22D86B35399}"/>
          </ac:spMkLst>
        </pc:spChg>
      </pc:sldChg>
      <pc:sldChg chg="add del">
        <pc:chgData name="Hanna Kossowsky" userId="56e21b23dc263710" providerId="LiveId" clId="{93FE5A26-3064-4B3F-8E2A-653EB31D5592}" dt="2025-02-19T07:26:22.268" v="497"/>
        <pc:sldMkLst>
          <pc:docMk/>
          <pc:sldMk cId="987074334" sldId="494"/>
        </pc:sldMkLst>
      </pc:sldChg>
      <pc:sldChg chg="modSp add mod modShow modNotesTx">
        <pc:chgData name="Hanna Kossowsky" userId="56e21b23dc263710" providerId="LiveId" clId="{93FE5A26-3064-4B3F-8E2A-653EB31D5592}" dt="2025-03-05T12:21:01.104" v="4505" actId="729"/>
        <pc:sldMkLst>
          <pc:docMk/>
          <pc:sldMk cId="3870978512" sldId="494"/>
        </pc:sldMkLst>
        <pc:spChg chg="mod">
          <ac:chgData name="Hanna Kossowsky" userId="56e21b23dc263710" providerId="LiveId" clId="{93FE5A26-3064-4B3F-8E2A-653EB31D5592}" dt="2025-02-19T07:42:13.763" v="1540" actId="5793"/>
          <ac:spMkLst>
            <pc:docMk/>
            <pc:sldMk cId="3870978512" sldId="494"/>
            <ac:spMk id="3" creationId="{A3F8FD05-A1A7-0CF2-DEA5-D3F681E46756}"/>
          </ac:spMkLst>
        </pc:spChg>
      </pc:sldChg>
      <pc:sldChg chg="addSp delSp modSp add mod modAnim modShow modNotesTx">
        <pc:chgData name="Hanna Kossowsky" userId="56e21b23dc263710" providerId="LiveId" clId="{93FE5A26-3064-4B3F-8E2A-653EB31D5592}" dt="2025-03-05T12:21:01.104" v="4505" actId="729"/>
        <pc:sldMkLst>
          <pc:docMk/>
          <pc:sldMk cId="2095479354" sldId="495"/>
        </pc:sldMkLst>
        <pc:spChg chg="mod">
          <ac:chgData name="Hanna Kossowsky" userId="56e21b23dc263710" providerId="LiveId" clId="{93FE5A26-3064-4B3F-8E2A-653EB31D5592}" dt="2025-02-19T07:49:00.287" v="1564" actId="20577"/>
          <ac:spMkLst>
            <pc:docMk/>
            <pc:sldMk cId="2095479354" sldId="495"/>
            <ac:spMk id="2" creationId="{5F08EC29-1478-7FDA-20A7-2A8A04E15937}"/>
          </ac:spMkLst>
        </pc:spChg>
        <pc:spChg chg="mod">
          <ac:chgData name="Hanna Kossowsky" userId="56e21b23dc263710" providerId="LiveId" clId="{93FE5A26-3064-4B3F-8E2A-653EB31D5592}" dt="2025-02-19T08:11:18.288" v="1789"/>
          <ac:spMkLst>
            <pc:docMk/>
            <pc:sldMk cId="2095479354" sldId="495"/>
            <ac:spMk id="3" creationId="{CCC5C584-E5D4-DD26-B4E9-E3F54B413530}"/>
          </ac:spMkLst>
        </pc:spChg>
        <pc:spChg chg="add mod">
          <ac:chgData name="Hanna Kossowsky" userId="56e21b23dc263710" providerId="LiveId" clId="{93FE5A26-3064-4B3F-8E2A-653EB31D5592}" dt="2025-02-19T08:01:55.156" v="1709" actId="1035"/>
          <ac:spMkLst>
            <pc:docMk/>
            <pc:sldMk cId="2095479354" sldId="495"/>
            <ac:spMk id="16" creationId="{94D4FBF0-EB2A-E1B1-F250-ED1285C53DAB}"/>
          </ac:spMkLst>
        </pc:spChg>
        <pc:spChg chg="add mod">
          <ac:chgData name="Hanna Kossowsky" userId="56e21b23dc263710" providerId="LiveId" clId="{93FE5A26-3064-4B3F-8E2A-653EB31D5592}" dt="2025-02-19T08:01:55.156" v="1709" actId="1035"/>
          <ac:spMkLst>
            <pc:docMk/>
            <pc:sldMk cId="2095479354" sldId="495"/>
            <ac:spMk id="20" creationId="{437A5BD4-6A22-7615-FBAF-7E956826DECF}"/>
          </ac:spMkLst>
        </pc:spChg>
        <pc:spChg chg="add mod">
          <ac:chgData name="Hanna Kossowsky" userId="56e21b23dc263710" providerId="LiveId" clId="{93FE5A26-3064-4B3F-8E2A-653EB31D5592}" dt="2025-02-19T08:01:55.156" v="1709" actId="1035"/>
          <ac:spMkLst>
            <pc:docMk/>
            <pc:sldMk cId="2095479354" sldId="495"/>
            <ac:spMk id="21" creationId="{D669D4E3-E565-8397-89BE-2B6FC4FABE50}"/>
          </ac:spMkLst>
        </pc:spChg>
        <pc:spChg chg="mod">
          <ac:chgData name="Hanna Kossowsky" userId="56e21b23dc263710" providerId="LiveId" clId="{93FE5A26-3064-4B3F-8E2A-653EB31D5592}" dt="2025-02-19T08:01:55.156" v="1709" actId="1035"/>
          <ac:spMkLst>
            <pc:docMk/>
            <pc:sldMk cId="2095479354" sldId="495"/>
            <ac:spMk id="26" creationId="{C8FD76D7-1A0A-500F-EE49-09892D2CB1F6}"/>
          </ac:spMkLst>
        </pc:spChg>
        <pc:spChg chg="mod">
          <ac:chgData name="Hanna Kossowsky" userId="56e21b23dc263710" providerId="LiveId" clId="{93FE5A26-3064-4B3F-8E2A-653EB31D5592}" dt="2025-02-19T08:01:55.156" v="1709" actId="1035"/>
          <ac:spMkLst>
            <pc:docMk/>
            <pc:sldMk cId="2095479354" sldId="495"/>
            <ac:spMk id="27" creationId="{74D897ED-2E8E-50FE-C805-C78C656C036D}"/>
          </ac:spMkLst>
        </pc:spChg>
        <pc:spChg chg="mod">
          <ac:chgData name="Hanna Kossowsky" userId="56e21b23dc263710" providerId="LiveId" clId="{93FE5A26-3064-4B3F-8E2A-653EB31D5592}" dt="2025-02-19T08:01:55.156" v="1709" actId="1035"/>
          <ac:spMkLst>
            <pc:docMk/>
            <pc:sldMk cId="2095479354" sldId="495"/>
            <ac:spMk id="28" creationId="{11249229-4454-6342-2A86-4596202834BF}"/>
          </ac:spMkLst>
        </pc:spChg>
        <pc:grpChg chg="add mod">
          <ac:chgData name="Hanna Kossowsky" userId="56e21b23dc263710" providerId="LiveId" clId="{93FE5A26-3064-4B3F-8E2A-653EB31D5592}" dt="2025-02-19T08:01:55.156" v="1709" actId="1035"/>
          <ac:grpSpMkLst>
            <pc:docMk/>
            <pc:sldMk cId="2095479354" sldId="495"/>
            <ac:grpSpMk id="14" creationId="{B4587432-24C6-1A45-1606-80DA991C31ED}"/>
          </ac:grpSpMkLst>
        </pc:grpChg>
        <pc:grpChg chg="add mod">
          <ac:chgData name="Hanna Kossowsky" userId="56e21b23dc263710" providerId="LiveId" clId="{93FE5A26-3064-4B3F-8E2A-653EB31D5592}" dt="2025-02-19T08:01:55.156" v="1709" actId="1035"/>
          <ac:grpSpMkLst>
            <pc:docMk/>
            <pc:sldMk cId="2095479354" sldId="495"/>
            <ac:grpSpMk id="15" creationId="{D107FEFE-ADA1-8063-9034-5A4113B9CDF9}"/>
          </ac:grpSpMkLst>
        </pc:grpChg>
        <pc:grpChg chg="add mod">
          <ac:chgData name="Hanna Kossowsky" userId="56e21b23dc263710" providerId="LiveId" clId="{93FE5A26-3064-4B3F-8E2A-653EB31D5592}" dt="2025-02-19T08:01:45.109" v="1690" actId="164"/>
          <ac:grpSpMkLst>
            <pc:docMk/>
            <pc:sldMk cId="2095479354" sldId="495"/>
            <ac:grpSpMk id="24" creationId="{A05B8CE4-C2FA-9A9B-88FC-E405CCD53E5B}"/>
          </ac:grpSpMkLst>
        </pc:grpChg>
        <pc:grpChg chg="add mod">
          <ac:chgData name="Hanna Kossowsky" userId="56e21b23dc263710" providerId="LiveId" clId="{93FE5A26-3064-4B3F-8E2A-653EB31D5592}" dt="2025-02-19T08:01:42.111" v="1689" actId="164"/>
          <ac:grpSpMkLst>
            <pc:docMk/>
            <pc:sldMk cId="2095479354" sldId="495"/>
            <ac:grpSpMk id="25" creationId="{8368C694-1584-8E2A-EFB9-7B1478479020}"/>
          </ac:grpSpMkLst>
        </pc:grpChg>
        <pc:grpChg chg="add mod">
          <ac:chgData name="Hanna Kossowsky" userId="56e21b23dc263710" providerId="LiveId" clId="{93FE5A26-3064-4B3F-8E2A-653EB31D5592}" dt="2025-02-19T08:01:46.106" v="1691" actId="164"/>
          <ac:grpSpMkLst>
            <pc:docMk/>
            <pc:sldMk cId="2095479354" sldId="495"/>
            <ac:grpSpMk id="29" creationId="{2243AE12-6802-172F-45D0-9AF81737A709}"/>
          </ac:grpSpMkLst>
        </pc:grpChg>
        <pc:grpChg chg="add mod">
          <ac:chgData name="Hanna Kossowsky" userId="56e21b23dc263710" providerId="LiveId" clId="{93FE5A26-3064-4B3F-8E2A-653EB31D5592}" dt="2025-02-19T08:01:46.106" v="1691" actId="164"/>
          <ac:grpSpMkLst>
            <pc:docMk/>
            <pc:sldMk cId="2095479354" sldId="495"/>
            <ac:grpSpMk id="30" creationId="{4DBB8B9F-C5DF-73F2-EA5C-DD3B7CEC6932}"/>
          </ac:grpSpMkLst>
        </pc:grpChg>
        <pc:grpChg chg="add mod">
          <ac:chgData name="Hanna Kossowsky" userId="56e21b23dc263710" providerId="LiveId" clId="{93FE5A26-3064-4B3F-8E2A-653EB31D5592}" dt="2025-02-19T08:01:55.156" v="1709" actId="1035"/>
          <ac:grpSpMkLst>
            <pc:docMk/>
            <pc:sldMk cId="2095479354" sldId="495"/>
            <ac:grpSpMk id="31" creationId="{2CD5D921-44F3-CE32-2122-005A32E89251}"/>
          </ac:grpSpMkLst>
        </pc:grpChg>
        <pc:picChg chg="add mod">
          <ac:chgData name="Hanna Kossowsky" userId="56e21b23dc263710" providerId="LiveId" clId="{93FE5A26-3064-4B3F-8E2A-653EB31D5592}" dt="2025-02-19T08:01:55.156" v="1709" actId="1035"/>
          <ac:picMkLst>
            <pc:docMk/>
            <pc:sldMk cId="2095479354" sldId="495"/>
            <ac:picMk id="1028" creationId="{373BBAD0-4709-1401-5BFE-BD1F719593D7}"/>
          </ac:picMkLst>
        </pc:picChg>
        <pc:cxnChg chg="add mod">
          <ac:chgData name="Hanna Kossowsky" userId="56e21b23dc263710" providerId="LiveId" clId="{93FE5A26-3064-4B3F-8E2A-653EB31D5592}" dt="2025-02-19T08:00:27.181" v="1653" actId="164"/>
          <ac:cxnSpMkLst>
            <pc:docMk/>
            <pc:sldMk cId="2095479354" sldId="495"/>
            <ac:cxnSpMk id="7" creationId="{35F6CE74-E0E5-0E48-ED2D-F8D25479BD03}"/>
          </ac:cxnSpMkLst>
        </pc:cxnChg>
        <pc:cxnChg chg="add mod">
          <ac:chgData name="Hanna Kossowsky" userId="56e21b23dc263710" providerId="LiveId" clId="{93FE5A26-3064-4B3F-8E2A-653EB31D5592}" dt="2025-02-19T08:00:27.181" v="1653" actId="164"/>
          <ac:cxnSpMkLst>
            <pc:docMk/>
            <pc:sldMk cId="2095479354" sldId="495"/>
            <ac:cxnSpMk id="8" creationId="{FF2A9246-F848-C13B-9F75-1202B9E3B4ED}"/>
          </ac:cxnSpMkLst>
        </pc:cxnChg>
        <pc:cxnChg chg="add mod">
          <ac:chgData name="Hanna Kossowsky" userId="56e21b23dc263710" providerId="LiveId" clId="{93FE5A26-3064-4B3F-8E2A-653EB31D5592}" dt="2025-02-19T08:00:27.181" v="1653" actId="164"/>
          <ac:cxnSpMkLst>
            <pc:docMk/>
            <pc:sldMk cId="2095479354" sldId="495"/>
            <ac:cxnSpMk id="9" creationId="{48E83F43-7856-79D6-B52D-D08F9D6FBC5B}"/>
          </ac:cxnSpMkLst>
        </pc:cxnChg>
        <pc:cxnChg chg="add mod">
          <ac:chgData name="Hanna Kossowsky" userId="56e21b23dc263710" providerId="LiveId" clId="{93FE5A26-3064-4B3F-8E2A-653EB31D5592}" dt="2025-02-19T08:00:20.336" v="1650" actId="164"/>
          <ac:cxnSpMkLst>
            <pc:docMk/>
            <pc:sldMk cId="2095479354" sldId="495"/>
            <ac:cxnSpMk id="10" creationId="{86A7685E-26F7-AC44-FCD7-5B2C13B79110}"/>
          </ac:cxnSpMkLst>
        </pc:cxnChg>
        <pc:cxnChg chg="add mod">
          <ac:chgData name="Hanna Kossowsky" userId="56e21b23dc263710" providerId="LiveId" clId="{93FE5A26-3064-4B3F-8E2A-653EB31D5592}" dt="2025-02-19T08:00:20.336" v="1650" actId="164"/>
          <ac:cxnSpMkLst>
            <pc:docMk/>
            <pc:sldMk cId="2095479354" sldId="495"/>
            <ac:cxnSpMk id="11" creationId="{86420410-0C57-6C7D-3D0F-7022E2CDEDF9}"/>
          </ac:cxnSpMkLst>
        </pc:cxnChg>
        <pc:cxnChg chg="add mod">
          <ac:chgData name="Hanna Kossowsky" userId="56e21b23dc263710" providerId="LiveId" clId="{93FE5A26-3064-4B3F-8E2A-653EB31D5592}" dt="2025-02-19T08:00:20.336" v="1650" actId="164"/>
          <ac:cxnSpMkLst>
            <pc:docMk/>
            <pc:sldMk cId="2095479354" sldId="495"/>
            <ac:cxnSpMk id="12" creationId="{10E0406E-CE2E-7EAE-4642-C31B1BF6A099}"/>
          </ac:cxnSpMkLst>
        </pc:cxnChg>
      </pc:sldChg>
      <pc:sldChg chg="delSp modSp add mod delAnim modShow modNotesTx">
        <pc:chgData name="Hanna Kossowsky" userId="56e21b23dc263710" providerId="LiveId" clId="{93FE5A26-3064-4B3F-8E2A-653EB31D5592}" dt="2025-03-05T12:21:01.104" v="4505" actId="729"/>
        <pc:sldMkLst>
          <pc:docMk/>
          <pc:sldMk cId="3383692764" sldId="496"/>
        </pc:sldMkLst>
        <pc:spChg chg="mod">
          <ac:chgData name="Hanna Kossowsky" userId="56e21b23dc263710" providerId="LiveId" clId="{93FE5A26-3064-4B3F-8E2A-653EB31D5592}" dt="2025-02-19T08:12:22.734" v="1952" actId="20577"/>
          <ac:spMkLst>
            <pc:docMk/>
            <pc:sldMk cId="3383692764" sldId="496"/>
            <ac:spMk id="2" creationId="{F53CC927-CE50-6DA0-EDE4-3197AC5C0C8E}"/>
          </ac:spMkLst>
        </pc:spChg>
        <pc:spChg chg="mod">
          <ac:chgData name="Hanna Kossowsky" userId="56e21b23dc263710" providerId="LiveId" clId="{93FE5A26-3064-4B3F-8E2A-653EB31D5592}" dt="2025-02-19T08:15:24.685" v="2359" actId="20577"/>
          <ac:spMkLst>
            <pc:docMk/>
            <pc:sldMk cId="3383692764" sldId="496"/>
            <ac:spMk id="3" creationId="{2E6F0754-8E90-6E46-DEE4-55EE58229ACC}"/>
          </ac:spMkLst>
        </pc:spChg>
      </pc:sldChg>
      <pc:sldChg chg="add del">
        <pc:chgData name="Hanna Kossowsky" userId="56e21b23dc263710" providerId="LiveId" clId="{93FE5A26-3064-4B3F-8E2A-653EB31D5592}" dt="2025-02-19T08:13:12.957" v="2008"/>
        <pc:sldMkLst>
          <pc:docMk/>
          <pc:sldMk cId="1548486394" sldId="497"/>
        </pc:sldMkLst>
      </pc:sldChg>
      <pc:sldChg chg="addSp delSp modSp add mod modShow">
        <pc:chgData name="Hanna Kossowsky" userId="56e21b23dc263710" providerId="LiveId" clId="{93FE5A26-3064-4B3F-8E2A-653EB31D5592}" dt="2025-03-05T12:21:01.104" v="4505" actId="729"/>
        <pc:sldMkLst>
          <pc:docMk/>
          <pc:sldMk cId="2970157588" sldId="497"/>
        </pc:sldMkLst>
        <pc:spChg chg="mod">
          <ac:chgData name="Hanna Kossowsky" userId="56e21b23dc263710" providerId="LiveId" clId="{93FE5A26-3064-4B3F-8E2A-653EB31D5592}" dt="2025-02-19T08:18:21.789" v="2380" actId="20577"/>
          <ac:spMkLst>
            <pc:docMk/>
            <pc:sldMk cId="2970157588" sldId="497"/>
            <ac:spMk id="2" creationId="{D8879BA7-512A-F0F7-7931-C4C1D0BE56FB}"/>
          </ac:spMkLst>
        </pc:spChg>
        <pc:picChg chg="add mod">
          <ac:chgData name="Hanna Kossowsky" userId="56e21b23dc263710" providerId="LiveId" clId="{93FE5A26-3064-4B3F-8E2A-653EB31D5592}" dt="2025-02-19T08:18:49.748" v="2384" actId="1076"/>
          <ac:picMkLst>
            <pc:docMk/>
            <pc:sldMk cId="2970157588" sldId="497"/>
            <ac:picMk id="7" creationId="{93F9E5CA-CC69-9F4F-4F67-BDDC79C2F23D}"/>
          </ac:picMkLst>
        </pc:picChg>
        <pc:picChg chg="add mod">
          <ac:chgData name="Hanna Kossowsky" userId="56e21b23dc263710" providerId="LiveId" clId="{93FE5A26-3064-4B3F-8E2A-653EB31D5592}" dt="2025-02-19T08:19:12.569" v="2386" actId="1076"/>
          <ac:picMkLst>
            <pc:docMk/>
            <pc:sldMk cId="2970157588" sldId="497"/>
            <ac:picMk id="9" creationId="{094397E9-EA92-D21E-EEC8-18AC7CB975D9}"/>
          </ac:picMkLst>
        </pc:picChg>
        <pc:picChg chg="add mod">
          <ac:chgData name="Hanna Kossowsky" userId="56e21b23dc263710" providerId="LiveId" clId="{93FE5A26-3064-4B3F-8E2A-653EB31D5592}" dt="2025-02-19T08:19:51.019" v="2388" actId="1076"/>
          <ac:picMkLst>
            <pc:docMk/>
            <pc:sldMk cId="2970157588" sldId="497"/>
            <ac:picMk id="11" creationId="{63A06329-0944-C019-4D63-3B2E88E9F7F8}"/>
          </ac:picMkLst>
        </pc:picChg>
      </pc:sldChg>
      <pc:sldChg chg="add del">
        <pc:chgData name="Hanna Kossowsky" userId="56e21b23dc263710" providerId="LiveId" clId="{93FE5A26-3064-4B3F-8E2A-653EB31D5592}" dt="2025-02-19T08:17:55.147" v="2361"/>
        <pc:sldMkLst>
          <pc:docMk/>
          <pc:sldMk cId="3658590114" sldId="497"/>
        </pc:sldMkLst>
      </pc:sldChg>
      <pc:sldChg chg="addSp delSp modSp add mod modShow">
        <pc:chgData name="Hanna Kossowsky" userId="56e21b23dc263710" providerId="LiveId" clId="{93FE5A26-3064-4B3F-8E2A-653EB31D5592}" dt="2025-03-05T12:21:01.104" v="4505" actId="729"/>
        <pc:sldMkLst>
          <pc:docMk/>
          <pc:sldMk cId="698931931" sldId="498"/>
        </pc:sldMkLst>
        <pc:spChg chg="mod">
          <ac:chgData name="Hanna Kossowsky" userId="56e21b23dc263710" providerId="LiveId" clId="{93FE5A26-3064-4B3F-8E2A-653EB31D5592}" dt="2025-02-19T08:20:41.268" v="2450" actId="20577"/>
          <ac:spMkLst>
            <pc:docMk/>
            <pc:sldMk cId="698931931" sldId="498"/>
            <ac:spMk id="2" creationId="{A6B01EA7-4684-9944-9CB2-E539CEEA9AD4}"/>
          </ac:spMkLst>
        </pc:spChg>
        <pc:picChg chg="add">
          <ac:chgData name="Hanna Kossowsky" userId="56e21b23dc263710" providerId="LiveId" clId="{93FE5A26-3064-4B3F-8E2A-653EB31D5592}" dt="2025-02-19T08:20:53.918" v="2451" actId="22"/>
          <ac:picMkLst>
            <pc:docMk/>
            <pc:sldMk cId="698931931" sldId="498"/>
            <ac:picMk id="4" creationId="{D785231D-7E4B-5C30-6183-CB12AD4FC2A7}"/>
          </ac:picMkLst>
        </pc:picChg>
      </pc:sldChg>
      <pc:sldChg chg="addSp delSp modSp add mod modShow">
        <pc:chgData name="Hanna Kossowsky" userId="56e21b23dc263710" providerId="LiveId" clId="{93FE5A26-3064-4B3F-8E2A-653EB31D5592}" dt="2025-03-05T12:21:01.104" v="4505" actId="729"/>
        <pc:sldMkLst>
          <pc:docMk/>
          <pc:sldMk cId="131263646" sldId="499"/>
        </pc:sldMkLst>
        <pc:spChg chg="mod">
          <ac:chgData name="Hanna Kossowsky" userId="56e21b23dc263710" providerId="LiveId" clId="{93FE5A26-3064-4B3F-8E2A-653EB31D5592}" dt="2025-02-19T08:21:26.272" v="2487" actId="20577"/>
          <ac:spMkLst>
            <pc:docMk/>
            <pc:sldMk cId="131263646" sldId="499"/>
            <ac:spMk id="2" creationId="{252DCC58-EB96-6C2C-563B-80B6FC440D93}"/>
          </ac:spMkLst>
        </pc:spChg>
        <pc:picChg chg="add mod">
          <ac:chgData name="Hanna Kossowsky" userId="56e21b23dc263710" providerId="LiveId" clId="{93FE5A26-3064-4B3F-8E2A-653EB31D5592}" dt="2025-02-19T08:21:42.864" v="2490" actId="1076"/>
          <ac:picMkLst>
            <pc:docMk/>
            <pc:sldMk cId="131263646" sldId="499"/>
            <ac:picMk id="5" creationId="{FAD9B87D-DE19-2D0C-30CD-D0BD5269168B}"/>
          </ac:picMkLst>
        </pc:picChg>
        <pc:picChg chg="add mod">
          <ac:chgData name="Hanna Kossowsky" userId="56e21b23dc263710" providerId="LiveId" clId="{93FE5A26-3064-4B3F-8E2A-653EB31D5592}" dt="2025-02-19T08:21:58.228" v="2492" actId="1076"/>
          <ac:picMkLst>
            <pc:docMk/>
            <pc:sldMk cId="131263646" sldId="499"/>
            <ac:picMk id="7" creationId="{BA44AC9F-DB1C-87F5-07AF-4795FE54C529}"/>
          </ac:picMkLst>
        </pc:picChg>
      </pc:sldChg>
      <pc:sldChg chg="addSp delSp modSp add mod modShow">
        <pc:chgData name="Hanna Kossowsky" userId="56e21b23dc263710" providerId="LiveId" clId="{93FE5A26-3064-4B3F-8E2A-653EB31D5592}" dt="2025-03-05T12:21:01.104" v="4505" actId="729"/>
        <pc:sldMkLst>
          <pc:docMk/>
          <pc:sldMk cId="4144549434" sldId="500"/>
        </pc:sldMkLst>
        <pc:spChg chg="mod">
          <ac:chgData name="Hanna Kossowsky" userId="56e21b23dc263710" providerId="LiveId" clId="{93FE5A26-3064-4B3F-8E2A-653EB31D5592}" dt="2025-02-19T08:22:57.248" v="2517" actId="20577"/>
          <ac:spMkLst>
            <pc:docMk/>
            <pc:sldMk cId="4144549434" sldId="500"/>
            <ac:spMk id="2" creationId="{6B48CB8C-2ABD-9B4E-C7FB-0DC7179CE536}"/>
          </ac:spMkLst>
        </pc:spChg>
        <pc:spChg chg="add mod">
          <ac:chgData name="Hanna Kossowsky" userId="56e21b23dc263710" providerId="LiveId" clId="{93FE5A26-3064-4B3F-8E2A-653EB31D5592}" dt="2025-02-19T08:28:52.915" v="2999" actId="13926"/>
          <ac:spMkLst>
            <pc:docMk/>
            <pc:sldMk cId="4144549434" sldId="500"/>
            <ac:spMk id="3" creationId="{208FC063-FD96-F492-8135-CBB915C9A0AA}"/>
          </ac:spMkLst>
        </pc:spChg>
      </pc:sldChg>
      <pc:sldChg chg="addSp delSp modSp add mod modShow">
        <pc:chgData name="Hanna Kossowsky" userId="56e21b23dc263710" providerId="LiveId" clId="{93FE5A26-3064-4B3F-8E2A-653EB31D5592}" dt="2025-03-05T12:21:01.104" v="4505" actId="729"/>
        <pc:sldMkLst>
          <pc:docMk/>
          <pc:sldMk cId="3990973233" sldId="501"/>
        </pc:sldMkLst>
        <pc:spChg chg="mod">
          <ac:chgData name="Hanna Kossowsky" userId="56e21b23dc263710" providerId="LiveId" clId="{93FE5A26-3064-4B3F-8E2A-653EB31D5592}" dt="2025-02-19T08:31:35.589" v="3174" actId="113"/>
          <ac:spMkLst>
            <pc:docMk/>
            <pc:sldMk cId="3990973233" sldId="501"/>
            <ac:spMk id="3" creationId="{90A6C3EA-3B9F-0A62-18E5-770AC5C49B47}"/>
          </ac:spMkLst>
        </pc:spChg>
        <pc:picChg chg="add mod">
          <ac:chgData name="Hanna Kossowsky" userId="56e21b23dc263710" providerId="LiveId" clId="{93FE5A26-3064-4B3F-8E2A-653EB31D5592}" dt="2025-02-19T08:31:48.398" v="3176" actId="1076"/>
          <ac:picMkLst>
            <pc:docMk/>
            <pc:sldMk cId="3990973233" sldId="501"/>
            <ac:picMk id="5" creationId="{BEDA461B-1C10-5CD5-C7AA-E0BBFEA00DD8}"/>
          </ac:picMkLst>
        </pc:picChg>
      </pc:sldChg>
      <pc:sldChg chg="addSp delSp modSp add mod delAnim modAnim modShow">
        <pc:chgData name="Hanna Kossowsky" userId="56e21b23dc263710" providerId="LiveId" clId="{93FE5A26-3064-4B3F-8E2A-653EB31D5592}" dt="2025-03-06T11:43:11.362" v="10727"/>
        <pc:sldMkLst>
          <pc:docMk/>
          <pc:sldMk cId="2020688423" sldId="502"/>
        </pc:sldMkLst>
        <pc:spChg chg="mod">
          <ac:chgData name="Hanna Kossowsky" userId="56e21b23dc263710" providerId="LiveId" clId="{93FE5A26-3064-4B3F-8E2A-653EB31D5592}" dt="2025-02-19T08:42:34.979" v="3890" actId="313"/>
          <ac:spMkLst>
            <pc:docMk/>
            <pc:sldMk cId="2020688423" sldId="502"/>
            <ac:spMk id="2" creationId="{3F436977-0E1D-CF1D-3455-59A48E07A3A5}"/>
          </ac:spMkLst>
        </pc:spChg>
        <pc:spChg chg="mod">
          <ac:chgData name="Hanna Kossowsky" userId="56e21b23dc263710" providerId="LiveId" clId="{93FE5A26-3064-4B3F-8E2A-653EB31D5592}" dt="2025-02-19T08:36:08.668" v="3265" actId="20577"/>
          <ac:spMkLst>
            <pc:docMk/>
            <pc:sldMk cId="2020688423" sldId="502"/>
            <ac:spMk id="3" creationId="{1FBCE138-2F89-6BCB-8355-546345C4840E}"/>
          </ac:spMkLst>
        </pc:spChg>
        <pc:spChg chg="add">
          <ac:chgData name="Hanna Kossowsky" userId="56e21b23dc263710" providerId="LiveId" clId="{93FE5A26-3064-4B3F-8E2A-653EB31D5592}" dt="2025-03-06T11:43:11.362" v="10727"/>
          <ac:spMkLst>
            <pc:docMk/>
            <pc:sldMk cId="2020688423" sldId="502"/>
            <ac:spMk id="7" creationId="{445CECC5-272E-B156-A8DB-810C9B73A35E}"/>
          </ac:spMkLst>
        </pc:spChg>
        <pc:spChg chg="add">
          <ac:chgData name="Hanna Kossowsky" userId="56e21b23dc263710" providerId="LiveId" clId="{93FE5A26-3064-4B3F-8E2A-653EB31D5592}" dt="2025-03-06T11:43:11.362" v="10727"/>
          <ac:spMkLst>
            <pc:docMk/>
            <pc:sldMk cId="2020688423" sldId="502"/>
            <ac:spMk id="8" creationId="{EC377E36-13C5-86EF-EF5A-7F9661D53B6C}"/>
          </ac:spMkLst>
        </pc:spChg>
        <pc:picChg chg="add mod">
          <ac:chgData name="Hanna Kossowsky" userId="56e21b23dc263710" providerId="LiveId" clId="{93FE5A26-3064-4B3F-8E2A-653EB31D5592}" dt="2025-02-19T08:36:47.386" v="3268" actId="14100"/>
          <ac:picMkLst>
            <pc:docMk/>
            <pc:sldMk cId="2020688423" sldId="502"/>
            <ac:picMk id="10" creationId="{867B9BD2-E380-BA2E-1452-2749443D8E14}"/>
          </ac:picMkLst>
        </pc:picChg>
      </pc:sldChg>
      <pc:sldChg chg="addSp delSp modSp add mod delAnim modShow">
        <pc:chgData name="Hanna Kossowsky" userId="56e21b23dc263710" providerId="LiveId" clId="{93FE5A26-3064-4B3F-8E2A-653EB31D5592}" dt="2025-03-05T12:21:01.104" v="4505" actId="729"/>
        <pc:sldMkLst>
          <pc:docMk/>
          <pc:sldMk cId="2896844199" sldId="503"/>
        </pc:sldMkLst>
        <pc:spChg chg="mod">
          <ac:chgData name="Hanna Kossowsky" userId="56e21b23dc263710" providerId="LiveId" clId="{93FE5A26-3064-4B3F-8E2A-653EB31D5592}" dt="2025-02-19T08:42:32.748" v="3889" actId="313"/>
          <ac:spMkLst>
            <pc:docMk/>
            <pc:sldMk cId="2896844199" sldId="503"/>
            <ac:spMk id="2" creationId="{D8085853-82FA-3E79-CCC1-00198393C662}"/>
          </ac:spMkLst>
        </pc:spChg>
        <pc:spChg chg="mod">
          <ac:chgData name="Hanna Kossowsky" userId="56e21b23dc263710" providerId="LiveId" clId="{93FE5A26-3064-4B3F-8E2A-653EB31D5592}" dt="2025-02-19T08:41:11.527" v="3885" actId="1076"/>
          <ac:spMkLst>
            <pc:docMk/>
            <pc:sldMk cId="2896844199" sldId="503"/>
            <ac:spMk id="3" creationId="{271F124A-7723-4687-AB8C-5195BF88DFAC}"/>
          </ac:spMkLst>
        </pc:spChg>
        <pc:picChg chg="add mod">
          <ac:chgData name="Hanna Kossowsky" userId="56e21b23dc263710" providerId="LiveId" clId="{93FE5A26-3064-4B3F-8E2A-653EB31D5592}" dt="2025-02-19T08:40:48.747" v="3883" actId="1076"/>
          <ac:picMkLst>
            <pc:docMk/>
            <pc:sldMk cId="2896844199" sldId="503"/>
            <ac:picMk id="5" creationId="{73B158DE-9DB5-3C10-1124-C549A9E28432}"/>
          </ac:picMkLst>
        </pc:picChg>
        <pc:picChg chg="add mod">
          <ac:chgData name="Hanna Kossowsky" userId="56e21b23dc263710" providerId="LiveId" clId="{93FE5A26-3064-4B3F-8E2A-653EB31D5592}" dt="2025-02-19T08:41:15.818" v="3888" actId="1076"/>
          <ac:picMkLst>
            <pc:docMk/>
            <pc:sldMk cId="2896844199" sldId="503"/>
            <ac:picMk id="6" creationId="{35B41BA8-4C8F-BF8E-D091-044A8ED5C8E1}"/>
          </ac:picMkLst>
        </pc:picChg>
        <pc:picChg chg="mod">
          <ac:chgData name="Hanna Kossowsky" userId="56e21b23dc263710" providerId="LiveId" clId="{93FE5A26-3064-4B3F-8E2A-653EB31D5592}" dt="2025-02-19T08:37:27.902" v="3382" actId="1076"/>
          <ac:picMkLst>
            <pc:docMk/>
            <pc:sldMk cId="2896844199" sldId="503"/>
            <ac:picMk id="10" creationId="{6AC4DA08-FEB5-89F7-D220-B3367F8751FB}"/>
          </ac:picMkLst>
        </pc:picChg>
      </pc:sldChg>
      <pc:sldChg chg="delSp modSp add mod modShow">
        <pc:chgData name="Hanna Kossowsky" userId="56e21b23dc263710" providerId="LiveId" clId="{93FE5A26-3064-4B3F-8E2A-653EB31D5592}" dt="2025-03-05T12:21:01.104" v="4505" actId="729"/>
        <pc:sldMkLst>
          <pc:docMk/>
          <pc:sldMk cId="495728249" sldId="504"/>
        </pc:sldMkLst>
        <pc:spChg chg="mod">
          <ac:chgData name="Hanna Kossowsky" userId="56e21b23dc263710" providerId="LiveId" clId="{93FE5A26-3064-4B3F-8E2A-653EB31D5592}" dt="2025-02-19T08:42:59.872" v="3926" actId="20577"/>
          <ac:spMkLst>
            <pc:docMk/>
            <pc:sldMk cId="495728249" sldId="504"/>
            <ac:spMk id="2" creationId="{991EB765-80C0-BCD5-3DD5-442388BE95D7}"/>
          </ac:spMkLst>
        </pc:spChg>
        <pc:spChg chg="mod">
          <ac:chgData name="Hanna Kossowsky" userId="56e21b23dc263710" providerId="LiveId" clId="{93FE5A26-3064-4B3F-8E2A-653EB31D5592}" dt="2025-02-19T08:45:19.290" v="4489" actId="20577"/>
          <ac:spMkLst>
            <pc:docMk/>
            <pc:sldMk cId="495728249" sldId="504"/>
            <ac:spMk id="3" creationId="{5146E244-34A3-5013-6DCD-32461C7B2010}"/>
          </ac:spMkLst>
        </pc:spChg>
      </pc:sldChg>
      <pc:sldChg chg="addSp delSp modSp add del mod modNotesTx">
        <pc:chgData name="Hanna Kossowsky" userId="56e21b23dc263710" providerId="LiveId" clId="{93FE5A26-3064-4B3F-8E2A-653EB31D5592}" dt="2025-03-05T12:26:26.286" v="4575" actId="47"/>
        <pc:sldMkLst>
          <pc:docMk/>
          <pc:sldMk cId="2301118657" sldId="505"/>
        </pc:sldMkLst>
      </pc:sldChg>
      <pc:sldChg chg="modSp add mod ord modNotesTx">
        <pc:chgData name="Hanna Kossowsky" userId="56e21b23dc263710" providerId="LiveId" clId="{93FE5A26-3064-4B3F-8E2A-653EB31D5592}" dt="2025-03-05T12:29:56.623" v="4692"/>
        <pc:sldMkLst>
          <pc:docMk/>
          <pc:sldMk cId="1054575827" sldId="506"/>
        </pc:sldMkLst>
        <pc:spChg chg="mod">
          <ac:chgData name="Hanna Kossowsky" userId="56e21b23dc263710" providerId="LiveId" clId="{93FE5A26-3064-4B3F-8E2A-653EB31D5592}" dt="2025-03-05T12:29:23.295" v="4686" actId="20577"/>
          <ac:spMkLst>
            <pc:docMk/>
            <pc:sldMk cId="1054575827" sldId="506"/>
            <ac:spMk id="3" creationId="{073F87EC-8146-927A-E255-FF36FF3B2246}"/>
          </ac:spMkLst>
        </pc:spChg>
        <pc:picChg chg="mod">
          <ac:chgData name="Hanna Kossowsky" userId="56e21b23dc263710" providerId="LiveId" clId="{93FE5A26-3064-4B3F-8E2A-653EB31D5592}" dt="2025-03-05T12:29:12.203" v="4685" actId="1076"/>
          <ac:picMkLst>
            <pc:docMk/>
            <pc:sldMk cId="1054575827" sldId="506"/>
            <ac:picMk id="21" creationId="{CD2F50CD-3C6D-3D8C-31B7-BBF2CB1462EF}"/>
          </ac:picMkLst>
        </pc:picChg>
      </pc:sldChg>
      <pc:sldChg chg="add mod modShow">
        <pc:chgData name="Hanna Kossowsky" userId="56e21b23dc263710" providerId="LiveId" clId="{93FE5A26-3064-4B3F-8E2A-653EB31D5592}" dt="2025-03-05T12:29:04.763" v="4683" actId="729"/>
        <pc:sldMkLst>
          <pc:docMk/>
          <pc:sldMk cId="4190892384" sldId="507"/>
        </pc:sldMkLst>
      </pc:sldChg>
      <pc:sldChg chg="addSp delSp modSp add mod modNotesTx">
        <pc:chgData name="Hanna Kossowsky" userId="56e21b23dc263710" providerId="LiveId" clId="{93FE5A26-3064-4B3F-8E2A-653EB31D5592}" dt="2025-03-05T12:38:44.895" v="5006"/>
        <pc:sldMkLst>
          <pc:docMk/>
          <pc:sldMk cId="3855974872" sldId="508"/>
        </pc:sldMkLst>
        <pc:spChg chg="mod">
          <ac:chgData name="Hanna Kossowsky" userId="56e21b23dc263710" providerId="LiveId" clId="{93FE5A26-3064-4B3F-8E2A-653EB31D5592}" dt="2025-03-05T12:30:34.583" v="4812" actId="20577"/>
          <ac:spMkLst>
            <pc:docMk/>
            <pc:sldMk cId="3855974872" sldId="508"/>
            <ac:spMk id="2" creationId="{50637977-C985-4680-1207-6AD0CEA85C88}"/>
          </ac:spMkLst>
        </pc:spChg>
        <pc:spChg chg="mod">
          <ac:chgData name="Hanna Kossowsky" userId="56e21b23dc263710" providerId="LiveId" clId="{93FE5A26-3064-4B3F-8E2A-653EB31D5592}" dt="2025-03-05T12:38:13.887" v="4975" actId="20577"/>
          <ac:spMkLst>
            <pc:docMk/>
            <pc:sldMk cId="3855974872" sldId="508"/>
            <ac:spMk id="3" creationId="{61E11BAF-2110-53CF-C502-81DCE8C0099B}"/>
          </ac:spMkLst>
        </pc:spChg>
        <pc:picChg chg="add del mod">
          <ac:chgData name="Hanna Kossowsky" userId="56e21b23dc263710" providerId="LiveId" clId="{93FE5A26-3064-4B3F-8E2A-653EB31D5592}" dt="2025-03-05T12:30:44.123" v="4816" actId="1076"/>
          <ac:picMkLst>
            <pc:docMk/>
            <pc:sldMk cId="3855974872" sldId="508"/>
            <ac:picMk id="21" creationId="{36986627-DA98-B47E-EE40-B010B8CF4F78}"/>
          </ac:picMkLst>
        </pc:picChg>
      </pc:sldChg>
      <pc:sldChg chg="addSp delSp modSp add mod modNotesTx">
        <pc:chgData name="Hanna Kossowsky" userId="56e21b23dc263710" providerId="LiveId" clId="{93FE5A26-3064-4B3F-8E2A-653EB31D5592}" dt="2025-03-06T08:12:03.408" v="5766" actId="478"/>
        <pc:sldMkLst>
          <pc:docMk/>
          <pc:sldMk cId="2867229305" sldId="509"/>
        </pc:sldMkLst>
        <pc:spChg chg="mod">
          <ac:chgData name="Hanna Kossowsky" userId="56e21b23dc263710" providerId="LiveId" clId="{93FE5A26-3064-4B3F-8E2A-653EB31D5592}" dt="2025-03-05T13:05:41.909" v="5054" actId="20577"/>
          <ac:spMkLst>
            <pc:docMk/>
            <pc:sldMk cId="2867229305" sldId="509"/>
            <ac:spMk id="2" creationId="{A2DE27C2-6BD2-1012-6373-F8DFB145B707}"/>
          </ac:spMkLst>
        </pc:spChg>
        <pc:spChg chg="mod">
          <ac:chgData name="Hanna Kossowsky" userId="56e21b23dc263710" providerId="LiveId" clId="{93FE5A26-3064-4B3F-8E2A-653EB31D5592}" dt="2025-03-06T08:10:46.028" v="5751" actId="962"/>
          <ac:spMkLst>
            <pc:docMk/>
            <pc:sldMk cId="2867229305" sldId="509"/>
            <ac:spMk id="3" creationId="{2896C0C8-A562-7350-63AD-2EF76CED191C}"/>
          </ac:spMkLst>
        </pc:spChg>
        <pc:picChg chg="add mod ord">
          <ac:chgData name="Hanna Kossowsky" userId="56e21b23dc263710" providerId="LiveId" clId="{93FE5A26-3064-4B3F-8E2A-653EB31D5592}" dt="2025-03-06T08:10:52.412" v="5756" actId="167"/>
          <ac:picMkLst>
            <pc:docMk/>
            <pc:sldMk cId="2867229305" sldId="509"/>
            <ac:picMk id="13" creationId="{01059F7B-351E-EC05-0C13-3E4026572913}"/>
          </ac:picMkLst>
        </pc:picChg>
        <pc:picChg chg="add mod ord">
          <ac:chgData name="Hanna Kossowsky" userId="56e21b23dc263710" providerId="LiveId" clId="{93FE5A26-3064-4B3F-8E2A-653EB31D5592}" dt="2025-03-06T08:12:02.409" v="5765" actId="167"/>
          <ac:picMkLst>
            <pc:docMk/>
            <pc:sldMk cId="2867229305" sldId="509"/>
            <ac:picMk id="17" creationId="{B9C623DA-B5F4-2172-CA46-FD91F0002A5A}"/>
          </ac:picMkLst>
        </pc:picChg>
      </pc:sldChg>
      <pc:sldChg chg="delSp modSp add mod modAnim">
        <pc:chgData name="Hanna Kossowsky" userId="56e21b23dc263710" providerId="LiveId" clId="{93FE5A26-3064-4B3F-8E2A-653EB31D5592}" dt="2025-03-06T11:51:45.498" v="10987"/>
        <pc:sldMkLst>
          <pc:docMk/>
          <pc:sldMk cId="828241172" sldId="510"/>
        </pc:sldMkLst>
        <pc:spChg chg="mod">
          <ac:chgData name="Hanna Kossowsky" userId="56e21b23dc263710" providerId="LiveId" clId="{93FE5A26-3064-4B3F-8E2A-653EB31D5592}" dt="2025-03-05T13:05:54.252" v="5080" actId="20577"/>
          <ac:spMkLst>
            <pc:docMk/>
            <pc:sldMk cId="828241172" sldId="510"/>
            <ac:spMk id="2" creationId="{C1966069-AD02-041E-C8B0-58F8737EE371}"/>
          </ac:spMkLst>
        </pc:spChg>
        <pc:spChg chg="mod">
          <ac:chgData name="Hanna Kossowsky" userId="56e21b23dc263710" providerId="LiveId" clId="{93FE5A26-3064-4B3F-8E2A-653EB31D5592}" dt="2025-03-05T13:08:44.166" v="5471" actId="20577"/>
          <ac:spMkLst>
            <pc:docMk/>
            <pc:sldMk cId="828241172" sldId="510"/>
            <ac:spMk id="3" creationId="{AB3B6208-ACA5-81D9-3CD0-607B49CB9AA2}"/>
          </ac:spMkLst>
        </pc:spChg>
      </pc:sldChg>
      <pc:sldChg chg="modSp add mod">
        <pc:chgData name="Hanna Kossowsky" userId="56e21b23dc263710" providerId="LiveId" clId="{93FE5A26-3064-4B3F-8E2A-653EB31D5592}" dt="2025-03-05T13:13:12.926" v="5736" actId="403"/>
        <pc:sldMkLst>
          <pc:docMk/>
          <pc:sldMk cId="51624475" sldId="511"/>
        </pc:sldMkLst>
        <pc:spChg chg="mod">
          <ac:chgData name="Hanna Kossowsky" userId="56e21b23dc263710" providerId="LiveId" clId="{93FE5A26-3064-4B3F-8E2A-653EB31D5592}" dt="2025-03-05T13:09:04.759" v="5490" actId="20577"/>
          <ac:spMkLst>
            <pc:docMk/>
            <pc:sldMk cId="51624475" sldId="511"/>
            <ac:spMk id="2" creationId="{7D70C0F2-0CCB-A15C-E5CE-79DF2623922C}"/>
          </ac:spMkLst>
        </pc:spChg>
        <pc:spChg chg="mod">
          <ac:chgData name="Hanna Kossowsky" userId="56e21b23dc263710" providerId="LiveId" clId="{93FE5A26-3064-4B3F-8E2A-653EB31D5592}" dt="2025-03-05T13:13:12.926" v="5736" actId="403"/>
          <ac:spMkLst>
            <pc:docMk/>
            <pc:sldMk cId="51624475" sldId="511"/>
            <ac:spMk id="3" creationId="{460F14FD-8308-A0DF-27E4-25F470ABBEE5}"/>
          </ac:spMkLst>
        </pc:spChg>
      </pc:sldChg>
      <pc:sldChg chg="addSp delSp modSp add mod modAnim modNotesTx">
        <pc:chgData name="Hanna Kossowsky" userId="56e21b23dc263710" providerId="LiveId" clId="{93FE5A26-3064-4B3F-8E2A-653EB31D5592}" dt="2025-03-06T08:35:04.210" v="6152" actId="20577"/>
        <pc:sldMkLst>
          <pc:docMk/>
          <pc:sldMk cId="2386161512" sldId="512"/>
        </pc:sldMkLst>
        <pc:spChg chg="mod">
          <ac:chgData name="Hanna Kossowsky" userId="56e21b23dc263710" providerId="LiveId" clId="{93FE5A26-3064-4B3F-8E2A-653EB31D5592}" dt="2025-03-06T08:13:13.900" v="5789" actId="20577"/>
          <ac:spMkLst>
            <pc:docMk/>
            <pc:sldMk cId="2386161512" sldId="512"/>
            <ac:spMk id="2" creationId="{A3F3753C-3566-41C9-33F1-8AEE620E0A0C}"/>
          </ac:spMkLst>
        </pc:spChg>
        <pc:spChg chg="add mod">
          <ac:chgData name="Hanna Kossowsky" userId="56e21b23dc263710" providerId="LiveId" clId="{93FE5A26-3064-4B3F-8E2A-653EB31D5592}" dt="2025-03-06T08:23:24.895" v="6145" actId="1076"/>
          <ac:spMkLst>
            <pc:docMk/>
            <pc:sldMk cId="2386161512" sldId="512"/>
            <ac:spMk id="8" creationId="{F6436967-3ED0-2438-2CFD-E437E2C1B6D6}"/>
          </ac:spMkLst>
        </pc:spChg>
        <pc:picChg chg="add mod">
          <ac:chgData name="Hanna Kossowsky" userId="56e21b23dc263710" providerId="LiveId" clId="{93FE5A26-3064-4B3F-8E2A-653EB31D5592}" dt="2025-03-06T08:21:45.397" v="5798" actId="1076"/>
          <ac:picMkLst>
            <pc:docMk/>
            <pc:sldMk cId="2386161512" sldId="512"/>
            <ac:picMk id="5" creationId="{2931D227-9E64-7B05-22A4-F73DE529F47B}"/>
          </ac:picMkLst>
        </pc:picChg>
        <pc:picChg chg="add mod">
          <ac:chgData name="Hanna Kossowsky" userId="56e21b23dc263710" providerId="LiveId" clId="{93FE5A26-3064-4B3F-8E2A-653EB31D5592}" dt="2025-03-06T08:21:45.397" v="5798" actId="1076"/>
          <ac:picMkLst>
            <pc:docMk/>
            <pc:sldMk cId="2386161512" sldId="512"/>
            <ac:picMk id="7" creationId="{172B3E3A-4485-61D9-D9A3-BF32061E87C9}"/>
          </ac:picMkLst>
        </pc:picChg>
      </pc:sldChg>
      <pc:sldChg chg="addSp delSp modSp add mod delAnim modNotesTx">
        <pc:chgData name="Hanna Kossowsky" userId="56e21b23dc263710" providerId="LiveId" clId="{93FE5A26-3064-4B3F-8E2A-653EB31D5592}" dt="2025-03-06T08:35:48.575" v="6173" actId="6549"/>
        <pc:sldMkLst>
          <pc:docMk/>
          <pc:sldMk cId="2235912606" sldId="513"/>
        </pc:sldMkLst>
        <pc:spChg chg="mod">
          <ac:chgData name="Hanna Kossowsky" userId="56e21b23dc263710" providerId="LiveId" clId="{93FE5A26-3064-4B3F-8E2A-653EB31D5592}" dt="2025-03-06T08:35:11.425" v="6161" actId="20577"/>
          <ac:spMkLst>
            <pc:docMk/>
            <pc:sldMk cId="2235912606" sldId="513"/>
            <ac:spMk id="2" creationId="{BA7F9031-A794-A9BE-70E8-62E53BEBDFC8}"/>
          </ac:spMkLst>
        </pc:spChg>
        <pc:picChg chg="add mod ord">
          <ac:chgData name="Hanna Kossowsky" userId="56e21b23dc263710" providerId="LiveId" clId="{93FE5A26-3064-4B3F-8E2A-653EB31D5592}" dt="2025-03-06T08:35:41.275" v="6171" actId="167"/>
          <ac:picMkLst>
            <pc:docMk/>
            <pc:sldMk cId="2235912606" sldId="513"/>
            <ac:picMk id="6" creationId="{E577D2D2-21A7-8122-F243-F2A66094C5F7}"/>
          </ac:picMkLst>
        </pc:picChg>
        <pc:picChg chg="add mod ord">
          <ac:chgData name="Hanna Kossowsky" userId="56e21b23dc263710" providerId="LiveId" clId="{93FE5A26-3064-4B3F-8E2A-653EB31D5592}" dt="2025-03-06T08:35:34.785" v="6167" actId="167"/>
          <ac:picMkLst>
            <pc:docMk/>
            <pc:sldMk cId="2235912606" sldId="513"/>
            <ac:picMk id="10" creationId="{33A9F56C-894E-0530-97AA-C43879AADA2E}"/>
          </ac:picMkLst>
        </pc:picChg>
      </pc:sldChg>
      <pc:sldChg chg="addSp delSp modSp add mod modNotesTx">
        <pc:chgData name="Hanna Kossowsky" userId="56e21b23dc263710" providerId="LiveId" clId="{93FE5A26-3064-4B3F-8E2A-653EB31D5592}" dt="2025-03-06T08:42:46.405" v="6204" actId="732"/>
        <pc:sldMkLst>
          <pc:docMk/>
          <pc:sldMk cId="3237501719" sldId="514"/>
        </pc:sldMkLst>
        <pc:spChg chg="mod">
          <ac:chgData name="Hanna Kossowsky" userId="56e21b23dc263710" providerId="LiveId" clId="{93FE5A26-3064-4B3F-8E2A-653EB31D5592}" dt="2025-03-06T08:38:05.843" v="6200" actId="20577"/>
          <ac:spMkLst>
            <pc:docMk/>
            <pc:sldMk cId="3237501719" sldId="514"/>
            <ac:spMk id="2" creationId="{5728D441-5102-E967-BE2C-0BC06D921B9F}"/>
          </ac:spMkLst>
        </pc:spChg>
        <pc:picChg chg="add mod modCrop">
          <ac:chgData name="Hanna Kossowsky" userId="56e21b23dc263710" providerId="LiveId" clId="{93FE5A26-3064-4B3F-8E2A-653EB31D5592}" dt="2025-03-06T08:42:46.405" v="6204" actId="732"/>
          <ac:picMkLst>
            <pc:docMk/>
            <pc:sldMk cId="3237501719" sldId="514"/>
            <ac:picMk id="8" creationId="{9C5DF579-FBEC-4A78-9DCB-CCABC53B4724}"/>
          </ac:picMkLst>
        </pc:picChg>
      </pc:sldChg>
      <pc:sldChg chg="addSp delSp modSp add mod modAnim modNotesTx">
        <pc:chgData name="Hanna Kossowsky" userId="56e21b23dc263710" providerId="LiveId" clId="{93FE5A26-3064-4B3F-8E2A-653EB31D5592}" dt="2025-03-06T08:56:52.497" v="6770"/>
        <pc:sldMkLst>
          <pc:docMk/>
          <pc:sldMk cId="1632131466" sldId="515"/>
        </pc:sldMkLst>
        <pc:spChg chg="add mod topLvl">
          <ac:chgData name="Hanna Kossowsky" userId="56e21b23dc263710" providerId="LiveId" clId="{93FE5A26-3064-4B3F-8E2A-653EB31D5592}" dt="2025-03-06T08:50:52.765" v="6460" actId="207"/>
          <ac:spMkLst>
            <pc:docMk/>
            <pc:sldMk cId="1632131466" sldId="515"/>
            <ac:spMk id="6" creationId="{C78C0265-A27C-8FCB-07B8-6DA352AC557E}"/>
          </ac:spMkLst>
        </pc:spChg>
        <pc:spChg chg="add mod topLvl">
          <ac:chgData name="Hanna Kossowsky" userId="56e21b23dc263710" providerId="LiveId" clId="{93FE5A26-3064-4B3F-8E2A-653EB31D5592}" dt="2025-03-06T08:50:52.765" v="6460" actId="207"/>
          <ac:spMkLst>
            <pc:docMk/>
            <pc:sldMk cId="1632131466" sldId="515"/>
            <ac:spMk id="7" creationId="{A7409540-4617-969C-4C18-7045E6ADB46F}"/>
          </ac:spMkLst>
        </pc:spChg>
        <pc:spChg chg="add mod topLvl">
          <ac:chgData name="Hanna Kossowsky" userId="56e21b23dc263710" providerId="LiveId" clId="{93FE5A26-3064-4B3F-8E2A-653EB31D5592}" dt="2025-03-06T08:50:52.765" v="6460" actId="207"/>
          <ac:spMkLst>
            <pc:docMk/>
            <pc:sldMk cId="1632131466" sldId="515"/>
            <ac:spMk id="8" creationId="{27DE478A-17CA-BD3B-B9D1-031C3B5BEC0D}"/>
          </ac:spMkLst>
        </pc:spChg>
        <pc:spChg chg="add mod">
          <ac:chgData name="Hanna Kossowsky" userId="56e21b23dc263710" providerId="LiveId" clId="{93FE5A26-3064-4B3F-8E2A-653EB31D5592}" dt="2025-03-06T08:55:33.025" v="6585" actId="164"/>
          <ac:spMkLst>
            <pc:docMk/>
            <pc:sldMk cId="1632131466" sldId="515"/>
            <ac:spMk id="10" creationId="{9E2A5E54-FD84-89C8-E0F3-098FDADCD4B7}"/>
          </ac:spMkLst>
        </pc:spChg>
        <pc:spChg chg="add mod">
          <ac:chgData name="Hanna Kossowsky" userId="56e21b23dc263710" providerId="LiveId" clId="{93FE5A26-3064-4B3F-8E2A-653EB31D5592}" dt="2025-03-06T08:55:45.092" v="6588" actId="113"/>
          <ac:spMkLst>
            <pc:docMk/>
            <pc:sldMk cId="1632131466" sldId="515"/>
            <ac:spMk id="11" creationId="{3EAA75A9-F2F8-6F7F-C5CE-A5F447808B4B}"/>
          </ac:spMkLst>
        </pc:spChg>
        <pc:spChg chg="add mod">
          <ac:chgData name="Hanna Kossowsky" userId="56e21b23dc263710" providerId="LiveId" clId="{93FE5A26-3064-4B3F-8E2A-653EB31D5592}" dt="2025-03-06T08:54:38.937" v="6577" actId="1076"/>
          <ac:spMkLst>
            <pc:docMk/>
            <pc:sldMk cId="1632131466" sldId="515"/>
            <ac:spMk id="12" creationId="{EFE3C756-6BC7-8C5D-9BA1-C7382091A30D}"/>
          </ac:spMkLst>
        </pc:spChg>
        <pc:spChg chg="add mod">
          <ac:chgData name="Hanna Kossowsky" userId="56e21b23dc263710" providerId="LiveId" clId="{93FE5A26-3064-4B3F-8E2A-653EB31D5592}" dt="2025-03-06T08:51:50.943" v="6507" actId="20577"/>
          <ac:spMkLst>
            <pc:docMk/>
            <pc:sldMk cId="1632131466" sldId="515"/>
            <ac:spMk id="13" creationId="{D3730DD3-EAA8-580B-1C85-31F26B38980F}"/>
          </ac:spMkLst>
        </pc:spChg>
        <pc:spChg chg="add mod">
          <ac:chgData name="Hanna Kossowsky" userId="56e21b23dc263710" providerId="LiveId" clId="{93FE5A26-3064-4B3F-8E2A-653EB31D5592}" dt="2025-03-06T08:53:41.500" v="6573" actId="790"/>
          <ac:spMkLst>
            <pc:docMk/>
            <pc:sldMk cId="1632131466" sldId="515"/>
            <ac:spMk id="14" creationId="{4A9E73FA-8001-CE00-A853-EDDB54FB5181}"/>
          </ac:spMkLst>
        </pc:spChg>
        <pc:spChg chg="add mod">
          <ac:chgData name="Hanna Kossowsky" userId="56e21b23dc263710" providerId="LiveId" clId="{93FE5A26-3064-4B3F-8E2A-653EB31D5592}" dt="2025-03-06T08:52:45.140" v="6544" actId="1076"/>
          <ac:spMkLst>
            <pc:docMk/>
            <pc:sldMk cId="1632131466" sldId="515"/>
            <ac:spMk id="15" creationId="{FE1BA521-975E-5B9A-737C-78CEEAD5E7C0}"/>
          </ac:spMkLst>
        </pc:spChg>
        <pc:spChg chg="add mod">
          <ac:chgData name="Hanna Kossowsky" userId="56e21b23dc263710" providerId="LiveId" clId="{93FE5A26-3064-4B3F-8E2A-653EB31D5592}" dt="2025-03-06T08:54:10.326" v="6576" actId="1076"/>
          <ac:spMkLst>
            <pc:docMk/>
            <pc:sldMk cId="1632131466" sldId="515"/>
            <ac:spMk id="16" creationId="{91D34B21-AC42-1342-C8AD-5821CC96294B}"/>
          </ac:spMkLst>
        </pc:spChg>
        <pc:cxnChg chg="add mod">
          <ac:chgData name="Hanna Kossowsky" userId="56e21b23dc263710" providerId="LiveId" clId="{93FE5A26-3064-4B3F-8E2A-653EB31D5592}" dt="2025-03-06T08:55:33.025" v="6585" actId="164"/>
          <ac:cxnSpMkLst>
            <pc:docMk/>
            <pc:sldMk cId="1632131466" sldId="515"/>
            <ac:cxnSpMk id="18" creationId="{CC43240F-96C1-6F81-6282-52C32ED6A2CE}"/>
          </ac:cxnSpMkLst>
        </pc:cxnChg>
        <pc:cxnChg chg="add mod">
          <ac:chgData name="Hanna Kossowsky" userId="56e21b23dc263710" providerId="LiveId" clId="{93FE5A26-3064-4B3F-8E2A-653EB31D5592}" dt="2025-03-06T08:55:16.837" v="6582" actId="208"/>
          <ac:cxnSpMkLst>
            <pc:docMk/>
            <pc:sldMk cId="1632131466" sldId="515"/>
            <ac:cxnSpMk id="20" creationId="{7E5407CA-039F-B260-A703-D641C0301C78}"/>
          </ac:cxnSpMkLst>
        </pc:cxnChg>
        <pc:cxnChg chg="add mod">
          <ac:chgData name="Hanna Kossowsky" userId="56e21b23dc263710" providerId="LiveId" clId="{93FE5A26-3064-4B3F-8E2A-653EB31D5592}" dt="2025-03-06T08:55:16.837" v="6582" actId="208"/>
          <ac:cxnSpMkLst>
            <pc:docMk/>
            <pc:sldMk cId="1632131466" sldId="515"/>
            <ac:cxnSpMk id="22" creationId="{030B35F5-7A5F-FFE0-6AEB-C4E87EA26E5C}"/>
          </ac:cxnSpMkLst>
        </pc:cxnChg>
        <pc:cxnChg chg="add mod">
          <ac:chgData name="Hanna Kossowsky" userId="56e21b23dc263710" providerId="LiveId" clId="{93FE5A26-3064-4B3F-8E2A-653EB31D5592}" dt="2025-03-06T08:55:27.627" v="6583" actId="208"/>
          <ac:cxnSpMkLst>
            <pc:docMk/>
            <pc:sldMk cId="1632131466" sldId="515"/>
            <ac:cxnSpMk id="24" creationId="{2763C64F-B880-3732-75AD-670423B6B1EA}"/>
          </ac:cxnSpMkLst>
        </pc:cxnChg>
        <pc:cxnChg chg="add mod">
          <ac:chgData name="Hanna Kossowsky" userId="56e21b23dc263710" providerId="LiveId" clId="{93FE5A26-3064-4B3F-8E2A-653EB31D5592}" dt="2025-03-06T08:55:27.627" v="6583" actId="208"/>
          <ac:cxnSpMkLst>
            <pc:docMk/>
            <pc:sldMk cId="1632131466" sldId="515"/>
            <ac:cxnSpMk id="26" creationId="{CE208607-5249-DABB-0ABF-F7609AB431A1}"/>
          </ac:cxnSpMkLst>
        </pc:cxnChg>
        <pc:cxnChg chg="add mod">
          <ac:chgData name="Hanna Kossowsky" userId="56e21b23dc263710" providerId="LiveId" clId="{93FE5A26-3064-4B3F-8E2A-653EB31D5592}" dt="2025-03-06T08:55:05.052" v="6581" actId="208"/>
          <ac:cxnSpMkLst>
            <pc:docMk/>
            <pc:sldMk cId="1632131466" sldId="515"/>
            <ac:cxnSpMk id="30" creationId="{2077AB95-7DAA-32D6-7E6E-826BC0A3A55F}"/>
          </ac:cxnSpMkLst>
        </pc:cxnChg>
        <pc:cxnChg chg="add mod">
          <ac:chgData name="Hanna Kossowsky" userId="56e21b23dc263710" providerId="LiveId" clId="{93FE5A26-3064-4B3F-8E2A-653EB31D5592}" dt="2025-03-06T08:55:05.052" v="6581" actId="208"/>
          <ac:cxnSpMkLst>
            <pc:docMk/>
            <pc:sldMk cId="1632131466" sldId="515"/>
            <ac:cxnSpMk id="32" creationId="{9DEE5883-ED64-5AE7-2DE0-7C4D8A0DE9FF}"/>
          </ac:cxnSpMkLst>
        </pc:cxnChg>
      </pc:sldChg>
      <pc:sldChg chg="modSp add mod modAnim modNotesTx">
        <pc:chgData name="Hanna Kossowsky" userId="56e21b23dc263710" providerId="LiveId" clId="{93FE5A26-3064-4B3F-8E2A-653EB31D5592}" dt="2025-03-06T11:51:24.293" v="10982"/>
        <pc:sldMkLst>
          <pc:docMk/>
          <pc:sldMk cId="3588309127" sldId="516"/>
        </pc:sldMkLst>
        <pc:spChg chg="mod">
          <ac:chgData name="Hanna Kossowsky" userId="56e21b23dc263710" providerId="LiveId" clId="{93FE5A26-3064-4B3F-8E2A-653EB31D5592}" dt="2025-03-06T09:03:21.973" v="7491" actId="20577"/>
          <ac:spMkLst>
            <pc:docMk/>
            <pc:sldMk cId="3588309127" sldId="516"/>
            <ac:spMk id="3" creationId="{F2C03DFB-4CB4-91CA-B3C6-F904AC6BF5D8}"/>
          </ac:spMkLst>
        </pc:spChg>
      </pc:sldChg>
      <pc:sldChg chg="addSp delSp modSp add mod modNotesTx">
        <pc:chgData name="Hanna Kossowsky" userId="56e21b23dc263710" providerId="LiveId" clId="{93FE5A26-3064-4B3F-8E2A-653EB31D5592}" dt="2025-03-06T09:27:21.859" v="8244" actId="1076"/>
        <pc:sldMkLst>
          <pc:docMk/>
          <pc:sldMk cId="1760677101" sldId="517"/>
        </pc:sldMkLst>
        <pc:spChg chg="mod">
          <ac:chgData name="Hanna Kossowsky" userId="56e21b23dc263710" providerId="LiveId" clId="{93FE5A26-3064-4B3F-8E2A-653EB31D5592}" dt="2025-03-06T09:09:36.615" v="8008" actId="20577"/>
          <ac:spMkLst>
            <pc:docMk/>
            <pc:sldMk cId="1760677101" sldId="517"/>
            <ac:spMk id="2" creationId="{6F5622E2-138E-D70E-17E7-73282EE2D552}"/>
          </ac:spMkLst>
        </pc:spChg>
        <pc:spChg chg="add mod ord">
          <ac:chgData name="Hanna Kossowsky" userId="56e21b23dc263710" providerId="LiveId" clId="{93FE5A26-3064-4B3F-8E2A-653EB31D5592}" dt="2025-03-06T09:10:05.663" v="8072" actId="6549"/>
          <ac:spMkLst>
            <pc:docMk/>
            <pc:sldMk cId="1760677101" sldId="517"/>
            <ac:spMk id="7" creationId="{8C1CE0F7-A843-F011-ACF9-9AEB3D8AF177}"/>
          </ac:spMkLst>
        </pc:spChg>
        <pc:picChg chg="add mod">
          <ac:chgData name="Hanna Kossowsky" userId="56e21b23dc263710" providerId="LiveId" clId="{93FE5A26-3064-4B3F-8E2A-653EB31D5592}" dt="2025-03-06T09:27:21.859" v="8244" actId="1076"/>
          <ac:picMkLst>
            <pc:docMk/>
            <pc:sldMk cId="1760677101" sldId="517"/>
            <ac:picMk id="9" creationId="{C2012851-49EA-EA35-F0D9-3D45ED9126B0}"/>
          </ac:picMkLst>
        </pc:picChg>
      </pc:sldChg>
      <pc:sldChg chg="addSp delSp add del mod">
        <pc:chgData name="Hanna Kossowsky" userId="56e21b23dc263710" providerId="LiveId" clId="{93FE5A26-3064-4B3F-8E2A-653EB31D5592}" dt="2025-03-06T09:27:37.609" v="8248"/>
        <pc:sldMkLst>
          <pc:docMk/>
          <pc:sldMk cId="2260997917" sldId="518"/>
        </pc:sldMkLst>
      </pc:sldChg>
      <pc:sldChg chg="modSp add mod modAnim modShow modNotesTx">
        <pc:chgData name="Hanna Kossowsky" userId="56e21b23dc263710" providerId="LiveId" clId="{93FE5A26-3064-4B3F-8E2A-653EB31D5592}" dt="2025-03-06T11:53:02.287" v="11003" actId="113"/>
        <pc:sldMkLst>
          <pc:docMk/>
          <pc:sldMk cId="3482875913" sldId="518"/>
        </pc:sldMkLst>
        <pc:spChg chg="mod">
          <ac:chgData name="Hanna Kossowsky" userId="56e21b23dc263710" providerId="LiveId" clId="{93FE5A26-3064-4B3F-8E2A-653EB31D5592}" dt="2025-03-06T11:53:02.287" v="11003" actId="113"/>
          <ac:spMkLst>
            <pc:docMk/>
            <pc:sldMk cId="3482875913" sldId="518"/>
            <ac:spMk id="3" creationId="{8A840773-E86B-5447-F23B-20FEA98D993E}"/>
          </ac:spMkLst>
        </pc:spChg>
      </pc:sldChg>
      <pc:sldChg chg="modSp add mod modAnim modShow">
        <pc:chgData name="Hanna Kossowsky" userId="56e21b23dc263710" providerId="LiveId" clId="{93FE5A26-3064-4B3F-8E2A-653EB31D5592}" dt="2025-03-06T11:53:19.933" v="11009"/>
        <pc:sldMkLst>
          <pc:docMk/>
          <pc:sldMk cId="2651264121" sldId="519"/>
        </pc:sldMkLst>
        <pc:spChg chg="mod">
          <ac:chgData name="Hanna Kossowsky" userId="56e21b23dc263710" providerId="LiveId" clId="{93FE5A26-3064-4B3F-8E2A-653EB31D5592}" dt="2025-03-06T09:31:45.475" v="8327" actId="20577"/>
          <ac:spMkLst>
            <pc:docMk/>
            <pc:sldMk cId="2651264121" sldId="519"/>
            <ac:spMk id="3" creationId="{CF9D8032-D11D-7385-5ECE-B8DF29D70163}"/>
          </ac:spMkLst>
        </pc:spChg>
      </pc:sldChg>
      <pc:sldChg chg="modSp add mod modAnim modShow">
        <pc:chgData name="Hanna Kossowsky" userId="56e21b23dc263710" providerId="LiveId" clId="{93FE5A26-3064-4B3F-8E2A-653EB31D5592}" dt="2025-03-06T11:55:01.460" v="11031" actId="20577"/>
        <pc:sldMkLst>
          <pc:docMk/>
          <pc:sldMk cId="3412365443" sldId="520"/>
        </pc:sldMkLst>
        <pc:spChg chg="mod">
          <ac:chgData name="Hanna Kossowsky" userId="56e21b23dc263710" providerId="LiveId" clId="{93FE5A26-3064-4B3F-8E2A-653EB31D5592}" dt="2025-03-06T11:54:45.250" v="11029" actId="20577"/>
          <ac:spMkLst>
            <pc:docMk/>
            <pc:sldMk cId="3412365443" sldId="520"/>
            <ac:spMk id="3" creationId="{8BE8D34C-F5C9-5C69-ED02-4B1AA4A6ECA4}"/>
          </ac:spMkLst>
        </pc:spChg>
      </pc:sldChg>
      <pc:sldChg chg="add mod modShow modNotesTx">
        <pc:chgData name="Hanna Kossowsky" userId="56e21b23dc263710" providerId="LiveId" clId="{93FE5A26-3064-4B3F-8E2A-653EB31D5592}" dt="2025-03-06T11:54:22.182" v="11014" actId="729"/>
        <pc:sldMkLst>
          <pc:docMk/>
          <pc:sldMk cId="441010310" sldId="521"/>
        </pc:sldMkLst>
      </pc:sldChg>
      <pc:sldChg chg="modSp add mod">
        <pc:chgData name="Hanna Kossowsky" userId="56e21b23dc263710" providerId="LiveId" clId="{93FE5A26-3064-4B3F-8E2A-653EB31D5592}" dt="2025-03-06T09:56:47.488" v="8504" actId="20577"/>
        <pc:sldMkLst>
          <pc:docMk/>
          <pc:sldMk cId="623768375" sldId="522"/>
        </pc:sldMkLst>
        <pc:spChg chg="mod">
          <ac:chgData name="Hanna Kossowsky" userId="56e21b23dc263710" providerId="LiveId" clId="{93FE5A26-3064-4B3F-8E2A-653EB31D5592}" dt="2025-03-06T09:38:14.014" v="8410" actId="20577"/>
          <ac:spMkLst>
            <pc:docMk/>
            <pc:sldMk cId="623768375" sldId="522"/>
            <ac:spMk id="2" creationId="{CC1B9583-E2F7-FD57-58DF-E946634BAEAD}"/>
          </ac:spMkLst>
        </pc:spChg>
        <pc:spChg chg="mod">
          <ac:chgData name="Hanna Kossowsky" userId="56e21b23dc263710" providerId="LiveId" clId="{93FE5A26-3064-4B3F-8E2A-653EB31D5592}" dt="2025-03-06T09:56:47.488" v="8504" actId="20577"/>
          <ac:spMkLst>
            <pc:docMk/>
            <pc:sldMk cId="623768375" sldId="522"/>
            <ac:spMk id="3" creationId="{748408BC-2960-ADCB-005F-E49CC6D209DF}"/>
          </ac:spMkLst>
        </pc:spChg>
      </pc:sldChg>
      <pc:sldChg chg="addSp delSp modSp add mod modAnim modNotesTx">
        <pc:chgData name="Hanna Kossowsky" userId="56e21b23dc263710" providerId="LiveId" clId="{93FE5A26-3064-4B3F-8E2A-653EB31D5592}" dt="2025-03-06T11:55:06.328" v="11033"/>
        <pc:sldMkLst>
          <pc:docMk/>
          <pc:sldMk cId="4227726318" sldId="523"/>
        </pc:sldMkLst>
        <pc:spChg chg="mod">
          <ac:chgData name="Hanna Kossowsky" userId="56e21b23dc263710" providerId="LiveId" clId="{93FE5A26-3064-4B3F-8E2A-653EB31D5592}" dt="2025-03-06T09:56:56.998" v="8532" actId="20577"/>
          <ac:spMkLst>
            <pc:docMk/>
            <pc:sldMk cId="4227726318" sldId="523"/>
            <ac:spMk id="2" creationId="{4E83916E-D049-F810-79F0-619FB9823182}"/>
          </ac:spMkLst>
        </pc:spChg>
        <pc:spChg chg="add mod ord">
          <ac:chgData name="Hanna Kossowsky" userId="56e21b23dc263710" providerId="LiveId" clId="{93FE5A26-3064-4B3F-8E2A-653EB31D5592}" dt="2025-03-06T10:01:55.528" v="8790" actId="20577"/>
          <ac:spMkLst>
            <pc:docMk/>
            <pc:sldMk cId="4227726318" sldId="523"/>
            <ac:spMk id="8" creationId="{1544E184-B73F-D016-70F4-11263D512CF3}"/>
          </ac:spMkLst>
        </pc:spChg>
        <pc:picChg chg="add mod modCrop">
          <ac:chgData name="Hanna Kossowsky" userId="56e21b23dc263710" providerId="LiveId" clId="{93FE5A26-3064-4B3F-8E2A-653EB31D5592}" dt="2025-03-06T10:05:24.787" v="8796" actId="1076"/>
          <ac:picMkLst>
            <pc:docMk/>
            <pc:sldMk cId="4227726318" sldId="523"/>
            <ac:picMk id="10" creationId="{7FB99ED7-428A-557F-D844-D3389E2DE3D4}"/>
          </ac:picMkLst>
        </pc:picChg>
      </pc:sldChg>
      <pc:sldChg chg="addSp delSp modSp add mod modAnim modNotesTx">
        <pc:chgData name="Hanna Kossowsky" userId="56e21b23dc263710" providerId="LiveId" clId="{93FE5A26-3064-4B3F-8E2A-653EB31D5592}" dt="2025-03-06T11:55:10.372" v="11035"/>
        <pc:sldMkLst>
          <pc:docMk/>
          <pc:sldMk cId="1620925595" sldId="524"/>
        </pc:sldMkLst>
        <pc:spChg chg="mod">
          <ac:chgData name="Hanna Kossowsky" userId="56e21b23dc263710" providerId="LiveId" clId="{93FE5A26-3064-4B3F-8E2A-653EB31D5592}" dt="2025-03-06T10:08:57.914" v="8817" actId="20577"/>
          <ac:spMkLst>
            <pc:docMk/>
            <pc:sldMk cId="1620925595" sldId="524"/>
            <ac:spMk id="2" creationId="{C8AA51BA-C82C-87F2-88CD-80608877EE5C}"/>
          </ac:spMkLst>
        </pc:spChg>
        <pc:spChg chg="mod">
          <ac:chgData name="Hanna Kossowsky" userId="56e21b23dc263710" providerId="LiveId" clId="{93FE5A26-3064-4B3F-8E2A-653EB31D5592}" dt="2025-03-06T10:41:18.112" v="9725" actId="1035"/>
          <ac:spMkLst>
            <pc:docMk/>
            <pc:sldMk cId="1620925595" sldId="524"/>
            <ac:spMk id="8" creationId="{CE1218FD-5BD4-60F0-2AB1-4FEF247B4EBA}"/>
          </ac:spMkLst>
        </pc:spChg>
        <pc:picChg chg="add mod">
          <ac:chgData name="Hanna Kossowsky" userId="56e21b23dc263710" providerId="LiveId" clId="{93FE5A26-3064-4B3F-8E2A-653EB31D5592}" dt="2025-03-06T10:41:25.805" v="9726" actId="1076"/>
          <ac:picMkLst>
            <pc:docMk/>
            <pc:sldMk cId="1620925595" sldId="524"/>
            <ac:picMk id="6" creationId="{07BB31D5-955A-5FD5-CFA0-54782E4FC513}"/>
          </ac:picMkLst>
        </pc:picChg>
      </pc:sldChg>
      <pc:sldChg chg="addSp delSp modSp add mod modAnim modNotesTx">
        <pc:chgData name="Hanna Kossowsky" userId="56e21b23dc263710" providerId="LiveId" clId="{93FE5A26-3064-4B3F-8E2A-653EB31D5592}" dt="2025-03-06T11:55:23.895" v="11040"/>
        <pc:sldMkLst>
          <pc:docMk/>
          <pc:sldMk cId="2150263255" sldId="525"/>
        </pc:sldMkLst>
        <pc:spChg chg="mod">
          <ac:chgData name="Hanna Kossowsky" userId="56e21b23dc263710" providerId="LiveId" clId="{93FE5A26-3064-4B3F-8E2A-653EB31D5592}" dt="2025-03-06T10:13:31.635" v="9083" actId="20577"/>
          <ac:spMkLst>
            <pc:docMk/>
            <pc:sldMk cId="2150263255" sldId="525"/>
            <ac:spMk id="2" creationId="{14821926-1462-4C51-E9E5-B54EFA5429B8}"/>
          </ac:spMkLst>
        </pc:spChg>
        <pc:spChg chg="mod">
          <ac:chgData name="Hanna Kossowsky" userId="56e21b23dc263710" providerId="LiveId" clId="{93FE5A26-3064-4B3F-8E2A-653EB31D5592}" dt="2025-03-06T10:25:49.324" v="9403" actId="113"/>
          <ac:spMkLst>
            <pc:docMk/>
            <pc:sldMk cId="2150263255" sldId="525"/>
            <ac:spMk id="8" creationId="{6E499D9F-B565-3145-65DE-A7280B78F1CD}"/>
          </ac:spMkLst>
        </pc:spChg>
        <pc:picChg chg="add mod">
          <ac:chgData name="Hanna Kossowsky" userId="56e21b23dc263710" providerId="LiveId" clId="{93FE5A26-3064-4B3F-8E2A-653EB31D5592}" dt="2025-03-06T10:38:31.064" v="9417" actId="1076"/>
          <ac:picMkLst>
            <pc:docMk/>
            <pc:sldMk cId="2150263255" sldId="525"/>
            <ac:picMk id="7" creationId="{E3441864-3D77-7057-16B2-96145B6F7757}"/>
          </ac:picMkLst>
        </pc:picChg>
        <pc:picChg chg="add mod">
          <ac:chgData name="Hanna Kossowsky" userId="56e21b23dc263710" providerId="LiveId" clId="{93FE5A26-3064-4B3F-8E2A-653EB31D5592}" dt="2025-03-06T10:38:27.380" v="9416" actId="1076"/>
          <ac:picMkLst>
            <pc:docMk/>
            <pc:sldMk cId="2150263255" sldId="525"/>
            <ac:picMk id="10" creationId="{B4E94445-F598-7534-2E49-E2DC720DF303}"/>
          </ac:picMkLst>
        </pc:picChg>
      </pc:sldChg>
      <pc:sldChg chg="addSp delSp modSp add mod modAnim modNotesTx">
        <pc:chgData name="Hanna Kossowsky" userId="56e21b23dc263710" providerId="LiveId" clId="{93FE5A26-3064-4B3F-8E2A-653EB31D5592}" dt="2025-03-06T11:55:31.942" v="11043"/>
        <pc:sldMkLst>
          <pc:docMk/>
          <pc:sldMk cId="1026139402" sldId="526"/>
        </pc:sldMkLst>
        <pc:spChg chg="mod">
          <ac:chgData name="Hanna Kossowsky" userId="56e21b23dc263710" providerId="LiveId" clId="{93FE5A26-3064-4B3F-8E2A-653EB31D5592}" dt="2025-03-06T10:40:05.038" v="9677" actId="20577"/>
          <ac:spMkLst>
            <pc:docMk/>
            <pc:sldMk cId="1026139402" sldId="526"/>
            <ac:spMk id="2" creationId="{502D73BC-AC8D-1D9B-95DC-23CCEC94CF3B}"/>
          </ac:spMkLst>
        </pc:spChg>
        <pc:spChg chg="mod">
          <ac:chgData name="Hanna Kossowsky" userId="56e21b23dc263710" providerId="LiveId" clId="{93FE5A26-3064-4B3F-8E2A-653EB31D5592}" dt="2025-03-06T10:50:31.345" v="10085" actId="20577"/>
          <ac:spMkLst>
            <pc:docMk/>
            <pc:sldMk cId="1026139402" sldId="526"/>
            <ac:spMk id="8" creationId="{503CCA17-CA42-9144-4088-0F07CB09EFCF}"/>
          </ac:spMkLst>
        </pc:spChg>
        <pc:picChg chg="add mod">
          <ac:chgData name="Hanna Kossowsky" userId="56e21b23dc263710" providerId="LiveId" clId="{93FE5A26-3064-4B3F-8E2A-653EB31D5592}" dt="2025-03-06T10:47:08.678" v="9799" actId="1076"/>
          <ac:picMkLst>
            <pc:docMk/>
            <pc:sldMk cId="1026139402" sldId="526"/>
            <ac:picMk id="6" creationId="{802F42FC-5EC0-69F6-D8AB-356B13BAFE6D}"/>
          </ac:picMkLst>
        </pc:picChg>
        <pc:picChg chg="add mod">
          <ac:chgData name="Hanna Kossowsky" userId="56e21b23dc263710" providerId="LiveId" clId="{93FE5A26-3064-4B3F-8E2A-653EB31D5592}" dt="2025-03-06T10:47:11.127" v="9800" actId="1076"/>
          <ac:picMkLst>
            <pc:docMk/>
            <pc:sldMk cId="1026139402" sldId="526"/>
            <ac:picMk id="11" creationId="{D0084808-EDA1-3191-4A32-6A269612B2B6}"/>
          </ac:picMkLst>
        </pc:picChg>
      </pc:sldChg>
      <pc:sldChg chg="addSp delSp modSp add mod modNotesTx">
        <pc:chgData name="Hanna Kossowsky" userId="56e21b23dc263710" providerId="LiveId" clId="{93FE5A26-3064-4B3F-8E2A-653EB31D5592}" dt="2025-03-06T10:55:16.510" v="10172"/>
        <pc:sldMkLst>
          <pc:docMk/>
          <pc:sldMk cId="84359965" sldId="527"/>
        </pc:sldMkLst>
        <pc:spChg chg="mod">
          <ac:chgData name="Hanna Kossowsky" userId="56e21b23dc263710" providerId="LiveId" clId="{93FE5A26-3064-4B3F-8E2A-653EB31D5592}" dt="2025-03-06T10:47:27.996" v="9808" actId="20577"/>
          <ac:spMkLst>
            <pc:docMk/>
            <pc:sldMk cId="84359965" sldId="527"/>
            <ac:spMk id="2" creationId="{FEF5B489-DBFA-6F7A-C626-434630E1343B}"/>
          </ac:spMkLst>
        </pc:spChg>
        <pc:spChg chg="mod">
          <ac:chgData name="Hanna Kossowsky" userId="56e21b23dc263710" providerId="LiveId" clId="{93FE5A26-3064-4B3F-8E2A-653EB31D5592}" dt="2025-03-06T10:52:36.820" v="10163" actId="27636"/>
          <ac:spMkLst>
            <pc:docMk/>
            <pc:sldMk cId="84359965" sldId="527"/>
            <ac:spMk id="8" creationId="{B05183B1-D865-F6B2-D63B-B5CE3308D138}"/>
          </ac:spMkLst>
        </pc:spChg>
      </pc:sldChg>
      <pc:sldChg chg="addSp delSp modSp add mod modNotesTx">
        <pc:chgData name="Hanna Kossowsky" userId="56e21b23dc263710" providerId="LiveId" clId="{93FE5A26-3064-4B3F-8E2A-653EB31D5592}" dt="2025-03-06T11:25:37.798" v="10235"/>
        <pc:sldMkLst>
          <pc:docMk/>
          <pc:sldMk cId="244645760" sldId="528"/>
        </pc:sldMkLst>
        <pc:picChg chg="add mod">
          <ac:chgData name="Hanna Kossowsky" userId="56e21b23dc263710" providerId="LiveId" clId="{93FE5A26-3064-4B3F-8E2A-653EB31D5592}" dt="2025-03-06T10:58:26.085" v="10182" actId="1076"/>
          <ac:picMkLst>
            <pc:docMk/>
            <pc:sldMk cId="244645760" sldId="528"/>
            <ac:picMk id="6" creationId="{5109DA1D-4E40-4865-995E-38E74F223489}"/>
          </ac:picMkLst>
        </pc:picChg>
      </pc:sldChg>
      <pc:sldChg chg="modSp add mod modAnim modShow modNotesTx">
        <pc:chgData name="Hanna Kossowsky" userId="56e21b23dc263710" providerId="LiveId" clId="{93FE5A26-3064-4B3F-8E2A-653EB31D5592}" dt="2025-03-06T11:55:58.964" v="11046"/>
        <pc:sldMkLst>
          <pc:docMk/>
          <pc:sldMk cId="4026744843" sldId="529"/>
        </pc:sldMkLst>
        <pc:spChg chg="mod">
          <ac:chgData name="Hanna Kossowsky" userId="56e21b23dc263710" providerId="LiveId" clId="{93FE5A26-3064-4B3F-8E2A-653EB31D5592}" dt="2025-03-06T11:30:33.799" v="10292" actId="27636"/>
          <ac:spMkLst>
            <pc:docMk/>
            <pc:sldMk cId="4026744843" sldId="529"/>
            <ac:spMk id="3" creationId="{292E075D-8ED4-F345-024B-6E656BE29345}"/>
          </ac:spMkLst>
        </pc:spChg>
      </pc:sldChg>
      <pc:sldChg chg="modSp add mod modShow">
        <pc:chgData name="Hanna Kossowsky" userId="56e21b23dc263710" providerId="LiveId" clId="{93FE5A26-3064-4B3F-8E2A-653EB31D5592}" dt="2025-03-06T11:08:01.482" v="10185" actId="113"/>
        <pc:sldMkLst>
          <pc:docMk/>
          <pc:sldMk cId="4170254886" sldId="530"/>
        </pc:sldMkLst>
        <pc:spChg chg="mod">
          <ac:chgData name="Hanna Kossowsky" userId="56e21b23dc263710" providerId="LiveId" clId="{93FE5A26-3064-4B3F-8E2A-653EB31D5592}" dt="2025-03-06T11:08:01.482" v="10185" actId="113"/>
          <ac:spMkLst>
            <pc:docMk/>
            <pc:sldMk cId="4170254886" sldId="530"/>
            <ac:spMk id="3" creationId="{EC88359F-03A3-2909-31A4-09FD34729349}"/>
          </ac:spMkLst>
        </pc:spChg>
      </pc:sldChg>
      <pc:sldChg chg="addSp delSp modSp add mod">
        <pc:chgData name="Hanna Kossowsky" userId="56e21b23dc263710" providerId="LiveId" clId="{93FE5A26-3064-4B3F-8E2A-653EB31D5592}" dt="2025-03-06T11:43:11.362" v="10727"/>
        <pc:sldMkLst>
          <pc:docMk/>
          <pc:sldMk cId="1421728410" sldId="531"/>
        </pc:sldMkLst>
        <pc:spChg chg="mod">
          <ac:chgData name="Hanna Kossowsky" userId="56e21b23dc263710" providerId="LiveId" clId="{93FE5A26-3064-4B3F-8E2A-653EB31D5592}" dt="2025-03-06T11:24:44.091" v="10234" actId="20577"/>
          <ac:spMkLst>
            <pc:docMk/>
            <pc:sldMk cId="1421728410" sldId="531"/>
            <ac:spMk id="2" creationId="{9CB8A624-CE41-D4EC-CBB1-E4413AEF2AC9}"/>
          </ac:spMkLst>
        </pc:spChg>
        <pc:spChg chg="add mod">
          <ac:chgData name="Hanna Kossowsky" userId="56e21b23dc263710" providerId="LiveId" clId="{93FE5A26-3064-4B3F-8E2A-653EB31D5592}" dt="2025-03-06T11:28:17.538" v="10285" actId="1076"/>
          <ac:spMkLst>
            <pc:docMk/>
            <pc:sldMk cId="1421728410" sldId="531"/>
            <ac:spMk id="3" creationId="{D1C9B14D-04A5-6492-042F-D67AA3F06BFA}"/>
          </ac:spMkLst>
        </pc:spChg>
        <pc:spChg chg="add mod">
          <ac:chgData name="Hanna Kossowsky" userId="56e21b23dc263710" providerId="LiveId" clId="{93FE5A26-3064-4B3F-8E2A-653EB31D5592}" dt="2025-03-06T11:43:11.362" v="10727"/>
          <ac:spMkLst>
            <pc:docMk/>
            <pc:sldMk cId="1421728410" sldId="531"/>
            <ac:spMk id="7" creationId="{8F4C6F74-59DE-E81A-6DC4-EAB4F561600C}"/>
          </ac:spMkLst>
        </pc:spChg>
        <pc:grpChg chg="add mod">
          <ac:chgData name="Hanna Kossowsky" userId="56e21b23dc263710" providerId="LiveId" clId="{93FE5A26-3064-4B3F-8E2A-653EB31D5592}" dt="2025-03-06T11:43:11.362" v="10727"/>
          <ac:grpSpMkLst>
            <pc:docMk/>
            <pc:sldMk cId="1421728410" sldId="531"/>
            <ac:grpSpMk id="11" creationId="{0231702D-74F1-0066-9BDD-7EC34798FE34}"/>
          </ac:grpSpMkLst>
        </pc:grpChg>
        <pc:picChg chg="add del mod">
          <ac:chgData name="Hanna Kossowsky" userId="56e21b23dc263710" providerId="LiveId" clId="{93FE5A26-3064-4B3F-8E2A-653EB31D5592}" dt="2025-03-06T11:28:28.091" v="10288" actId="555"/>
          <ac:picMkLst>
            <pc:docMk/>
            <pc:sldMk cId="1421728410" sldId="531"/>
            <ac:picMk id="4" creationId="{141918CB-0D4B-9439-9B90-1790241E8B2D}"/>
          </ac:picMkLst>
        </pc:picChg>
        <pc:picChg chg="add mod">
          <ac:chgData name="Hanna Kossowsky" userId="56e21b23dc263710" providerId="LiveId" clId="{93FE5A26-3064-4B3F-8E2A-653EB31D5592}" dt="2025-03-06T11:28:28.091" v="10288" actId="555"/>
          <ac:picMkLst>
            <pc:docMk/>
            <pc:sldMk cId="1421728410" sldId="531"/>
            <ac:picMk id="5" creationId="{24034350-83E0-AB3F-6C41-6EAC1EDC3306}"/>
          </ac:picMkLst>
        </pc:picChg>
        <pc:picChg chg="add mod">
          <ac:chgData name="Hanna Kossowsky" userId="56e21b23dc263710" providerId="LiveId" clId="{93FE5A26-3064-4B3F-8E2A-653EB31D5592}" dt="2025-03-06T11:43:11.362" v="10727"/>
          <ac:picMkLst>
            <pc:docMk/>
            <pc:sldMk cId="1421728410" sldId="531"/>
            <ac:picMk id="8" creationId="{D5C4F69B-328A-3FCC-2AE7-817FD8498A7D}"/>
          </ac:picMkLst>
        </pc:picChg>
      </pc:sldChg>
      <pc:sldChg chg="modSp add mod modAnim">
        <pc:chgData name="Hanna Kossowsky" userId="56e21b23dc263710" providerId="LiveId" clId="{93FE5A26-3064-4B3F-8E2A-653EB31D5592}" dt="2025-03-06T11:56:14.571" v="11050"/>
        <pc:sldMkLst>
          <pc:docMk/>
          <pc:sldMk cId="3605855625" sldId="532"/>
        </pc:sldMkLst>
        <pc:spChg chg="mod">
          <ac:chgData name="Hanna Kossowsky" userId="56e21b23dc263710" providerId="LiveId" clId="{93FE5A26-3064-4B3F-8E2A-653EB31D5592}" dt="2025-03-06T11:38:32.449" v="10523" actId="2711"/>
          <ac:spMkLst>
            <pc:docMk/>
            <pc:sldMk cId="3605855625" sldId="532"/>
            <ac:spMk id="3" creationId="{C34F130C-95AE-A460-FC09-70CC84A4F381}"/>
          </ac:spMkLst>
        </pc:spChg>
      </pc:sldChg>
      <pc:sldChg chg="add del">
        <pc:chgData name="Hanna Kossowsky" userId="56e21b23dc263710" providerId="LiveId" clId="{93FE5A26-3064-4B3F-8E2A-653EB31D5592}" dt="2025-03-06T11:35:54.183" v="10485" actId="47"/>
        <pc:sldMkLst>
          <pc:docMk/>
          <pc:sldMk cId="103985867" sldId="533"/>
        </pc:sldMkLst>
      </pc:sldChg>
      <pc:sldChg chg="modSp add mod modAnim modNotesTx">
        <pc:chgData name="Hanna Kossowsky" userId="56e21b23dc263710" providerId="LiveId" clId="{93FE5A26-3064-4B3F-8E2A-653EB31D5592}" dt="2025-03-06T11:56:24.739" v="11054"/>
        <pc:sldMkLst>
          <pc:docMk/>
          <pc:sldMk cId="896862057" sldId="534"/>
        </pc:sldMkLst>
        <pc:spChg chg="mod">
          <ac:chgData name="Hanna Kossowsky" userId="56e21b23dc263710" providerId="LiveId" clId="{93FE5A26-3064-4B3F-8E2A-653EB31D5592}" dt="2025-03-06T11:38:28.319" v="10522" actId="2711"/>
          <ac:spMkLst>
            <pc:docMk/>
            <pc:sldMk cId="896862057" sldId="534"/>
            <ac:spMk id="3" creationId="{65C6A45D-D728-4CAF-48DF-10C13DEECEA1}"/>
          </ac:spMkLst>
        </pc:spChg>
      </pc:sldChg>
      <pc:sldChg chg="modSp add mod modAnim">
        <pc:chgData name="Hanna Kossowsky" userId="56e21b23dc263710" providerId="LiveId" clId="{93FE5A26-3064-4B3F-8E2A-653EB31D5592}" dt="2025-03-06T11:56:38.909" v="11058"/>
        <pc:sldMkLst>
          <pc:docMk/>
          <pc:sldMk cId="2999151397" sldId="535"/>
        </pc:sldMkLst>
        <pc:spChg chg="mod">
          <ac:chgData name="Hanna Kossowsky" userId="56e21b23dc263710" providerId="LiveId" clId="{93FE5A26-3064-4B3F-8E2A-653EB31D5592}" dt="2025-03-06T11:38:35.754" v="10524" actId="2711"/>
          <ac:spMkLst>
            <pc:docMk/>
            <pc:sldMk cId="2999151397" sldId="535"/>
            <ac:spMk id="3" creationId="{D5636DDD-4461-2FDC-122A-7A1F9CE41C1C}"/>
          </ac:spMkLst>
        </pc:spChg>
      </pc:sldChg>
      <pc:sldChg chg="modSp add mod modAnim">
        <pc:chgData name="Hanna Kossowsky" userId="56e21b23dc263710" providerId="LiveId" clId="{93FE5A26-3064-4B3F-8E2A-653EB31D5592}" dt="2025-03-06T11:56:59.554" v="11064"/>
        <pc:sldMkLst>
          <pc:docMk/>
          <pc:sldMk cId="1801946880" sldId="536"/>
        </pc:sldMkLst>
        <pc:spChg chg="mod">
          <ac:chgData name="Hanna Kossowsky" userId="56e21b23dc263710" providerId="LiveId" clId="{93FE5A26-3064-4B3F-8E2A-653EB31D5592}" dt="2025-03-06T11:41:20.852" v="10708" actId="20577"/>
          <ac:spMkLst>
            <pc:docMk/>
            <pc:sldMk cId="1801946880" sldId="536"/>
            <ac:spMk id="3" creationId="{610FE1F9-545E-721B-7126-30CCBC845939}"/>
          </ac:spMkLst>
        </pc:spChg>
      </pc:sldChg>
      <pc:sldChg chg="addSp delSp modSp add mod delAnim modAnim modShow">
        <pc:chgData name="Hanna Kossowsky" userId="56e21b23dc263710" providerId="LiveId" clId="{93FE5A26-3064-4B3F-8E2A-653EB31D5592}" dt="2025-03-06T11:57:17.639" v="11069"/>
        <pc:sldMkLst>
          <pc:docMk/>
          <pc:sldMk cId="3785699570" sldId="537"/>
        </pc:sldMkLst>
        <pc:spChg chg="add mod">
          <ac:chgData name="Hanna Kossowsky" userId="56e21b23dc263710" providerId="LiveId" clId="{93FE5A26-3064-4B3F-8E2A-653EB31D5592}" dt="2025-03-06T11:43:33.526" v="10740" actId="1076"/>
          <ac:spMkLst>
            <pc:docMk/>
            <pc:sldMk cId="3785699570" sldId="537"/>
            <ac:spMk id="7" creationId="{33D34505-74B7-993F-C501-7CFD39C2EA0B}"/>
          </ac:spMkLst>
        </pc:spChg>
        <pc:spChg chg="add mod">
          <ac:chgData name="Hanna Kossowsky" userId="56e21b23dc263710" providerId="LiveId" clId="{93FE5A26-3064-4B3F-8E2A-653EB31D5592}" dt="2025-03-06T11:47:07.201" v="10857" actId="403"/>
          <ac:spMkLst>
            <pc:docMk/>
            <pc:sldMk cId="3785699570" sldId="537"/>
            <ac:spMk id="15" creationId="{27ABD816-3319-F741-0612-4609A4D5CD68}"/>
          </ac:spMkLst>
        </pc:spChg>
      </pc:sldChg>
      <pc:sldChg chg="add del">
        <pc:chgData name="Hanna Kossowsky" userId="56e21b23dc263710" providerId="LiveId" clId="{93FE5A26-3064-4B3F-8E2A-653EB31D5592}" dt="2025-03-06T11:48:43.726" v="10880" actId="47"/>
        <pc:sldMkLst>
          <pc:docMk/>
          <pc:sldMk cId="834424979" sldId="538"/>
        </pc:sldMkLst>
      </pc:sldChg>
      <pc:sldChg chg="addSp delSp modSp add mod delAnim modAnim modShow">
        <pc:chgData name="Hanna Kossowsky" userId="56e21b23dc263710" providerId="LiveId" clId="{93FE5A26-3064-4B3F-8E2A-653EB31D5592}" dt="2025-03-25T13:37:16.655" v="11450" actId="207"/>
        <pc:sldMkLst>
          <pc:docMk/>
          <pc:sldMk cId="4269804765" sldId="539"/>
        </pc:sldMkLst>
        <pc:spChg chg="mod">
          <ac:chgData name="Hanna Kossowsky" userId="56e21b23dc263710" providerId="LiveId" clId="{93FE5A26-3064-4B3F-8E2A-653EB31D5592}" dt="2025-03-06T11:49:49.689" v="10901" actId="207"/>
          <ac:spMkLst>
            <pc:docMk/>
            <pc:sldMk cId="4269804765" sldId="539"/>
            <ac:spMk id="3" creationId="{A8F4D9C8-8F29-9F02-B1DC-E85F4964AD1A}"/>
          </ac:spMkLst>
        </pc:spChg>
        <pc:spChg chg="add mod">
          <ac:chgData name="Hanna Kossowsky" userId="56e21b23dc263710" providerId="LiveId" clId="{93FE5A26-3064-4B3F-8E2A-653EB31D5592}" dt="2025-03-25T13:37:16.655" v="11450" actId="207"/>
          <ac:spMkLst>
            <pc:docMk/>
            <pc:sldMk cId="4269804765" sldId="539"/>
            <ac:spMk id="11" creationId="{611B8008-765B-5D32-B417-1F92E4D9FADE}"/>
          </ac:spMkLst>
        </pc:spChg>
      </pc:sldChg>
      <pc:sldChg chg="modSp add del mod">
        <pc:chgData name="Hanna Kossowsky" userId="56e21b23dc263710" providerId="LiveId" clId="{93FE5A26-3064-4B3F-8E2A-653EB31D5592}" dt="2025-03-06T11:54:27.446" v="11017" actId="47"/>
        <pc:sldMkLst>
          <pc:docMk/>
          <pc:sldMk cId="2310994890" sldId="540"/>
        </pc:sldMkLst>
      </pc:sldChg>
    </pc:docChg>
  </pc:docChgLst>
  <pc:docChgLst>
    <pc:chgData name="Hanna Kossowsky" userId="56e21b23dc263710" providerId="LiveId" clId="{D4356A06-506A-4A03-A0A0-04D064873A56}"/>
    <pc:docChg chg="undo redo custSel addSld delSld modSld sldOrd">
      <pc:chgData name="Hanna Kossowsky" userId="56e21b23dc263710" providerId="LiveId" clId="{D4356A06-506A-4A03-A0A0-04D064873A56}" dt="2024-04-29T19:49:13.920" v="9928" actId="13926"/>
      <pc:docMkLst>
        <pc:docMk/>
      </pc:docMkLst>
      <pc:sldChg chg="modSp new mod modAnim">
        <pc:chgData name="Hanna Kossowsky" userId="56e21b23dc263710" providerId="LiveId" clId="{D4356A06-506A-4A03-A0A0-04D064873A56}" dt="2024-04-11T07:41:51.193" v="7616" actId="13926"/>
        <pc:sldMkLst>
          <pc:docMk/>
          <pc:sldMk cId="653706785" sldId="257"/>
        </pc:sldMkLst>
      </pc:sldChg>
      <pc:sldChg chg="add del">
        <pc:chgData name="Hanna Kossowsky" userId="56e21b23dc263710" providerId="LiveId" clId="{D4356A06-506A-4A03-A0A0-04D064873A56}" dt="2024-04-07T06:06:22.474" v="616" actId="47"/>
        <pc:sldMkLst>
          <pc:docMk/>
          <pc:sldMk cId="268565533" sldId="258"/>
        </pc:sldMkLst>
      </pc:sldChg>
      <pc:sldChg chg="modSp add mod">
        <pc:chgData name="Hanna Kossowsky" userId="56e21b23dc263710" providerId="LiveId" clId="{D4356A06-506A-4A03-A0A0-04D064873A56}" dt="2024-04-27T18:54:58.035" v="9451" actId="2710"/>
        <pc:sldMkLst>
          <pc:docMk/>
          <pc:sldMk cId="2932639354" sldId="259"/>
        </pc:sldMkLst>
      </pc:sldChg>
      <pc:sldChg chg="modSp add del mod modNotesTx">
        <pc:chgData name="Hanna Kossowsky" userId="56e21b23dc263710" providerId="LiveId" clId="{D4356A06-506A-4A03-A0A0-04D064873A56}" dt="2024-04-07T06:15:07.105" v="815" actId="47"/>
        <pc:sldMkLst>
          <pc:docMk/>
          <pc:sldMk cId="4210115471" sldId="260"/>
        </pc:sldMkLst>
      </pc:sldChg>
      <pc:sldChg chg="modSp add mod ord modAnim">
        <pc:chgData name="Hanna Kossowsky" userId="56e21b23dc263710" providerId="LiveId" clId="{D4356A06-506A-4A03-A0A0-04D064873A56}" dt="2024-04-27T19:02:50.908" v="9459" actId="5793"/>
        <pc:sldMkLst>
          <pc:docMk/>
          <pc:sldMk cId="1607538850" sldId="261"/>
        </pc:sldMkLst>
      </pc:sldChg>
      <pc:sldChg chg="modSp add mod modAnim modNotesTx">
        <pc:chgData name="Hanna Kossowsky" userId="56e21b23dc263710" providerId="LiveId" clId="{D4356A06-506A-4A03-A0A0-04D064873A56}" dt="2024-04-07T10:19:12.855" v="4277" actId="20577"/>
        <pc:sldMkLst>
          <pc:docMk/>
          <pc:sldMk cId="3047956201" sldId="262"/>
        </pc:sldMkLst>
      </pc:sldChg>
      <pc:sldChg chg="modSp add mod ord modNotesTx">
        <pc:chgData name="Hanna Kossowsky" userId="56e21b23dc263710" providerId="LiveId" clId="{D4356A06-506A-4A03-A0A0-04D064873A56}" dt="2024-04-27T19:00:36.108" v="9453"/>
        <pc:sldMkLst>
          <pc:docMk/>
          <pc:sldMk cId="2774208767" sldId="263"/>
        </pc:sldMkLst>
      </pc:sldChg>
      <pc:sldChg chg="add del modNotesTx">
        <pc:chgData name="Hanna Kossowsky" userId="56e21b23dc263710" providerId="LiveId" clId="{D4356A06-506A-4A03-A0A0-04D064873A56}" dt="2024-04-07T06:36:41.897" v="1060" actId="47"/>
        <pc:sldMkLst>
          <pc:docMk/>
          <pc:sldMk cId="1611133810" sldId="264"/>
        </pc:sldMkLst>
      </pc:sldChg>
      <pc:sldChg chg="modSp add mod modAnim">
        <pc:chgData name="Hanna Kossowsky" userId="56e21b23dc263710" providerId="LiveId" clId="{D4356A06-506A-4A03-A0A0-04D064873A56}" dt="2024-04-27T19:08:03.126" v="9460" actId="20577"/>
        <pc:sldMkLst>
          <pc:docMk/>
          <pc:sldMk cId="729297336" sldId="265"/>
        </pc:sldMkLst>
      </pc:sldChg>
      <pc:sldChg chg="addSp modSp add mod modAnim modNotesTx">
        <pc:chgData name="Hanna Kossowsky" userId="56e21b23dc263710" providerId="LiveId" clId="{D4356A06-506A-4A03-A0A0-04D064873A56}" dt="2024-04-27T19:11:15.743" v="9462" actId="20577"/>
        <pc:sldMkLst>
          <pc:docMk/>
          <pc:sldMk cId="2801949394" sldId="266"/>
        </pc:sldMkLst>
      </pc:sldChg>
      <pc:sldChg chg="delSp modSp add mod modNotesTx">
        <pc:chgData name="Hanna Kossowsky" userId="56e21b23dc263710" providerId="LiveId" clId="{D4356A06-506A-4A03-A0A0-04D064873A56}" dt="2024-04-07T07:34:58.144" v="2063" actId="207"/>
        <pc:sldMkLst>
          <pc:docMk/>
          <pc:sldMk cId="1782198291" sldId="267"/>
        </pc:sldMkLst>
      </pc:sldChg>
      <pc:sldChg chg="modSp add mod modNotesTx">
        <pc:chgData name="Hanna Kossowsky" userId="56e21b23dc263710" providerId="LiveId" clId="{D4356A06-506A-4A03-A0A0-04D064873A56}" dt="2024-04-27T19:13:12.723" v="9465" actId="20577"/>
        <pc:sldMkLst>
          <pc:docMk/>
          <pc:sldMk cId="1691764609" sldId="268"/>
        </pc:sldMkLst>
      </pc:sldChg>
      <pc:sldChg chg="modSp add mod modNotesTx">
        <pc:chgData name="Hanna Kossowsky" userId="56e21b23dc263710" providerId="LiveId" clId="{D4356A06-506A-4A03-A0A0-04D064873A56}" dt="2024-04-27T19:12:31.250" v="9463" actId="207"/>
        <pc:sldMkLst>
          <pc:docMk/>
          <pc:sldMk cId="766664880" sldId="269"/>
        </pc:sldMkLst>
      </pc:sldChg>
      <pc:sldChg chg="modSp add mod modNotesTx">
        <pc:chgData name="Hanna Kossowsky" userId="56e21b23dc263710" providerId="LiveId" clId="{D4356A06-506A-4A03-A0A0-04D064873A56}" dt="2024-04-07T10:09:54.828" v="4196" actId="113"/>
        <pc:sldMkLst>
          <pc:docMk/>
          <pc:sldMk cId="1905021401" sldId="270"/>
        </pc:sldMkLst>
      </pc:sldChg>
      <pc:sldChg chg="addSp modSp add mod modNotesTx">
        <pc:chgData name="Hanna Kossowsky" userId="56e21b23dc263710" providerId="LiveId" clId="{D4356A06-506A-4A03-A0A0-04D064873A56}" dt="2024-04-07T07:44:33.484" v="2317" actId="1076"/>
        <pc:sldMkLst>
          <pc:docMk/>
          <pc:sldMk cId="2188517806" sldId="271"/>
        </pc:sldMkLst>
      </pc:sldChg>
      <pc:sldChg chg="addSp delSp modSp add mod ord delAnim modAnim modNotesTx">
        <pc:chgData name="Hanna Kossowsky" userId="56e21b23dc263710" providerId="LiveId" clId="{D4356A06-506A-4A03-A0A0-04D064873A56}" dt="2024-04-29T19:47:25.005" v="9919" actId="478"/>
        <pc:sldMkLst>
          <pc:docMk/>
          <pc:sldMk cId="2889954775" sldId="272"/>
        </pc:sldMkLst>
      </pc:sldChg>
      <pc:sldChg chg="delSp modSp add mod addAnim delAnim modAnim modNotesTx">
        <pc:chgData name="Hanna Kossowsky" userId="56e21b23dc263710" providerId="LiveId" clId="{D4356A06-506A-4A03-A0A0-04D064873A56}" dt="2024-04-11T08:40:58.941" v="7929" actId="13926"/>
        <pc:sldMkLst>
          <pc:docMk/>
          <pc:sldMk cId="434505505" sldId="273"/>
        </pc:sldMkLst>
      </pc:sldChg>
      <pc:sldChg chg="new del">
        <pc:chgData name="Hanna Kossowsky" userId="56e21b23dc263710" providerId="LiveId" clId="{D4356A06-506A-4A03-A0A0-04D064873A56}" dt="2024-04-07T08:29:48.302" v="2992" actId="680"/>
        <pc:sldMkLst>
          <pc:docMk/>
          <pc:sldMk cId="1524437667" sldId="274"/>
        </pc:sldMkLst>
      </pc:sldChg>
      <pc:sldChg chg="addSp delSp modSp add mod ord modAnim modNotesTx">
        <pc:chgData name="Hanna Kossowsky" userId="56e21b23dc263710" providerId="LiveId" clId="{D4356A06-506A-4A03-A0A0-04D064873A56}" dt="2024-04-29T17:38:22.771" v="9534"/>
        <pc:sldMkLst>
          <pc:docMk/>
          <pc:sldMk cId="1783530971" sldId="274"/>
        </pc:sldMkLst>
      </pc:sldChg>
      <pc:sldChg chg="new del">
        <pc:chgData name="Hanna Kossowsky" userId="56e21b23dc263710" providerId="LiveId" clId="{D4356A06-506A-4A03-A0A0-04D064873A56}" dt="2024-04-07T09:52:59.782" v="3853" actId="47"/>
        <pc:sldMkLst>
          <pc:docMk/>
          <pc:sldMk cId="530024951" sldId="275"/>
        </pc:sldMkLst>
      </pc:sldChg>
      <pc:sldChg chg="modSp add mod ord addAnim delAnim modAnim modNotesTx">
        <pc:chgData name="Hanna Kossowsky" userId="56e21b23dc263710" providerId="LiveId" clId="{D4356A06-506A-4A03-A0A0-04D064873A56}" dt="2024-04-29T17:50:17.958" v="9884"/>
        <pc:sldMkLst>
          <pc:docMk/>
          <pc:sldMk cId="2210417689" sldId="275"/>
        </pc:sldMkLst>
      </pc:sldChg>
      <pc:sldChg chg="addSp delSp modSp add mod ord modNotesTx">
        <pc:chgData name="Hanna Kossowsky" userId="56e21b23dc263710" providerId="LiveId" clId="{D4356A06-506A-4A03-A0A0-04D064873A56}" dt="2024-04-11T09:25:42.387" v="9119"/>
        <pc:sldMkLst>
          <pc:docMk/>
          <pc:sldMk cId="2567820192" sldId="276"/>
        </pc:sldMkLst>
      </pc:sldChg>
      <pc:sldChg chg="modSp add mod modAnim modNotesTx">
        <pc:chgData name="Hanna Kossowsky" userId="56e21b23dc263710" providerId="LiveId" clId="{D4356A06-506A-4A03-A0A0-04D064873A56}" dt="2024-04-27T19:17:03.592" v="9466" actId="12"/>
        <pc:sldMkLst>
          <pc:docMk/>
          <pc:sldMk cId="1988245967" sldId="277"/>
        </pc:sldMkLst>
      </pc:sldChg>
      <pc:sldChg chg="modSp add mod modShow">
        <pc:chgData name="Hanna Kossowsky" userId="56e21b23dc263710" providerId="LiveId" clId="{D4356A06-506A-4A03-A0A0-04D064873A56}" dt="2024-04-28T10:53:16.375" v="9488" actId="729"/>
        <pc:sldMkLst>
          <pc:docMk/>
          <pc:sldMk cId="2809128241" sldId="278"/>
        </pc:sldMkLst>
      </pc:sldChg>
      <pc:sldChg chg="addSp delSp modSp add mod modAnim modNotesTx">
        <pc:chgData name="Hanna Kossowsky" userId="56e21b23dc263710" providerId="LiveId" clId="{D4356A06-506A-4A03-A0A0-04D064873A56}" dt="2024-04-11T09:28:31.359" v="9184" actId="1076"/>
        <pc:sldMkLst>
          <pc:docMk/>
          <pc:sldMk cId="1511031208" sldId="279"/>
        </pc:sldMkLst>
      </pc:sldChg>
      <pc:sldChg chg="addSp delSp modSp add del mod delAnim">
        <pc:chgData name="Hanna Kossowsky" userId="56e21b23dc263710" providerId="LiveId" clId="{D4356A06-506A-4A03-A0A0-04D064873A56}" dt="2024-04-07T10:23:21.392" v="4395" actId="47"/>
        <pc:sldMkLst>
          <pc:docMk/>
          <pc:sldMk cId="2370869464" sldId="280"/>
        </pc:sldMkLst>
      </pc:sldChg>
      <pc:sldChg chg="modSp add mod modAnim">
        <pc:chgData name="Hanna Kossowsky" userId="56e21b23dc263710" providerId="LiveId" clId="{D4356A06-506A-4A03-A0A0-04D064873A56}" dt="2024-04-29T17:51:23.275" v="9896"/>
        <pc:sldMkLst>
          <pc:docMk/>
          <pc:sldMk cId="1857471371" sldId="281"/>
        </pc:sldMkLst>
      </pc:sldChg>
      <pc:sldChg chg="addSp delSp modSp add mod delAnim modAnim modNotesTx">
        <pc:chgData name="Hanna Kossowsky" userId="56e21b23dc263710" providerId="LiveId" clId="{D4356A06-506A-4A03-A0A0-04D064873A56}" dt="2024-04-29T19:48:30.999" v="9922"/>
        <pc:sldMkLst>
          <pc:docMk/>
          <pc:sldMk cId="2576418047" sldId="282"/>
        </pc:sldMkLst>
      </pc:sldChg>
      <pc:sldChg chg="delSp modSp add mod modNotesTx">
        <pc:chgData name="Hanna Kossowsky" userId="56e21b23dc263710" providerId="LiveId" clId="{D4356A06-506A-4A03-A0A0-04D064873A56}" dt="2024-04-07T11:17:20.635" v="4675" actId="12"/>
        <pc:sldMkLst>
          <pc:docMk/>
          <pc:sldMk cId="856824348" sldId="283"/>
        </pc:sldMkLst>
      </pc:sldChg>
      <pc:sldChg chg="modSp add del mod">
        <pc:chgData name="Hanna Kossowsky" userId="56e21b23dc263710" providerId="LiveId" clId="{D4356A06-506A-4A03-A0A0-04D064873A56}" dt="2024-04-07T11:15:49.888" v="4645" actId="47"/>
        <pc:sldMkLst>
          <pc:docMk/>
          <pc:sldMk cId="3035076308" sldId="284"/>
        </pc:sldMkLst>
      </pc:sldChg>
      <pc:sldChg chg="modSp add mod">
        <pc:chgData name="Hanna Kossowsky" userId="56e21b23dc263710" providerId="LiveId" clId="{D4356A06-506A-4A03-A0A0-04D064873A56}" dt="2024-04-07T12:24:20.311" v="5360" actId="2710"/>
        <pc:sldMkLst>
          <pc:docMk/>
          <pc:sldMk cId="3042682632" sldId="285"/>
        </pc:sldMkLst>
      </pc:sldChg>
      <pc:sldChg chg="add">
        <pc:chgData name="Hanna Kossowsky" userId="56e21b23dc263710" providerId="LiveId" clId="{D4356A06-506A-4A03-A0A0-04D064873A56}" dt="2024-04-07T11:17:06.672" v="4667"/>
        <pc:sldMkLst>
          <pc:docMk/>
          <pc:sldMk cId="3720169326" sldId="286"/>
        </pc:sldMkLst>
      </pc:sldChg>
      <pc:sldChg chg="addSp delSp modSp add mod modAnim modNotesTx">
        <pc:chgData name="Hanna Kossowsky" userId="56e21b23dc263710" providerId="LiveId" clId="{D4356A06-506A-4A03-A0A0-04D064873A56}" dt="2024-04-29T19:48:42.190" v="9924"/>
        <pc:sldMkLst>
          <pc:docMk/>
          <pc:sldMk cId="1841188842" sldId="287"/>
        </pc:sldMkLst>
      </pc:sldChg>
      <pc:sldChg chg="addSp delSp modSp add mod modNotesTx">
        <pc:chgData name="Hanna Kossowsky" userId="56e21b23dc263710" providerId="LiveId" clId="{D4356A06-506A-4A03-A0A0-04D064873A56}" dt="2024-04-29T19:49:10.831" v="9927" actId="13926"/>
        <pc:sldMkLst>
          <pc:docMk/>
          <pc:sldMk cId="2106269780" sldId="288"/>
        </pc:sldMkLst>
      </pc:sldChg>
      <pc:sldChg chg="add del modNotesTx">
        <pc:chgData name="Hanna Kossowsky" userId="56e21b23dc263710" providerId="LiveId" clId="{D4356A06-506A-4A03-A0A0-04D064873A56}" dt="2024-04-07T12:17:49.921" v="5036" actId="47"/>
        <pc:sldMkLst>
          <pc:docMk/>
          <pc:sldMk cId="1959779361" sldId="289"/>
        </pc:sldMkLst>
      </pc:sldChg>
      <pc:sldChg chg="addSp delSp modSp add mod modNotesTx">
        <pc:chgData name="Hanna Kossowsky" userId="56e21b23dc263710" providerId="LiveId" clId="{D4356A06-506A-4A03-A0A0-04D064873A56}" dt="2024-04-11T07:45:35.098" v="7657" actId="20577"/>
        <pc:sldMkLst>
          <pc:docMk/>
          <pc:sldMk cId="3572271568" sldId="315"/>
        </pc:sldMkLst>
      </pc:sldChg>
      <pc:sldChg chg="addSp delSp modSp add del mod modAnim">
        <pc:chgData name="Hanna Kossowsky" userId="56e21b23dc263710" providerId="LiveId" clId="{D4356A06-506A-4A03-A0A0-04D064873A56}" dt="2024-04-07T12:20:57.483" v="5136" actId="47"/>
        <pc:sldMkLst>
          <pc:docMk/>
          <pc:sldMk cId="985941570" sldId="385"/>
        </pc:sldMkLst>
      </pc:sldChg>
      <pc:sldChg chg="addSp modSp add mod modAnim modNotesTx">
        <pc:chgData name="Hanna Kossowsky" userId="56e21b23dc263710" providerId="LiveId" clId="{D4356A06-506A-4A03-A0A0-04D064873A56}" dt="2024-04-11T07:48:47.444" v="7927" actId="20577"/>
        <pc:sldMkLst>
          <pc:docMk/>
          <pc:sldMk cId="3252578053" sldId="386"/>
        </pc:sldMkLst>
      </pc:sldChg>
      <pc:sldChg chg="delSp modSp add del mod modNotesTx">
        <pc:chgData name="Hanna Kossowsky" userId="56e21b23dc263710" providerId="LiveId" clId="{D4356A06-506A-4A03-A0A0-04D064873A56}" dt="2024-04-07T12:46:09.881" v="6601" actId="47"/>
        <pc:sldMkLst>
          <pc:docMk/>
          <pc:sldMk cId="690614485" sldId="387"/>
        </pc:sldMkLst>
      </pc:sldChg>
      <pc:sldChg chg="add del">
        <pc:chgData name="Hanna Kossowsky" userId="56e21b23dc263710" providerId="LiveId" clId="{D4356A06-506A-4A03-A0A0-04D064873A56}" dt="2024-04-11T08:41:04.583" v="7931" actId="47"/>
        <pc:sldMkLst>
          <pc:docMk/>
          <pc:sldMk cId="1463522460" sldId="387"/>
        </pc:sldMkLst>
      </pc:sldChg>
      <pc:sldChg chg="addSp modSp add mod ord modAnim">
        <pc:chgData name="Hanna Kossowsky" userId="56e21b23dc263710" providerId="LiveId" clId="{D4356A06-506A-4A03-A0A0-04D064873A56}" dt="2024-04-29T17:38:11.079" v="9531"/>
        <pc:sldMkLst>
          <pc:docMk/>
          <pc:sldMk cId="3306194807" sldId="388"/>
        </pc:sldMkLst>
      </pc:sldChg>
      <pc:sldChg chg="addSp delSp modSp add mod modNotesTx">
        <pc:chgData name="Hanna Kossowsky" userId="56e21b23dc263710" providerId="LiveId" clId="{D4356A06-506A-4A03-A0A0-04D064873A56}" dt="2024-04-11T08:54:59.965" v="8426" actId="1076"/>
        <pc:sldMkLst>
          <pc:docMk/>
          <pc:sldMk cId="2487857439" sldId="389"/>
        </pc:sldMkLst>
      </pc:sldChg>
      <pc:sldChg chg="addSp delSp modSp add mod">
        <pc:chgData name="Hanna Kossowsky" userId="56e21b23dc263710" providerId="LiveId" clId="{D4356A06-506A-4A03-A0A0-04D064873A56}" dt="2024-04-11T09:00:18.910" v="8895" actId="478"/>
        <pc:sldMkLst>
          <pc:docMk/>
          <pc:sldMk cId="2205368609" sldId="390"/>
        </pc:sldMkLst>
      </pc:sldChg>
      <pc:sldChg chg="addSp delSp modSp add mod">
        <pc:chgData name="Hanna Kossowsky" userId="56e21b23dc263710" providerId="LiveId" clId="{D4356A06-506A-4A03-A0A0-04D064873A56}" dt="2024-04-11T09:18:30.125" v="9017" actId="1076"/>
        <pc:sldMkLst>
          <pc:docMk/>
          <pc:sldMk cId="2795164391" sldId="391"/>
        </pc:sldMkLst>
      </pc:sldChg>
      <pc:sldChg chg="addSp delSp modSp add mod">
        <pc:chgData name="Hanna Kossowsky" userId="56e21b23dc263710" providerId="LiveId" clId="{D4356A06-506A-4A03-A0A0-04D064873A56}" dt="2024-04-11T09:20:53.461" v="9073" actId="1076"/>
        <pc:sldMkLst>
          <pc:docMk/>
          <pc:sldMk cId="3046450321" sldId="392"/>
        </pc:sldMkLst>
      </pc:sldChg>
      <pc:sldChg chg="modSp add mod ord modAnim">
        <pc:chgData name="Hanna Kossowsky" userId="56e21b23dc263710" providerId="LiveId" clId="{D4356A06-506A-4A03-A0A0-04D064873A56}" dt="2024-04-29T17:50:41.364" v="9889"/>
        <pc:sldMkLst>
          <pc:docMk/>
          <pc:sldMk cId="577880875" sldId="393"/>
        </pc:sldMkLst>
      </pc:sldChg>
      <pc:sldChg chg="addSp modSp add mod ord">
        <pc:chgData name="Hanna Kossowsky" userId="56e21b23dc263710" providerId="LiveId" clId="{D4356A06-506A-4A03-A0A0-04D064873A56}" dt="2024-04-29T17:38:09.230" v="9529" actId="20577"/>
        <pc:sldMkLst>
          <pc:docMk/>
          <pc:sldMk cId="1814684987" sldId="394"/>
        </pc:sldMkLst>
      </pc:sldChg>
      <pc:sldChg chg="modSp add mod modAnim">
        <pc:chgData name="Hanna Kossowsky" userId="56e21b23dc263710" providerId="LiveId" clId="{D4356A06-506A-4A03-A0A0-04D064873A56}" dt="2024-04-29T19:48:04.439" v="9920"/>
        <pc:sldMkLst>
          <pc:docMk/>
          <pc:sldMk cId="1374448592" sldId="395"/>
        </pc:sldMkLst>
      </pc:sldChg>
      <pc:sldChg chg="add del">
        <pc:chgData name="Hanna Kossowsky" userId="56e21b23dc263710" providerId="LiveId" clId="{D4356A06-506A-4A03-A0A0-04D064873A56}" dt="2024-04-29T17:38:23.993" v="9535" actId="47"/>
        <pc:sldMkLst>
          <pc:docMk/>
          <pc:sldMk cId="4019324573" sldId="395"/>
        </pc:sldMkLst>
      </pc:sldChg>
      <pc:sldChg chg="modSp add mod">
        <pc:chgData name="Hanna Kossowsky" userId="56e21b23dc263710" providerId="LiveId" clId="{D4356A06-506A-4A03-A0A0-04D064873A56}" dt="2024-04-29T19:49:13.920" v="9928" actId="13926"/>
        <pc:sldMkLst>
          <pc:docMk/>
          <pc:sldMk cId="987074334" sldId="396"/>
        </pc:sldMkLst>
      </pc:sldChg>
    </pc:docChg>
  </pc:docChgLst>
  <pc:docChgLst>
    <pc:chgData name="Hanna Kossowsky" userId="56e21b23dc263710" providerId="LiveId" clId="{3B5D1565-E1D0-43F2-80F4-E5DCA54FBF51}"/>
    <pc:docChg chg="custSel addSld delSld modSld">
      <pc:chgData name="Hanna Kossowsky" userId="56e21b23dc263710" providerId="LiveId" clId="{3B5D1565-E1D0-43F2-80F4-E5DCA54FBF51}" dt="2025-02-19T06:58:49.006" v="53" actId="47"/>
      <pc:docMkLst>
        <pc:docMk/>
      </pc:docMkLst>
      <pc:sldChg chg="modSp mod modAnim">
        <pc:chgData name="Hanna Kossowsky" userId="56e21b23dc263710" providerId="LiveId" clId="{3B5D1565-E1D0-43F2-80F4-E5DCA54FBF51}" dt="2025-02-19T06:57:18.328" v="52" actId="1036"/>
        <pc:sldMkLst>
          <pc:docMk/>
          <pc:sldMk cId="653706785" sldId="257"/>
        </pc:sldMkLst>
      </pc:sldChg>
      <pc:sldChg chg="del">
        <pc:chgData name="Hanna Kossowsky" userId="56e21b23dc263710" providerId="LiveId" clId="{3B5D1565-E1D0-43F2-80F4-E5DCA54FBF51}" dt="2025-02-19T06:58:49.006" v="53" actId="47"/>
        <pc:sldMkLst>
          <pc:docMk/>
          <pc:sldMk cId="2889954775" sldId="272"/>
        </pc:sldMkLst>
      </pc:sldChg>
      <pc:sldChg chg="modSp add mod">
        <pc:chgData name="Hanna Kossowsky" userId="56e21b23dc263710" providerId="LiveId" clId="{3B5D1565-E1D0-43F2-80F4-E5DCA54FBF51}" dt="2025-02-19T06:55:53.653" v="4" actId="12"/>
        <pc:sldMkLst>
          <pc:docMk/>
          <pc:sldMk cId="143904550" sldId="398"/>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David" panose="020E0502060401010101" pitchFamily="34" charset="-79"/>
              </a:defRPr>
            </a:lvl1pPr>
          </a:lstStyle>
          <a:p>
            <a:endParaRPr lang="LID4096"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David" panose="020E0502060401010101" pitchFamily="34" charset="-79"/>
              </a:defRPr>
            </a:lvl1pPr>
          </a:lstStyle>
          <a:p>
            <a:fld id="{B9B7A0CB-AC5E-42C2-BB7C-8018833232CB}" type="datetimeFigureOut">
              <a:rPr lang="LID4096" smtClean="0"/>
              <a:pPr/>
              <a:t>04/14/2026</a:t>
            </a:fld>
            <a:endParaRPr lang="LID4096"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LID4096"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LID4096"/>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David" panose="020E0502060401010101" pitchFamily="34" charset="-79"/>
              </a:defRPr>
            </a:lvl1pPr>
          </a:lstStyle>
          <a:p>
            <a:endParaRPr lang="LID4096"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David" panose="020E0502060401010101" pitchFamily="34" charset="-79"/>
              </a:defRPr>
            </a:lvl1pPr>
          </a:lstStyle>
          <a:p>
            <a:fld id="{FA96E01F-8DBD-4634-ACB5-33D503B64F6E}" type="slidenum">
              <a:rPr lang="LID4096" smtClean="0"/>
              <a:pPr/>
              <a:t>‹#›</a:t>
            </a:fld>
            <a:endParaRPr lang="LID4096" dirty="0"/>
          </a:p>
        </p:txBody>
      </p:sp>
    </p:spTree>
    <p:extLst>
      <p:ext uri="{BB962C8B-B14F-4D97-AF65-F5344CB8AC3E}">
        <p14:creationId xmlns:p14="http://schemas.microsoft.com/office/powerpoint/2010/main" val="38013302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David" panose="020E0502060401010101" pitchFamily="34" charset="-79"/>
        <a:ea typeface="+mn-ea"/>
        <a:cs typeface="+mn-cs"/>
      </a:defRPr>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LID4096" dirty="0"/>
          </a:p>
        </p:txBody>
      </p:sp>
      <p:sp>
        <p:nvSpPr>
          <p:cNvPr id="4" name="Slide Number Placeholder 3"/>
          <p:cNvSpPr>
            <a:spLocks noGrp="1"/>
          </p:cNvSpPr>
          <p:nvPr>
            <p:ph type="sldNum" sz="quarter" idx="5"/>
          </p:nvPr>
        </p:nvSpPr>
        <p:spPr/>
        <p:txBody>
          <a:bodyPr/>
          <a:lstStyle/>
          <a:p>
            <a:fld id="{FA96E01F-8DBD-4634-ACB5-33D503B64F6E}" type="slidenum">
              <a:rPr lang="LID4096" smtClean="0"/>
              <a:t>1</a:t>
            </a:fld>
            <a:endParaRPr lang="LID4096"/>
          </a:p>
        </p:txBody>
      </p:sp>
    </p:spTree>
    <p:extLst>
      <p:ext uri="{BB962C8B-B14F-4D97-AF65-F5344CB8AC3E}">
        <p14:creationId xmlns:p14="http://schemas.microsoft.com/office/powerpoint/2010/main" val="220665296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D6B8F2-39C3-6193-5400-B7F21D288B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C4538EC-66D5-0740-BDEF-7B7F0EDE9EC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505A21-A8ED-F211-D16C-2AB28966FF93}"/>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0ABAEEDE-075A-BC02-8B40-8FCF714E5557}"/>
              </a:ext>
            </a:extLst>
          </p:cNvPr>
          <p:cNvSpPr>
            <a:spLocks noGrp="1"/>
          </p:cNvSpPr>
          <p:nvPr>
            <p:ph type="sldNum" sz="quarter" idx="5"/>
          </p:nvPr>
        </p:nvSpPr>
        <p:spPr/>
        <p:txBody>
          <a:bodyPr/>
          <a:lstStyle/>
          <a:p>
            <a:fld id="{FA96E01F-8DBD-4634-ACB5-33D503B64F6E}" type="slidenum">
              <a:rPr lang="LID4096" smtClean="0"/>
              <a:t>4</a:t>
            </a:fld>
            <a:endParaRPr lang="LID4096"/>
          </a:p>
        </p:txBody>
      </p:sp>
    </p:spTree>
    <p:extLst>
      <p:ext uri="{BB962C8B-B14F-4D97-AF65-F5344CB8AC3E}">
        <p14:creationId xmlns:p14="http://schemas.microsoft.com/office/powerpoint/2010/main" val="233955472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endParaRPr lang="he-IL" dirty="0"/>
          </a:p>
        </p:txBody>
      </p:sp>
      <p:sp>
        <p:nvSpPr>
          <p:cNvPr id="4" name="מציין מיקום של מספר שקופית 3"/>
          <p:cNvSpPr>
            <a:spLocks noGrp="1"/>
          </p:cNvSpPr>
          <p:nvPr>
            <p:ph type="sldNum" sz="quarter" idx="5"/>
          </p:nvPr>
        </p:nvSpPr>
        <p:spPr/>
        <p:txBody>
          <a:bodyPr/>
          <a:lstStyle/>
          <a:p>
            <a:fld id="{FA96E01F-8DBD-4634-ACB5-33D503B64F6E}" type="slidenum">
              <a:rPr lang="LID4096" smtClean="0"/>
              <a:pPr/>
              <a:t>5</a:t>
            </a:fld>
            <a:endParaRPr lang="LID4096" dirty="0"/>
          </a:p>
        </p:txBody>
      </p:sp>
    </p:spTree>
    <p:extLst>
      <p:ext uri="{BB962C8B-B14F-4D97-AF65-F5344CB8AC3E}">
        <p14:creationId xmlns:p14="http://schemas.microsoft.com/office/powerpoint/2010/main" val="364500532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CC7D1A-57F1-0F04-C379-AE67AEF0C69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777F074-A3B9-574D-3C6E-394BC21AEAD9}"/>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6A6CE87A-DAB7-D56B-67D4-147B2641B574}"/>
                  </a:ext>
                </a:extLst>
              </p:cNvPr>
              <p:cNvSpPr>
                <a:spLocks noGrp="1"/>
              </p:cNvSpPr>
              <p:nvPr>
                <p:ph type="body" idx="1"/>
              </p:nvPr>
            </p:nvSpPr>
            <p:spPr/>
            <p:txBody>
              <a:bodyPr/>
              <a:lstStyle/>
              <a:p>
                <a:r>
                  <a:rPr lang="en-US" dirty="0"/>
                  <a:t>Why do we divide by </a:t>
                </a:r>
                <a14:m>
                  <m:oMath xmlns:m="http://schemas.openxmlformats.org/officeDocument/2006/math">
                    <m:r>
                      <a:rPr lang="en-US" sz="1200" i="1" kern="1200">
                        <a:solidFill>
                          <a:schemeClr val="tx1"/>
                        </a:solidFill>
                        <a:latin typeface="Cambria Math" panose="02040503050406030204" pitchFamily="18" charset="0"/>
                        <a:ea typeface="+mn-ea"/>
                        <a:cs typeface="+mn-cs"/>
                      </a:rPr>
                      <m:t>𝑃</m:t>
                    </m:r>
                    <m:d>
                      <m:dPr>
                        <m:ctrlPr>
                          <a:rPr lang="ar-AE" sz="1200" i="1" kern="1200">
                            <a:solidFill>
                              <a:schemeClr val="tx1"/>
                            </a:solidFill>
                            <a:latin typeface="Cambria Math" panose="02040503050406030204" pitchFamily="18" charset="0"/>
                            <a:ea typeface="+mn-ea"/>
                            <a:cs typeface="+mn-cs"/>
                          </a:rPr>
                        </m:ctrlPr>
                      </m:dPr>
                      <m:e>
                        <m:r>
                          <a:rPr lang="ar-AE" sz="1200" i="1" kern="1200">
                            <a:solidFill>
                              <a:schemeClr val="tx1"/>
                            </a:solidFill>
                            <a:latin typeface="Cambria Math" panose="02040503050406030204" pitchFamily="18" charset="0"/>
                            <a:ea typeface="+mn-ea"/>
                            <a:cs typeface="+mn-cs"/>
                          </a:rPr>
                          <m:t>𝐵</m:t>
                        </m:r>
                      </m:e>
                    </m:d>
                  </m:oMath>
                </a14:m>
                <a:r>
                  <a:rPr lang="ar-AE" dirty="0"/>
                  <a:t>?</a:t>
                </a:r>
              </a:p>
              <a:p>
                <a:r>
                  <a:rPr lang="en-US" b="0" dirty="0"/>
                  <a:t>we restrict the sample space to B.</a:t>
                </a:r>
              </a:p>
              <a:p>
                <a:pPr algn="l"/>
                <a:endParaRPr lang="LID4096" dirty="0"/>
              </a:p>
            </p:txBody>
          </p:sp>
        </mc:Choice>
        <mc:Fallback xmlns="">
          <p:sp>
            <p:nvSpPr>
              <p:cNvPr id="3" name="Notes Placeholder 2">
                <a:extLst>
                  <a:ext uri="{FF2B5EF4-FFF2-40B4-BE49-F238E27FC236}">
                    <a16:creationId xmlns:a16="http://schemas.microsoft.com/office/drawing/2014/main" id="{06D927A6-2D8F-2E73-58A3-AFD056B8BE91}"/>
                  </a:ext>
                </a:extLst>
              </p:cNvPr>
              <p:cNvSpPr>
                <a:spLocks noGrp="1"/>
              </p:cNvSpPr>
              <p:nvPr>
                <p:ph type="body" idx="1"/>
              </p:nvPr>
            </p:nvSpPr>
            <p:spPr/>
            <p:txBody>
              <a:bodyPr/>
              <a:lstStyle/>
              <a:p>
                <a:r>
                  <a:rPr lang="en-US" dirty="0"/>
                  <a:t>Why do we divide by </a:t>
                </a:r>
                <a:r>
                  <a:rPr lang="en-US" sz="1200" i="0" kern="1200">
                    <a:solidFill>
                      <a:schemeClr val="tx1"/>
                    </a:solidFill>
                    <a:latin typeface="David" panose="020E0502060401010101" pitchFamily="34" charset="-79"/>
                    <a:ea typeface="+mn-ea"/>
                    <a:cs typeface="+mn-cs"/>
                  </a:rPr>
                  <a:t>𝑃</a:t>
                </a:r>
                <a:r>
                  <a:rPr lang="ar-AE" sz="1200" i="0" kern="1200">
                    <a:solidFill>
                      <a:schemeClr val="tx1"/>
                    </a:solidFill>
                    <a:latin typeface="David" panose="020E0502060401010101" pitchFamily="34" charset="-79"/>
                    <a:ea typeface="+mn-ea"/>
                    <a:cs typeface="+mn-cs"/>
                  </a:rPr>
                  <a:t>(𝐵)</a:t>
                </a:r>
                <a:r>
                  <a:rPr lang="ar-AE" dirty="0"/>
                  <a:t>?</a:t>
                </a:r>
              </a:p>
              <a:p>
                <a:r>
                  <a:rPr lang="en-US" b="0" dirty="0"/>
                  <a:t>we restrict the sample space to B.</a:t>
                </a:r>
              </a:p>
              <a:p>
                <a:pPr algn="l"/>
                <a:endParaRPr lang="LID4096" dirty="0"/>
              </a:p>
            </p:txBody>
          </p:sp>
        </mc:Fallback>
      </mc:AlternateContent>
      <p:sp>
        <p:nvSpPr>
          <p:cNvPr id="4" name="Slide Number Placeholder 3">
            <a:extLst>
              <a:ext uri="{FF2B5EF4-FFF2-40B4-BE49-F238E27FC236}">
                <a16:creationId xmlns:a16="http://schemas.microsoft.com/office/drawing/2014/main" id="{0F334DC1-FEF7-B6A6-EAEA-B17EEE606E82}"/>
              </a:ext>
            </a:extLst>
          </p:cNvPr>
          <p:cNvSpPr>
            <a:spLocks noGrp="1"/>
          </p:cNvSpPr>
          <p:nvPr>
            <p:ph type="sldNum" sz="quarter" idx="5"/>
          </p:nvPr>
        </p:nvSpPr>
        <p:spPr/>
        <p:txBody>
          <a:bodyPr/>
          <a:lstStyle/>
          <a:p>
            <a:fld id="{FA96E01F-8DBD-4634-ACB5-33D503B64F6E}" type="slidenum">
              <a:rPr lang="LID4096" smtClean="0"/>
              <a:t>7</a:t>
            </a:fld>
            <a:endParaRPr lang="LID4096"/>
          </a:p>
        </p:txBody>
      </p:sp>
    </p:spTree>
    <p:extLst>
      <p:ext uri="{BB962C8B-B14F-4D97-AF65-F5344CB8AC3E}">
        <p14:creationId xmlns:p14="http://schemas.microsoft.com/office/powerpoint/2010/main" val="1930771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FD66ED-2FEC-4D29-FAF7-8200B406812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292FD61-9A95-B37D-4B7E-4B8ACB3E6222}"/>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C318A75C-86C4-B1A2-BC9E-F0F914A37D42}"/>
                  </a:ext>
                </a:extLst>
              </p:cNvPr>
              <p:cNvSpPr>
                <a:spLocks noGrp="1"/>
              </p:cNvSpPr>
              <p:nvPr>
                <p:ph type="body" idx="1"/>
              </p:nvPr>
            </p:nvSpPr>
            <p:spPr/>
            <p:txBody>
              <a:bodyPr/>
              <a:lstStyle/>
              <a:p>
                <a:pPr>
                  <a:lnSpc>
                    <a:spcPct val="150000"/>
                  </a:lnSpc>
                </a:pPr>
                <a:r>
                  <a:rPr lang="en-GB" sz="3200" dirty="0"/>
                  <a:t>The probability of a person being the Pope given that this person is Argentinian is not the same as the probability of being Argentinian given that this person is the Pope. </a:t>
                </a:r>
              </a:p>
              <a:p>
                <a:pPr lvl="1">
                  <a:lnSpc>
                    <a:spcPct val="150000"/>
                  </a:lnSpc>
                </a:pPr>
                <a:r>
                  <a:rPr lang="en-GB" sz="2800" dirty="0"/>
                  <a:t>There are around 47,000,000 Argentinians alive and a single one of them is the current Pope - </a:t>
                </a:r>
                <a14:m>
                  <m:oMath xmlns:m="http://schemas.openxmlformats.org/officeDocument/2006/math">
                    <m:r>
                      <a:rPr lang="en-GB" sz="2800">
                        <a:latin typeface="Cambria Math" panose="02040503050406030204" pitchFamily="18" charset="0"/>
                      </a:rPr>
                      <m:t>𝑃</m:t>
                    </m:r>
                    <m:d>
                      <m:dPr>
                        <m:ctrlPr>
                          <a:rPr lang="en-GB" sz="2800" i="1">
                            <a:latin typeface="Cambria Math" panose="02040503050406030204" pitchFamily="18" charset="0"/>
                          </a:rPr>
                        </m:ctrlPr>
                      </m:dPr>
                      <m:e>
                        <m:r>
                          <a:rPr lang="en-GB" sz="2800">
                            <a:latin typeface="Cambria Math" panose="02040503050406030204" pitchFamily="18" charset="0"/>
                          </a:rPr>
                          <m:t>𝑝𝑜𝑝𝑒</m:t>
                        </m:r>
                      </m:e>
                      <m:e>
                        <m:r>
                          <a:rPr lang="en-GB" sz="2800">
                            <a:latin typeface="Cambria Math" panose="02040503050406030204" pitchFamily="18" charset="0"/>
                          </a:rPr>
                          <m:t>𝐴𝑟𝑔𝑒𝑛𝑡𝑖𝑛𝑖𝑎𝑛</m:t>
                        </m:r>
                      </m:e>
                    </m:d>
                    <m:r>
                      <a:rPr lang="en-GB" sz="2800">
                        <a:latin typeface="Cambria Math" panose="02040503050406030204" pitchFamily="18" charset="0"/>
                      </a:rPr>
                      <m:t>=</m:t>
                    </m:r>
                    <m:f>
                      <m:fPr>
                        <m:ctrlPr>
                          <a:rPr lang="en-GB" sz="2800" i="1">
                            <a:latin typeface="Cambria Math" panose="02040503050406030204" pitchFamily="18" charset="0"/>
                          </a:rPr>
                        </m:ctrlPr>
                      </m:fPr>
                      <m:num>
                        <m:r>
                          <a:rPr lang="en-GB" sz="2800">
                            <a:latin typeface="Cambria Math" panose="02040503050406030204" pitchFamily="18" charset="0"/>
                          </a:rPr>
                          <m:t>1</m:t>
                        </m:r>
                      </m:num>
                      <m:den>
                        <m:r>
                          <a:rPr lang="en-GB" sz="2800">
                            <a:latin typeface="Cambria Math" panose="02040503050406030204" pitchFamily="18" charset="0"/>
                          </a:rPr>
                          <m:t>47</m:t>
                        </m:r>
                        <m:r>
                          <a:rPr lang="en-GB" sz="2800">
                            <a:latin typeface="Cambria Math" panose="02040503050406030204" pitchFamily="18" charset="0"/>
                          </a:rPr>
                          <m:t>,</m:t>
                        </m:r>
                        <m:r>
                          <a:rPr lang="en-GB" sz="2800">
                            <a:latin typeface="Cambria Math" panose="02040503050406030204" pitchFamily="18" charset="0"/>
                          </a:rPr>
                          <m:t>000</m:t>
                        </m:r>
                        <m:r>
                          <a:rPr lang="en-GB" sz="2800">
                            <a:latin typeface="Cambria Math" panose="02040503050406030204" pitchFamily="18" charset="0"/>
                          </a:rPr>
                          <m:t>,</m:t>
                        </m:r>
                        <m:r>
                          <a:rPr lang="en-GB" sz="2800">
                            <a:latin typeface="Cambria Math" panose="02040503050406030204" pitchFamily="18" charset="0"/>
                          </a:rPr>
                          <m:t>000</m:t>
                        </m:r>
                      </m:den>
                    </m:f>
                  </m:oMath>
                </a14:m>
                <a:endParaRPr lang="en-GB" sz="2800" dirty="0"/>
              </a:p>
              <a:p>
                <a:pPr lvl="1">
                  <a:lnSpc>
                    <a:spcPct val="150000"/>
                  </a:lnSpc>
                </a:pPr>
                <a14:m>
                  <m:oMathPara xmlns:m="http://schemas.openxmlformats.org/officeDocument/2006/math">
                    <m:oMathParaPr>
                      <m:jc m:val="centerGroup"/>
                    </m:oMathParaPr>
                    <m:oMath xmlns:m="http://schemas.openxmlformats.org/officeDocument/2006/math">
                      <m:r>
                        <a:rPr lang="en-GB" sz="2800">
                          <a:latin typeface="Cambria Math" panose="02040503050406030204" pitchFamily="18" charset="0"/>
                        </a:rPr>
                        <m:t>𝑃</m:t>
                      </m:r>
                      <m:r>
                        <a:rPr lang="en-GB" sz="2800">
                          <a:latin typeface="Cambria Math" panose="02040503050406030204" pitchFamily="18" charset="0"/>
                        </a:rPr>
                        <m:t>(</m:t>
                      </m:r>
                      <m:r>
                        <a:rPr lang="en-GB" sz="2800">
                          <a:latin typeface="Cambria Math" panose="02040503050406030204" pitchFamily="18" charset="0"/>
                        </a:rPr>
                        <m:t>𝐴𝑟𝑔𝑒𝑛𝑡𝑖𝑛𝑖𝑎𝑛</m:t>
                      </m:r>
                      <m:d>
                        <m:dPr>
                          <m:begChr m:val="|"/>
                          <m:ctrlPr>
                            <a:rPr lang="en-GB" sz="2800" i="1">
                              <a:latin typeface="Cambria Math" panose="02040503050406030204" pitchFamily="18" charset="0"/>
                            </a:rPr>
                          </m:ctrlPr>
                        </m:dPr>
                        <m:e>
                          <m:r>
                            <m:rPr>
                              <m:sty m:val="p"/>
                            </m:rPr>
                            <a:rPr lang="en-GB" sz="2800">
                              <a:latin typeface="Cambria Math" panose="02040503050406030204" pitchFamily="18" charset="0"/>
                            </a:rPr>
                            <m:t>pope</m:t>
                          </m:r>
                        </m:e>
                      </m:d>
                      <m:r>
                        <a:rPr lang="en-GB" sz="2800">
                          <a:latin typeface="Cambria Math" panose="02040503050406030204" pitchFamily="18" charset="0"/>
                        </a:rPr>
                        <m:t>=</m:t>
                      </m:r>
                      <m:r>
                        <a:rPr lang="en-GB" sz="2800">
                          <a:latin typeface="Cambria Math" panose="02040503050406030204" pitchFamily="18" charset="0"/>
                        </a:rPr>
                        <m:t>1</m:t>
                      </m:r>
                    </m:oMath>
                  </m:oMathPara>
                </a14:m>
                <a:endParaRPr lang="en-GB" sz="2800" dirty="0"/>
              </a:p>
              <a:p>
                <a:pPr algn="l"/>
                <a:endParaRPr lang="LID4096" dirty="0"/>
              </a:p>
            </p:txBody>
          </p:sp>
        </mc:Choice>
        <mc:Fallback xmlns="">
          <p:sp>
            <p:nvSpPr>
              <p:cNvPr id="3" name="Notes Placeholder 2">
                <a:extLst>
                  <a:ext uri="{FF2B5EF4-FFF2-40B4-BE49-F238E27FC236}">
                    <a16:creationId xmlns:a16="http://schemas.microsoft.com/office/drawing/2014/main" id="{E0A85F9B-69B4-9BDE-D9C8-229C05A4625F}"/>
                  </a:ext>
                </a:extLst>
              </p:cNvPr>
              <p:cNvSpPr>
                <a:spLocks noGrp="1"/>
              </p:cNvSpPr>
              <p:nvPr>
                <p:ph type="body" idx="1"/>
              </p:nvPr>
            </p:nvSpPr>
            <p:spPr/>
            <p:txBody>
              <a:bodyPr/>
              <a:lstStyle/>
              <a:p>
                <a:pPr>
                  <a:lnSpc>
                    <a:spcPct val="150000"/>
                  </a:lnSpc>
                </a:pPr>
                <a:r>
                  <a:rPr lang="en-GB" sz="3200" dirty="0"/>
                  <a:t>The probability of a person being the Pope given that this person is Argentinian is not the same as the probability of being Argentinian given that this person is the Pope. </a:t>
                </a:r>
              </a:p>
              <a:p>
                <a:pPr lvl="1">
                  <a:lnSpc>
                    <a:spcPct val="150000"/>
                  </a:lnSpc>
                </a:pPr>
                <a:r>
                  <a:rPr lang="en-GB" sz="2800" dirty="0"/>
                  <a:t>There are around 47,000,000 Argentinians alive and a single one of them is the current Pope - </a:t>
                </a:r>
                <a:r>
                  <a:rPr lang="en-GB" sz="2800" i="0">
                    <a:latin typeface="Cambria Math" panose="02040503050406030204" pitchFamily="18" charset="0"/>
                  </a:rPr>
                  <a:t>𝑃(𝑝𝑜𝑝𝑒│𝐴𝑟𝑔𝑒𝑛𝑡𝑖𝑛𝑖𝑎𝑛)=1/47,000,000</a:t>
                </a:r>
                <a:endParaRPr lang="en-GB" sz="2800" dirty="0"/>
              </a:p>
              <a:p>
                <a:pPr lvl="1">
                  <a:lnSpc>
                    <a:spcPct val="150000"/>
                  </a:lnSpc>
                </a:pPr>
                <a:r>
                  <a:rPr lang="en-GB" sz="2800" i="0">
                    <a:latin typeface="Cambria Math" panose="02040503050406030204" pitchFamily="18" charset="0"/>
                  </a:rPr>
                  <a:t>𝑃(𝐴𝑟𝑔𝑒𝑛𝑡𝑖𝑛𝑖𝑎𝑛|pope)=1</a:t>
                </a:r>
                <a:endParaRPr lang="en-GB" sz="2800" dirty="0"/>
              </a:p>
              <a:p>
                <a:pPr algn="l"/>
                <a:endParaRPr lang="LID4096" dirty="0"/>
              </a:p>
            </p:txBody>
          </p:sp>
        </mc:Fallback>
      </mc:AlternateContent>
      <p:sp>
        <p:nvSpPr>
          <p:cNvPr id="4" name="Slide Number Placeholder 3">
            <a:extLst>
              <a:ext uri="{FF2B5EF4-FFF2-40B4-BE49-F238E27FC236}">
                <a16:creationId xmlns:a16="http://schemas.microsoft.com/office/drawing/2014/main" id="{9D7B19B2-75AE-AB5A-5AB9-51A8452A40F9}"/>
              </a:ext>
            </a:extLst>
          </p:cNvPr>
          <p:cNvSpPr>
            <a:spLocks noGrp="1"/>
          </p:cNvSpPr>
          <p:nvPr>
            <p:ph type="sldNum" sz="quarter" idx="5"/>
          </p:nvPr>
        </p:nvSpPr>
        <p:spPr/>
        <p:txBody>
          <a:bodyPr/>
          <a:lstStyle/>
          <a:p>
            <a:fld id="{FA96E01F-8DBD-4634-ACB5-33D503B64F6E}" type="slidenum">
              <a:rPr lang="LID4096" smtClean="0"/>
              <a:t>8</a:t>
            </a:fld>
            <a:endParaRPr lang="LID4096"/>
          </a:p>
        </p:txBody>
      </p:sp>
    </p:spTree>
    <p:extLst>
      <p:ext uri="{BB962C8B-B14F-4D97-AF65-F5344CB8AC3E}">
        <p14:creationId xmlns:p14="http://schemas.microsoft.com/office/powerpoint/2010/main" val="170565703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EB8CB0-7404-E69C-E7E0-8F1FAD731B69}"/>
            </a:ext>
          </a:extLst>
        </p:cNvPr>
        <p:cNvGrpSpPr/>
        <p:nvPr/>
      </p:nvGrpSpPr>
      <p:grpSpPr>
        <a:xfrm>
          <a:off x="0" y="0"/>
          <a:ext cx="0" cy="0"/>
          <a:chOff x="0" y="0"/>
          <a:chExt cx="0" cy="0"/>
        </a:xfrm>
      </p:grpSpPr>
      <p:sp>
        <p:nvSpPr>
          <p:cNvPr id="2" name="מציין מיקום של תמונת שקופית 1">
            <a:extLst>
              <a:ext uri="{FF2B5EF4-FFF2-40B4-BE49-F238E27FC236}">
                <a16:creationId xmlns:a16="http://schemas.microsoft.com/office/drawing/2014/main" id="{7920F00A-DCB9-DFD7-D6F6-8094DABBC432}"/>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מציין מיקום של הערות 2">
                <a:extLst>
                  <a:ext uri="{FF2B5EF4-FFF2-40B4-BE49-F238E27FC236}">
                    <a16:creationId xmlns:a16="http://schemas.microsoft.com/office/drawing/2014/main" id="{5DE2799C-D4F0-5ABA-AB3D-77A516BD4676}"/>
                  </a:ext>
                </a:extLst>
              </p:cNvPr>
              <p:cNvSpPr>
                <a:spLocks noGrp="1"/>
              </p:cNvSpPr>
              <p:nvPr>
                <p:ph type="body" idx="1"/>
              </p:nvPr>
            </p:nvSpPr>
            <p:spPr/>
            <p:txBody>
              <a:bodyPr/>
              <a:lstStyle/>
              <a:p>
                <a:pPr algn="l"/>
                <a:r>
                  <a:rPr lang="en-GB" dirty="0"/>
                  <a:t>Under which parameters is the data most likely?</a:t>
                </a:r>
              </a:p>
              <a:p>
                <a:pPr algn="l"/>
                <a:r>
                  <a:rPr lang="en-GB" dirty="0"/>
                  <a:t>We have to start with some idea – the prior. Then we use our data to update it. </a:t>
                </a:r>
              </a:p>
              <a:p>
                <a:pPr algn="l"/>
                <a:r>
                  <a:rPr lang="en-GB" dirty="0"/>
                  <a:t>We want to choose a prior which allows for updating it given our data.</a:t>
                </a:r>
              </a:p>
              <a:p>
                <a:pPr algn="l" rtl="0"/>
                <a:endParaRPr lang="en-US" b="0" i="1" dirty="0">
                  <a:solidFill>
                    <a:schemeClr val="accent3"/>
                  </a:solidFill>
                  <a:latin typeface="Cambria Math" panose="02040503050406030204" pitchFamily="18" charset="0"/>
                </a:endParaRPr>
              </a:p>
              <a:p>
                <a:pPr algn="l" rtl="0"/>
                <a14:m>
                  <m:oMath xmlns:m="http://schemas.openxmlformats.org/officeDocument/2006/math">
                    <m:r>
                      <a:rPr lang="en-US" b="0" i="1" smtClean="0">
                        <a:solidFill>
                          <a:schemeClr val="accent3"/>
                        </a:solidFill>
                        <a:latin typeface="Cambria Math" panose="02040503050406030204" pitchFamily="18" charset="0"/>
                      </a:rPr>
                      <m:t>𝑚𝑎𝑟𝑔𝑖𝑛𝑎𝑙</m:t>
                    </m:r>
                    <m:r>
                      <a:rPr lang="en-US" b="0" i="1" smtClean="0">
                        <a:solidFill>
                          <a:schemeClr val="accent3"/>
                        </a:solidFill>
                        <a:latin typeface="Cambria Math" panose="02040503050406030204" pitchFamily="18" charset="0"/>
                      </a:rPr>
                      <m:t> </m:t>
                    </m:r>
                    <m:r>
                      <a:rPr lang="en-US" b="0" i="1" smtClean="0">
                        <a:solidFill>
                          <a:schemeClr val="accent3"/>
                        </a:solidFill>
                        <a:latin typeface="Cambria Math" panose="02040503050406030204" pitchFamily="18" charset="0"/>
                      </a:rPr>
                      <m:t>𝑙𝑖𝑘𝑒𝑙𝑖</m:t>
                    </m:r>
                    <m:r>
                      <a:rPr lang="en-US" b="0" i="1" smtClean="0">
                        <a:solidFill>
                          <a:schemeClr val="accent3"/>
                        </a:solidFill>
                        <a:latin typeface="Cambria Math" panose="02040503050406030204" pitchFamily="18" charset="0"/>
                      </a:rPr>
                      <m:t>h</m:t>
                    </m:r>
                    <m:r>
                      <a:rPr lang="en-US" b="0" i="1" smtClean="0">
                        <a:solidFill>
                          <a:schemeClr val="accent3"/>
                        </a:solidFill>
                        <a:latin typeface="Cambria Math" panose="02040503050406030204" pitchFamily="18" charset="0"/>
                      </a:rPr>
                      <m:t>𝑜𝑜𝑑</m:t>
                    </m:r>
                    <m:r>
                      <a:rPr lang="en-US" b="0" i="1" smtClean="0">
                        <a:solidFill>
                          <a:schemeClr val="accent3"/>
                        </a:solidFill>
                        <a:latin typeface="Cambria Math" panose="02040503050406030204" pitchFamily="18" charset="0"/>
                      </a:rPr>
                      <m:t>− </m:t>
                    </m:r>
                    <m:nary>
                      <m:naryPr>
                        <m:chr m:val="∑"/>
                        <m:limLoc m:val="subSup"/>
                        <m:supHide m:val="on"/>
                        <m:ctrlPr>
                          <a:rPr lang="LID4096" i="1" smtClean="0">
                            <a:solidFill>
                              <a:schemeClr val="accent3"/>
                            </a:solidFill>
                            <a:latin typeface="Cambria Math" panose="02040503050406030204" pitchFamily="18" charset="0"/>
                          </a:rPr>
                        </m:ctrlPr>
                      </m:naryPr>
                      <m:sub>
                        <m:r>
                          <a:rPr lang="en-US" i="1" smtClean="0">
                            <a:solidFill>
                              <a:schemeClr val="accent3"/>
                            </a:solidFill>
                            <a:latin typeface="Cambria Math" panose="02040503050406030204" pitchFamily="18" charset="0"/>
                          </a:rPr>
                          <m:t>𝑚</m:t>
                        </m:r>
                        <m:r>
                          <a:rPr lang="en-US" b="0" i="1" smtClean="0">
                            <a:solidFill>
                              <a:schemeClr val="accent3"/>
                            </a:solidFill>
                            <a:latin typeface="Cambria Math" panose="02040503050406030204" pitchFamily="18" charset="0"/>
                          </a:rPr>
                          <m:t>𝑜𝑑𝑒𝑙𝑠</m:t>
                        </m:r>
                      </m:sub>
                      <m:sup/>
                      <m:e>
                        <m:r>
                          <a:rPr lang="en-US" b="0" i="1" smtClean="0">
                            <a:solidFill>
                              <a:schemeClr val="accent3"/>
                            </a:solidFill>
                            <a:latin typeface="Cambria Math" panose="02040503050406030204" pitchFamily="18" charset="0"/>
                          </a:rPr>
                          <m:t>𝑃</m:t>
                        </m:r>
                        <m:d>
                          <m:dPr>
                            <m:ctrlPr>
                              <a:rPr lang="LID4096" i="1">
                                <a:solidFill>
                                  <a:schemeClr val="accent3"/>
                                </a:solidFill>
                                <a:latin typeface="Cambria Math" panose="02040503050406030204" pitchFamily="18" charset="0"/>
                              </a:rPr>
                            </m:ctrlPr>
                          </m:dPr>
                          <m:e>
                            <m:d>
                              <m:dPr>
                                <m:begChr m:val=""/>
                                <m:endChr m:val="|"/>
                                <m:ctrlPr>
                                  <a:rPr lang="LID4096" i="1" smtClean="0">
                                    <a:solidFill>
                                      <a:schemeClr val="accent3"/>
                                    </a:solidFill>
                                    <a:latin typeface="Cambria Math" panose="02040503050406030204" pitchFamily="18" charset="0"/>
                                  </a:rPr>
                                </m:ctrlPr>
                              </m:dPr>
                              <m:e>
                                <m:r>
                                  <a:rPr lang="en-US" b="0" i="1" smtClean="0">
                                    <a:solidFill>
                                      <a:schemeClr val="accent3"/>
                                    </a:solidFill>
                                    <a:latin typeface="Cambria Math" panose="02040503050406030204" pitchFamily="18" charset="0"/>
                                  </a:rPr>
                                  <m:t>𝑑𝑎𝑡𝑎</m:t>
                                </m:r>
                              </m:e>
                            </m:d>
                            <m:sSup>
                              <m:sSupPr>
                                <m:ctrlPr>
                                  <a:rPr lang="LID4096" i="1">
                                    <a:solidFill>
                                      <a:schemeClr val="accent3"/>
                                    </a:solidFill>
                                    <a:latin typeface="Cambria Math" panose="02040503050406030204" pitchFamily="18" charset="0"/>
                                  </a:rPr>
                                </m:ctrlPr>
                              </m:sSupPr>
                              <m:e>
                                <m:r>
                                  <a:rPr lang="en-US" b="0" i="1" smtClean="0">
                                    <a:solidFill>
                                      <a:schemeClr val="accent3"/>
                                    </a:solidFill>
                                    <a:latin typeface="Cambria Math" panose="02040503050406030204" pitchFamily="18" charset="0"/>
                                  </a:rPr>
                                  <m:t>𝑚𝑜𝑑𝑒𝑙</m:t>
                                </m:r>
                              </m:e>
                              <m:sup>
                                <m:r>
                                  <a:rPr lang="LID4096" i="1" smtClean="0">
                                    <a:solidFill>
                                      <a:schemeClr val="accent3"/>
                                    </a:solidFill>
                                    <a:latin typeface="Cambria Math" panose="02040503050406030204" pitchFamily="18" charset="0"/>
                                  </a:rPr>
                                  <m:t>∗</m:t>
                                </m:r>
                              </m:sup>
                            </m:sSup>
                          </m:e>
                        </m:d>
                        <m:r>
                          <a:rPr lang="en-US" b="0" i="1" smtClean="0">
                            <a:solidFill>
                              <a:schemeClr val="accent3"/>
                            </a:solidFill>
                            <a:latin typeface="Cambria Math" panose="02040503050406030204" pitchFamily="18" charset="0"/>
                          </a:rPr>
                          <m:t>𝑃</m:t>
                        </m:r>
                        <m:d>
                          <m:dPr>
                            <m:ctrlPr>
                              <a:rPr lang="LID4096" i="1">
                                <a:solidFill>
                                  <a:schemeClr val="accent3"/>
                                </a:solidFill>
                                <a:latin typeface="Cambria Math" panose="02040503050406030204" pitchFamily="18" charset="0"/>
                              </a:rPr>
                            </m:ctrlPr>
                          </m:dPr>
                          <m:e>
                            <m:sSup>
                              <m:sSupPr>
                                <m:ctrlPr>
                                  <a:rPr lang="LID4096" i="1">
                                    <a:solidFill>
                                      <a:schemeClr val="accent3"/>
                                    </a:solidFill>
                                    <a:latin typeface="Cambria Math" panose="02040503050406030204" pitchFamily="18" charset="0"/>
                                  </a:rPr>
                                </m:ctrlPr>
                              </m:sSupPr>
                              <m:e>
                                <m:r>
                                  <a:rPr lang="en-US" b="0" i="1" smtClean="0">
                                    <a:solidFill>
                                      <a:schemeClr val="accent3"/>
                                    </a:solidFill>
                                    <a:latin typeface="Cambria Math" panose="02040503050406030204" pitchFamily="18" charset="0"/>
                                  </a:rPr>
                                  <m:t>𝑚𝑜𝑑𝑒𝑙</m:t>
                                </m:r>
                              </m:e>
                              <m:sup>
                                <m:r>
                                  <a:rPr lang="LID4096" i="1">
                                    <a:solidFill>
                                      <a:schemeClr val="accent3"/>
                                    </a:solidFill>
                                    <a:latin typeface="Cambria Math" panose="02040503050406030204" pitchFamily="18" charset="0"/>
                                  </a:rPr>
                                  <m:t>∗</m:t>
                                </m:r>
                              </m:sup>
                            </m:sSup>
                          </m:e>
                        </m:d>
                      </m:e>
                    </m:nary>
                  </m:oMath>
                </a14:m>
                <a:r>
                  <a:rPr lang="en-US" dirty="0">
                    <a:solidFill>
                      <a:schemeClr val="accent3"/>
                    </a:solidFill>
                  </a:rPr>
                  <a:t>  </a:t>
                </a:r>
                <a:r>
                  <a:rPr lang="en-GB" dirty="0"/>
                  <a:t>– probability of the data given all possible models. But we have the data. Also called evidence.</a:t>
                </a:r>
              </a:p>
              <a:p>
                <a:pPr algn="l"/>
                <a:endParaRPr lang="en-GB" dirty="0"/>
              </a:p>
              <a:p>
                <a:pPr algn="l"/>
                <a:r>
                  <a:rPr lang="en-GB" dirty="0"/>
                  <a:t>Likelihood – probability distribution of the data – so if we integrate over the data it will give us 1, but not if we integrate over the parameter. We integrate over the parameter in the evidence.</a:t>
                </a:r>
                <a:endParaRPr lang="he-IL" dirty="0"/>
              </a:p>
            </p:txBody>
          </p:sp>
        </mc:Choice>
        <mc:Fallback xmlns="">
          <p:sp>
            <p:nvSpPr>
              <p:cNvPr id="3" name="מציין מיקום של הערות 2"/>
              <p:cNvSpPr>
                <a:spLocks noGrp="1"/>
              </p:cNvSpPr>
              <p:nvPr>
                <p:ph type="body" idx="1"/>
              </p:nvPr>
            </p:nvSpPr>
            <p:spPr/>
            <p:txBody>
              <a:bodyPr/>
              <a:lstStyle/>
              <a:p>
                <a:pPr algn="l" rtl="0"/>
                <a:r>
                  <a:rPr lang="en-US" b="0" i="0">
                    <a:solidFill>
                      <a:schemeClr val="accent3"/>
                    </a:solidFill>
                    <a:latin typeface="Cambria Math" panose="02040503050406030204" pitchFamily="18" charset="0"/>
                  </a:rPr>
                  <a:t>𝑚𝑎𝑟𝑔𝑖𝑛𝑎𝑙 𝑙𝑖𝑘𝑒𝑙𝑖ℎ𝑜𝑜𝑑− </a:t>
                </a:r>
                <a:r>
                  <a:rPr lang="LID4096" i="0">
                    <a:solidFill>
                      <a:schemeClr val="accent3"/>
                    </a:solidFill>
                    <a:latin typeface="Cambria Math" panose="02040503050406030204" pitchFamily="18" charset="0"/>
                  </a:rPr>
                  <a:t>∑2</a:t>
                </a:r>
                <a:r>
                  <a:rPr lang="en-US" b="0" i="0">
                    <a:solidFill>
                      <a:schemeClr val="accent3"/>
                    </a:solidFill>
                    <a:latin typeface="Cambria Math" panose="02040503050406030204" pitchFamily="18" charset="0"/>
                  </a:rPr>
                  <a:t>_</a:t>
                </a:r>
                <a:r>
                  <a:rPr lang="en-US" i="0">
                    <a:solidFill>
                      <a:schemeClr val="accent3"/>
                    </a:solidFill>
                    <a:latin typeface="Cambria Math" panose="02040503050406030204" pitchFamily="18" charset="0"/>
                  </a:rPr>
                  <a:t>𝑚</a:t>
                </a:r>
                <a:r>
                  <a:rPr lang="en-US" b="0" i="0">
                    <a:solidFill>
                      <a:schemeClr val="accent3"/>
                    </a:solidFill>
                    <a:latin typeface="Cambria Math" panose="02040503050406030204" pitchFamily="18" charset="0"/>
                  </a:rPr>
                  <a:t>𝑜𝑑𝑒𝑙𝑠</a:t>
                </a:r>
                <a:r>
                  <a:rPr lang="LID4096" b="0" i="0">
                    <a:solidFill>
                      <a:schemeClr val="accent3"/>
                    </a:solidFill>
                    <a:latin typeface="Cambria Math" panose="02040503050406030204" pitchFamily="18" charset="0"/>
                  </a:rPr>
                  <a:t>▒</a:t>
                </a:r>
                <a:r>
                  <a:rPr lang="en-US" b="0" i="0">
                    <a:solidFill>
                      <a:schemeClr val="accent3"/>
                    </a:solidFill>
                    <a:latin typeface="Cambria Math" panose="02040503050406030204" pitchFamily="18" charset="0"/>
                  </a:rPr>
                  <a:t>𝑃</a:t>
                </a:r>
                <a:r>
                  <a:rPr lang="LID4096" b="0" i="0">
                    <a:solidFill>
                      <a:schemeClr val="accent3"/>
                    </a:solidFill>
                    <a:latin typeface="Cambria Math" panose="02040503050406030204" pitchFamily="18" charset="0"/>
                  </a:rPr>
                  <a:t>(├ </a:t>
                </a:r>
                <a:r>
                  <a:rPr lang="en-US" b="0" i="0">
                    <a:solidFill>
                      <a:schemeClr val="accent3"/>
                    </a:solidFill>
                    <a:latin typeface="Cambria Math" panose="02040503050406030204" pitchFamily="18" charset="0"/>
                  </a:rPr>
                  <a:t>𝑑𝑎𝑡𝑎┤|</a:t>
                </a:r>
                <a:r>
                  <a:rPr lang="LID4096" b="0" i="0">
                    <a:solidFill>
                      <a:schemeClr val="accent3"/>
                    </a:solidFill>
                    <a:latin typeface="Cambria Math" panose="02040503050406030204" pitchFamily="18" charset="0"/>
                  </a:rPr>
                  <a:t> 〖</a:t>
                </a:r>
                <a:r>
                  <a:rPr lang="en-US" b="0" i="0">
                    <a:solidFill>
                      <a:schemeClr val="accent3"/>
                    </a:solidFill>
                    <a:latin typeface="Cambria Math" panose="02040503050406030204" pitchFamily="18" charset="0"/>
                  </a:rPr>
                  <a:t>𝑚𝑜𝑑𝑒𝑙</a:t>
                </a:r>
                <a:r>
                  <a:rPr lang="LID4096" b="0" i="0">
                    <a:solidFill>
                      <a:schemeClr val="accent3"/>
                    </a:solidFill>
                    <a:latin typeface="Cambria Math" panose="02040503050406030204" pitchFamily="18" charset="0"/>
                  </a:rPr>
                  <a:t>〗^</a:t>
                </a:r>
                <a:r>
                  <a:rPr lang="LID4096" i="0">
                    <a:solidFill>
                      <a:schemeClr val="accent3"/>
                    </a:solidFill>
                    <a:latin typeface="Cambria Math" panose="02040503050406030204" pitchFamily="18" charset="0"/>
                  </a:rPr>
                  <a:t>∗ )</a:t>
                </a:r>
                <a:r>
                  <a:rPr lang="en-US" b="0" i="0">
                    <a:solidFill>
                      <a:schemeClr val="accent3"/>
                    </a:solidFill>
                    <a:latin typeface="Cambria Math" panose="02040503050406030204" pitchFamily="18" charset="0"/>
                  </a:rPr>
                  <a:t>𝑃</a:t>
                </a:r>
                <a:r>
                  <a:rPr lang="LID4096" b="0" i="0">
                    <a:solidFill>
                      <a:schemeClr val="accent3"/>
                    </a:solidFill>
                    <a:latin typeface="Cambria Math" panose="02040503050406030204" pitchFamily="18" charset="0"/>
                  </a:rPr>
                  <a:t>(〖</a:t>
                </a:r>
                <a:r>
                  <a:rPr lang="en-US" b="0" i="0">
                    <a:solidFill>
                      <a:schemeClr val="accent3"/>
                    </a:solidFill>
                    <a:latin typeface="Cambria Math" panose="02040503050406030204" pitchFamily="18" charset="0"/>
                  </a:rPr>
                  <a:t>𝑚𝑜𝑑𝑒𝑙</a:t>
                </a:r>
                <a:r>
                  <a:rPr lang="LID4096" b="0" i="0">
                    <a:solidFill>
                      <a:schemeClr val="accent3"/>
                    </a:solidFill>
                    <a:latin typeface="Cambria Math" panose="02040503050406030204" pitchFamily="18" charset="0"/>
                  </a:rPr>
                  <a:t>〗^</a:t>
                </a:r>
                <a:r>
                  <a:rPr lang="LID4096" i="0">
                    <a:solidFill>
                      <a:schemeClr val="accent3"/>
                    </a:solidFill>
                    <a:latin typeface="Cambria Math" panose="02040503050406030204" pitchFamily="18" charset="0"/>
                  </a:rPr>
                  <a:t>∗ ) </a:t>
                </a:r>
                <a:endParaRPr lang="en-US" dirty="0">
                  <a:solidFill>
                    <a:schemeClr val="accent3"/>
                  </a:solidFill>
                </a:endParaRPr>
              </a:p>
              <a:p>
                <a:pPr algn="l" rtl="0"/>
                <a:endParaRPr lang="en-US" dirty="0"/>
              </a:p>
              <a:p>
                <a:pPr algn="l"/>
                <a:r>
                  <a:rPr lang="en-GB" dirty="0"/>
                  <a:t>Under which parameters is the data most likely?</a:t>
                </a:r>
              </a:p>
              <a:p>
                <a:pPr algn="l"/>
                <a:r>
                  <a:rPr lang="en-GB" dirty="0"/>
                  <a:t>We have to start with some idea – the prior. Then we use our data to update it. </a:t>
                </a:r>
              </a:p>
              <a:p>
                <a:pPr algn="l"/>
                <a:r>
                  <a:rPr lang="en-GB" dirty="0"/>
                  <a:t>We want to choose a prior which allows for updating it given our data.</a:t>
                </a:r>
              </a:p>
              <a:p>
                <a:pPr algn="l"/>
                <a:endParaRPr lang="en-GB" dirty="0"/>
              </a:p>
              <a:p>
                <a:pPr algn="l"/>
                <a:r>
                  <a:rPr lang="en-GB" dirty="0"/>
                  <a:t>Marginal – </a:t>
                </a:r>
                <a:r>
                  <a:rPr lang="en-GB" dirty="0" err="1"/>
                  <a:t>probablitiy</a:t>
                </a:r>
                <a:r>
                  <a:rPr lang="en-GB" dirty="0"/>
                  <a:t> of the data given all possible models. But we have the data. Also called evidence.</a:t>
                </a:r>
              </a:p>
              <a:p>
                <a:pPr algn="l"/>
                <a:endParaRPr lang="en-GB" dirty="0"/>
              </a:p>
              <a:p>
                <a:pPr algn="l"/>
                <a:r>
                  <a:rPr lang="en-GB" dirty="0"/>
                  <a:t>Likelihood – probability distribution of the data – so if we integrate over the data it will give us 1, but not if we integrate over the parameter. We integrate over the parameter in the evidence.</a:t>
                </a:r>
                <a:endParaRPr lang="he-IL" dirty="0"/>
              </a:p>
            </p:txBody>
          </p:sp>
        </mc:Fallback>
      </mc:AlternateContent>
      <p:sp>
        <p:nvSpPr>
          <p:cNvPr id="4" name="מציין מיקום של מספר שקופית 3">
            <a:extLst>
              <a:ext uri="{FF2B5EF4-FFF2-40B4-BE49-F238E27FC236}">
                <a16:creationId xmlns:a16="http://schemas.microsoft.com/office/drawing/2014/main" id="{6C48EAC0-6857-BD21-6A0F-B17997A0C5E4}"/>
              </a:ext>
            </a:extLst>
          </p:cNvPr>
          <p:cNvSpPr>
            <a:spLocks noGrp="1"/>
          </p:cNvSpPr>
          <p:nvPr>
            <p:ph type="sldNum" sz="quarter" idx="5"/>
          </p:nvPr>
        </p:nvSpPr>
        <p:spPr/>
        <p:txBody>
          <a:bodyPr/>
          <a:lstStyle/>
          <a:p>
            <a:fld id="{FA96E01F-8DBD-4634-ACB5-33D503B64F6E}" type="slidenum">
              <a:rPr lang="LID4096" smtClean="0"/>
              <a:pPr/>
              <a:t>11</a:t>
            </a:fld>
            <a:endParaRPr lang="LID4096" dirty="0"/>
          </a:p>
        </p:txBody>
      </p:sp>
    </p:spTree>
    <p:extLst>
      <p:ext uri="{BB962C8B-B14F-4D97-AF65-F5344CB8AC3E}">
        <p14:creationId xmlns:p14="http://schemas.microsoft.com/office/powerpoint/2010/main" val="189884903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B27684-CC3B-C9C8-CE74-3B214EAD503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567405C-92E6-C138-53E8-3C2B32E4106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0ECA8B2-F093-3C82-425D-B10F1A627A7E}"/>
              </a:ext>
            </a:extLst>
          </p:cNvPr>
          <p:cNvSpPr>
            <a:spLocks noGrp="1"/>
          </p:cNvSpPr>
          <p:nvPr>
            <p:ph type="body" idx="1"/>
          </p:nvPr>
        </p:nvSpPr>
        <p:spPr/>
        <p:txBody>
          <a:bodyPr/>
          <a:lstStyle/>
          <a:p>
            <a:pPr algn="l"/>
            <a:endParaRPr lang="LID4096" dirty="0"/>
          </a:p>
        </p:txBody>
      </p:sp>
      <p:sp>
        <p:nvSpPr>
          <p:cNvPr id="4" name="Slide Number Placeholder 3">
            <a:extLst>
              <a:ext uri="{FF2B5EF4-FFF2-40B4-BE49-F238E27FC236}">
                <a16:creationId xmlns:a16="http://schemas.microsoft.com/office/drawing/2014/main" id="{95BF2AB6-E53C-A366-750E-AAB21B37D691}"/>
              </a:ext>
            </a:extLst>
          </p:cNvPr>
          <p:cNvSpPr>
            <a:spLocks noGrp="1"/>
          </p:cNvSpPr>
          <p:nvPr>
            <p:ph type="sldNum" sz="quarter" idx="5"/>
          </p:nvPr>
        </p:nvSpPr>
        <p:spPr/>
        <p:txBody>
          <a:bodyPr/>
          <a:lstStyle/>
          <a:p>
            <a:fld id="{FA96E01F-8DBD-4634-ACB5-33D503B64F6E}" type="slidenum">
              <a:rPr lang="LID4096" smtClean="0"/>
              <a:t>13</a:t>
            </a:fld>
            <a:endParaRPr lang="LID4096"/>
          </a:p>
        </p:txBody>
      </p:sp>
    </p:spTree>
    <p:extLst>
      <p:ext uri="{BB962C8B-B14F-4D97-AF65-F5344CB8AC3E}">
        <p14:creationId xmlns:p14="http://schemas.microsoft.com/office/powerpoint/2010/main" val="184901959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458DAA-7128-7BAE-AA03-CED618BD4C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FC2F214-1278-520E-0758-C4B986B58A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472F5FD-42F1-4F8F-1B0D-2112B25F742F}"/>
              </a:ext>
            </a:extLst>
          </p:cNvPr>
          <p:cNvSpPr>
            <a:spLocks noGrp="1"/>
          </p:cNvSpPr>
          <p:nvPr>
            <p:ph type="body" idx="1"/>
          </p:nvPr>
        </p:nvSpPr>
        <p:spPr/>
        <p:txBody>
          <a:bodyPr/>
          <a:lstStyle/>
          <a:p>
            <a:pPr algn="l"/>
            <a:endParaRPr lang="LID4096" dirty="0"/>
          </a:p>
        </p:txBody>
      </p:sp>
      <p:sp>
        <p:nvSpPr>
          <p:cNvPr id="4" name="Slide Number Placeholder 3">
            <a:extLst>
              <a:ext uri="{FF2B5EF4-FFF2-40B4-BE49-F238E27FC236}">
                <a16:creationId xmlns:a16="http://schemas.microsoft.com/office/drawing/2014/main" id="{E65CBA66-4F97-FF0F-4F3E-F17B782D8455}"/>
              </a:ext>
            </a:extLst>
          </p:cNvPr>
          <p:cNvSpPr>
            <a:spLocks noGrp="1"/>
          </p:cNvSpPr>
          <p:nvPr>
            <p:ph type="sldNum" sz="quarter" idx="5"/>
          </p:nvPr>
        </p:nvSpPr>
        <p:spPr/>
        <p:txBody>
          <a:bodyPr/>
          <a:lstStyle/>
          <a:p>
            <a:fld id="{FA96E01F-8DBD-4634-ACB5-33D503B64F6E}" type="slidenum">
              <a:rPr lang="LID4096" smtClean="0"/>
              <a:t>14</a:t>
            </a:fld>
            <a:endParaRPr lang="LID4096"/>
          </a:p>
        </p:txBody>
      </p:sp>
    </p:spTree>
    <p:extLst>
      <p:ext uri="{BB962C8B-B14F-4D97-AF65-F5344CB8AC3E}">
        <p14:creationId xmlns:p14="http://schemas.microsoft.com/office/powerpoint/2010/main" val="68464483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E174C1-572E-7CB0-0D07-7E409968A421}"/>
            </a:ext>
          </a:extLst>
        </p:cNvPr>
        <p:cNvGrpSpPr/>
        <p:nvPr/>
      </p:nvGrpSpPr>
      <p:grpSpPr>
        <a:xfrm>
          <a:off x="0" y="0"/>
          <a:ext cx="0" cy="0"/>
          <a:chOff x="0" y="0"/>
          <a:chExt cx="0" cy="0"/>
        </a:xfrm>
      </p:grpSpPr>
      <p:sp>
        <p:nvSpPr>
          <p:cNvPr id="2" name="מציין מיקום של תמונת שקופית 1">
            <a:extLst>
              <a:ext uri="{FF2B5EF4-FFF2-40B4-BE49-F238E27FC236}">
                <a16:creationId xmlns:a16="http://schemas.microsoft.com/office/drawing/2014/main" id="{6BCF78A1-7427-C342-B58A-6FA40D4D917B}"/>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מציין מיקום של הערות 2">
                <a:extLst>
                  <a:ext uri="{FF2B5EF4-FFF2-40B4-BE49-F238E27FC236}">
                    <a16:creationId xmlns:a16="http://schemas.microsoft.com/office/drawing/2014/main" id="{04DDD3B6-111B-C534-F236-A7C317EFE66B}"/>
                  </a:ext>
                </a:extLst>
              </p:cNvPr>
              <p:cNvSpPr>
                <a:spLocks noGrp="1"/>
              </p:cNvSpPr>
              <p:nvPr>
                <p:ph type="body" idx="1"/>
              </p:nvPr>
            </p:nvSpPr>
            <p:spPr/>
            <p:txBody>
              <a:bodyPr/>
              <a:lstStyle/>
              <a:p>
                <a:pPr algn="l" rtl="0"/>
                <a14:m>
                  <m:oMathPara xmlns:m="http://schemas.openxmlformats.org/officeDocument/2006/math">
                    <m:oMathParaPr>
                      <m:jc m:val="left"/>
                    </m:oMathParaPr>
                    <m:oMath xmlns:m="http://schemas.openxmlformats.org/officeDocument/2006/math">
                      <m:r>
                        <a:rPr lang="en-US" b="0" i="1" smtClean="0">
                          <a:solidFill>
                            <a:schemeClr val="accent3"/>
                          </a:solidFill>
                          <a:latin typeface="Cambria Math" panose="02040503050406030204" pitchFamily="18" charset="0"/>
                        </a:rPr>
                        <m:t>𝑚𝑎𝑟𝑔𝑖𝑛𝑎𝑙</m:t>
                      </m:r>
                      <m:r>
                        <a:rPr lang="en-US" b="0" i="1" smtClean="0">
                          <a:solidFill>
                            <a:schemeClr val="accent3"/>
                          </a:solidFill>
                          <a:latin typeface="Cambria Math" panose="02040503050406030204" pitchFamily="18" charset="0"/>
                        </a:rPr>
                        <m:t> </m:t>
                      </m:r>
                      <m:r>
                        <a:rPr lang="en-US" b="0" i="1" smtClean="0">
                          <a:solidFill>
                            <a:schemeClr val="accent3"/>
                          </a:solidFill>
                          <a:latin typeface="Cambria Math" panose="02040503050406030204" pitchFamily="18" charset="0"/>
                        </a:rPr>
                        <m:t>𝑙𝑖𝑘𝑒𝑙𝑖</m:t>
                      </m:r>
                      <m:r>
                        <a:rPr lang="en-US" b="0" i="1" smtClean="0">
                          <a:solidFill>
                            <a:schemeClr val="accent3"/>
                          </a:solidFill>
                          <a:latin typeface="Cambria Math" panose="02040503050406030204" pitchFamily="18" charset="0"/>
                        </a:rPr>
                        <m:t>h</m:t>
                      </m:r>
                      <m:r>
                        <a:rPr lang="en-US" b="0" i="1" smtClean="0">
                          <a:solidFill>
                            <a:schemeClr val="accent3"/>
                          </a:solidFill>
                          <a:latin typeface="Cambria Math" panose="02040503050406030204" pitchFamily="18" charset="0"/>
                        </a:rPr>
                        <m:t>𝑜𝑜𝑑</m:t>
                      </m:r>
                      <m:r>
                        <a:rPr lang="en-US" b="0" i="1" smtClean="0">
                          <a:solidFill>
                            <a:schemeClr val="accent3"/>
                          </a:solidFill>
                          <a:latin typeface="Cambria Math" panose="02040503050406030204" pitchFamily="18" charset="0"/>
                        </a:rPr>
                        <m:t>− </m:t>
                      </m:r>
                      <m:nary>
                        <m:naryPr>
                          <m:chr m:val="∑"/>
                          <m:limLoc m:val="subSup"/>
                          <m:supHide m:val="on"/>
                          <m:ctrlPr>
                            <a:rPr lang="LID4096" i="1" smtClean="0">
                              <a:solidFill>
                                <a:schemeClr val="accent3"/>
                              </a:solidFill>
                              <a:latin typeface="Cambria Math" panose="02040503050406030204" pitchFamily="18" charset="0"/>
                            </a:rPr>
                          </m:ctrlPr>
                        </m:naryPr>
                        <m:sub>
                          <m:r>
                            <a:rPr lang="en-US" i="1" smtClean="0">
                              <a:solidFill>
                                <a:schemeClr val="accent3"/>
                              </a:solidFill>
                              <a:latin typeface="Cambria Math" panose="02040503050406030204" pitchFamily="18" charset="0"/>
                            </a:rPr>
                            <m:t>𝑚</m:t>
                          </m:r>
                          <m:r>
                            <a:rPr lang="en-US" b="0" i="1" smtClean="0">
                              <a:solidFill>
                                <a:schemeClr val="accent3"/>
                              </a:solidFill>
                              <a:latin typeface="Cambria Math" panose="02040503050406030204" pitchFamily="18" charset="0"/>
                            </a:rPr>
                            <m:t>𝑜𝑑𝑒𝑙𝑠</m:t>
                          </m:r>
                        </m:sub>
                        <m:sup/>
                        <m:e>
                          <m:r>
                            <a:rPr lang="en-US" b="0" i="1" smtClean="0">
                              <a:solidFill>
                                <a:schemeClr val="accent3"/>
                              </a:solidFill>
                              <a:latin typeface="Cambria Math" panose="02040503050406030204" pitchFamily="18" charset="0"/>
                            </a:rPr>
                            <m:t>𝑃</m:t>
                          </m:r>
                          <m:d>
                            <m:dPr>
                              <m:ctrlPr>
                                <a:rPr lang="LID4096" i="1">
                                  <a:solidFill>
                                    <a:schemeClr val="accent3"/>
                                  </a:solidFill>
                                  <a:latin typeface="Cambria Math" panose="02040503050406030204" pitchFamily="18" charset="0"/>
                                </a:rPr>
                              </m:ctrlPr>
                            </m:dPr>
                            <m:e>
                              <m:d>
                                <m:dPr>
                                  <m:begChr m:val=""/>
                                  <m:endChr m:val="|"/>
                                  <m:ctrlPr>
                                    <a:rPr lang="LID4096" i="1" smtClean="0">
                                      <a:solidFill>
                                        <a:schemeClr val="accent3"/>
                                      </a:solidFill>
                                      <a:latin typeface="Cambria Math" panose="02040503050406030204" pitchFamily="18" charset="0"/>
                                    </a:rPr>
                                  </m:ctrlPr>
                                </m:dPr>
                                <m:e>
                                  <m:r>
                                    <a:rPr lang="en-US" b="0" i="1" smtClean="0">
                                      <a:solidFill>
                                        <a:schemeClr val="accent3"/>
                                      </a:solidFill>
                                      <a:latin typeface="Cambria Math" panose="02040503050406030204" pitchFamily="18" charset="0"/>
                                    </a:rPr>
                                    <m:t>𝑑𝑎𝑡𝑎</m:t>
                                  </m:r>
                                </m:e>
                              </m:d>
                              <m:sSup>
                                <m:sSupPr>
                                  <m:ctrlPr>
                                    <a:rPr lang="LID4096" i="1">
                                      <a:solidFill>
                                        <a:schemeClr val="accent3"/>
                                      </a:solidFill>
                                      <a:latin typeface="Cambria Math" panose="02040503050406030204" pitchFamily="18" charset="0"/>
                                    </a:rPr>
                                  </m:ctrlPr>
                                </m:sSupPr>
                                <m:e>
                                  <m:r>
                                    <a:rPr lang="en-US" b="0" i="1" smtClean="0">
                                      <a:solidFill>
                                        <a:schemeClr val="accent3"/>
                                      </a:solidFill>
                                      <a:latin typeface="Cambria Math" panose="02040503050406030204" pitchFamily="18" charset="0"/>
                                    </a:rPr>
                                    <m:t>𝑚𝑜𝑑𝑒𝑙</m:t>
                                  </m:r>
                                </m:e>
                                <m:sup>
                                  <m:r>
                                    <a:rPr lang="LID4096" i="1" smtClean="0">
                                      <a:solidFill>
                                        <a:schemeClr val="accent3"/>
                                      </a:solidFill>
                                      <a:latin typeface="Cambria Math" panose="02040503050406030204" pitchFamily="18" charset="0"/>
                                    </a:rPr>
                                    <m:t>∗</m:t>
                                  </m:r>
                                </m:sup>
                              </m:sSup>
                            </m:e>
                          </m:d>
                          <m:r>
                            <a:rPr lang="en-US" b="0" i="1" smtClean="0">
                              <a:solidFill>
                                <a:schemeClr val="accent3"/>
                              </a:solidFill>
                              <a:latin typeface="Cambria Math" panose="02040503050406030204" pitchFamily="18" charset="0"/>
                            </a:rPr>
                            <m:t>𝑃</m:t>
                          </m:r>
                          <m:d>
                            <m:dPr>
                              <m:ctrlPr>
                                <a:rPr lang="LID4096" i="1">
                                  <a:solidFill>
                                    <a:schemeClr val="accent3"/>
                                  </a:solidFill>
                                  <a:latin typeface="Cambria Math" panose="02040503050406030204" pitchFamily="18" charset="0"/>
                                </a:rPr>
                              </m:ctrlPr>
                            </m:dPr>
                            <m:e>
                              <m:sSup>
                                <m:sSupPr>
                                  <m:ctrlPr>
                                    <a:rPr lang="LID4096" i="1">
                                      <a:solidFill>
                                        <a:schemeClr val="accent3"/>
                                      </a:solidFill>
                                      <a:latin typeface="Cambria Math" panose="02040503050406030204" pitchFamily="18" charset="0"/>
                                    </a:rPr>
                                  </m:ctrlPr>
                                </m:sSupPr>
                                <m:e>
                                  <m:r>
                                    <a:rPr lang="en-US" b="0" i="1" smtClean="0">
                                      <a:solidFill>
                                        <a:schemeClr val="accent3"/>
                                      </a:solidFill>
                                      <a:latin typeface="Cambria Math" panose="02040503050406030204" pitchFamily="18" charset="0"/>
                                    </a:rPr>
                                    <m:t>𝑚𝑜𝑑𝑒𝑙</m:t>
                                  </m:r>
                                </m:e>
                                <m:sup>
                                  <m:r>
                                    <a:rPr lang="LID4096" i="1">
                                      <a:solidFill>
                                        <a:schemeClr val="accent3"/>
                                      </a:solidFill>
                                      <a:latin typeface="Cambria Math" panose="02040503050406030204" pitchFamily="18" charset="0"/>
                                    </a:rPr>
                                    <m:t>∗</m:t>
                                  </m:r>
                                </m:sup>
                              </m:sSup>
                            </m:e>
                          </m:d>
                        </m:e>
                      </m:nary>
                    </m:oMath>
                  </m:oMathPara>
                </a14:m>
                <a:endParaRPr lang="en-US" dirty="0">
                  <a:solidFill>
                    <a:schemeClr val="accent3"/>
                  </a:solidFill>
                </a:endParaRPr>
              </a:p>
              <a:p>
                <a:pPr algn="l"/>
                <a:endParaRPr lang="en-GB" dirty="0"/>
              </a:p>
              <a:p>
                <a:pPr algn="l"/>
                <a:r>
                  <a:rPr lang="en-GB" dirty="0"/>
                  <a:t>Marginal – probability of the data given all possible models. But we have the data. Also called evidence.</a:t>
                </a:r>
              </a:p>
              <a:p>
                <a:pPr algn="l"/>
                <a:endParaRPr lang="en-GB" dirty="0"/>
              </a:p>
              <a:p>
                <a14:m>
                  <m:oMath xmlns:m="http://schemas.openxmlformats.org/officeDocument/2006/math">
                    <m:r>
                      <a:rPr lang="en-US" sz="1200" smtClean="0">
                        <a:latin typeface="Cambria Math" panose="02040503050406030204" pitchFamily="18" charset="0"/>
                      </a:rPr>
                      <m:t>𝑷</m:t>
                    </m:r>
                    <m:d>
                      <m:dPr>
                        <m:ctrlPr>
                          <a:rPr lang="ar-AE" sz="1200" i="1">
                            <a:latin typeface="Cambria Math" panose="02040503050406030204" pitchFamily="18" charset="0"/>
                          </a:rPr>
                        </m:ctrlPr>
                      </m:dPr>
                      <m:e>
                        <m:r>
                          <m:rPr>
                            <m:sty m:val="p"/>
                          </m:rPr>
                          <a:rPr lang="en-US" sz="1200">
                            <a:latin typeface="Cambria Math" panose="02040503050406030204" pitchFamily="18" charset="0"/>
                          </a:rPr>
                          <m:t>model</m:t>
                        </m:r>
                        <m:r>
                          <a:rPr lang="en-US" sz="1200">
                            <a:latin typeface="Cambria Math" panose="02040503050406030204" pitchFamily="18" charset="0"/>
                          </a:rPr>
                          <m:t>∣</m:t>
                        </m:r>
                        <m:r>
                          <m:rPr>
                            <m:sty m:val="p"/>
                          </m:rPr>
                          <a:rPr lang="en-US" sz="1200">
                            <a:latin typeface="Cambria Math" panose="02040503050406030204" pitchFamily="18" charset="0"/>
                          </a:rPr>
                          <m:t>data</m:t>
                        </m:r>
                      </m:e>
                    </m:d>
                    <m:r>
                      <a:rPr lang="ar-AE" sz="1200">
                        <a:latin typeface="Cambria Math" panose="02040503050406030204" pitchFamily="18" charset="0"/>
                      </a:rPr>
                      <m:t>∝</m:t>
                    </m:r>
                    <m:r>
                      <a:rPr lang="ar-AE" sz="1200">
                        <a:latin typeface="Cambria Math" panose="02040503050406030204" pitchFamily="18" charset="0"/>
                      </a:rPr>
                      <m:t>𝑷</m:t>
                    </m:r>
                    <m:d>
                      <m:dPr>
                        <m:ctrlPr>
                          <a:rPr lang="ar-AE" sz="1200" i="1">
                            <a:latin typeface="Cambria Math" panose="02040503050406030204" pitchFamily="18" charset="0"/>
                          </a:rPr>
                        </m:ctrlPr>
                      </m:dPr>
                      <m:e>
                        <m:r>
                          <m:rPr>
                            <m:sty m:val="p"/>
                          </m:rPr>
                          <a:rPr lang="en-US" sz="1200">
                            <a:latin typeface="Cambria Math" panose="02040503050406030204" pitchFamily="18" charset="0"/>
                          </a:rPr>
                          <m:t>data</m:t>
                        </m:r>
                        <m:r>
                          <a:rPr lang="en-US" sz="1200">
                            <a:latin typeface="Cambria Math" panose="02040503050406030204" pitchFamily="18" charset="0"/>
                          </a:rPr>
                          <m:t>∣</m:t>
                        </m:r>
                        <m:r>
                          <m:rPr>
                            <m:sty m:val="p"/>
                          </m:rPr>
                          <a:rPr lang="en-US" sz="1200">
                            <a:latin typeface="Cambria Math" panose="02040503050406030204" pitchFamily="18" charset="0"/>
                          </a:rPr>
                          <m:t>model</m:t>
                        </m:r>
                      </m:e>
                    </m:d>
                    <m:r>
                      <a:rPr lang="ar-AE" sz="1200">
                        <a:latin typeface="Cambria Math" panose="02040503050406030204" pitchFamily="18" charset="0"/>
                      </a:rPr>
                      <m:t>𝑷</m:t>
                    </m:r>
                    <m:d>
                      <m:dPr>
                        <m:ctrlPr>
                          <a:rPr lang="ar-AE" sz="1200" i="1">
                            <a:latin typeface="Cambria Math" panose="02040503050406030204" pitchFamily="18" charset="0"/>
                          </a:rPr>
                        </m:ctrlPr>
                      </m:dPr>
                      <m:e>
                        <m:r>
                          <m:rPr>
                            <m:sty m:val="p"/>
                          </m:rPr>
                          <a:rPr lang="en-US" sz="1200">
                            <a:latin typeface="Cambria Math" panose="02040503050406030204" pitchFamily="18" charset="0"/>
                          </a:rPr>
                          <m:t>model</m:t>
                        </m:r>
                      </m:e>
                    </m:d>
                    <m:r>
                      <a:rPr lang="en-US" sz="1200" i="1" dirty="0" smtClean="0">
                        <a:latin typeface="Cambria Math" panose="02040503050406030204" pitchFamily="18" charset="0"/>
                      </a:rPr>
                      <m:t> </m:t>
                    </m:r>
                  </m:oMath>
                </a14:m>
                <a:r>
                  <a:rPr lang="en-US" sz="1200" dirty="0">
                    <a:latin typeface="David" panose="020E0502060401010101" pitchFamily="34" charset="-79"/>
                  </a:rPr>
                  <a:t>is simply Bayes’ rule written without the normalization constant, emphasizing that</a:t>
                </a:r>
              </a:p>
              <a:p>
                <a:pPr marL="0" indent="0">
                  <a:buNone/>
                </a:pPr>
                <a14:m>
                  <m:oMathPara xmlns:m="http://schemas.openxmlformats.org/officeDocument/2006/math">
                    <m:oMathParaPr>
                      <m:jc m:val="centerGroup"/>
                    </m:oMathParaPr>
                    <m:oMath xmlns:m="http://schemas.openxmlformats.org/officeDocument/2006/math">
                      <m:r>
                        <m:rPr>
                          <m:nor/>
                        </m:rPr>
                        <a:rPr lang="en-US" sz="1000"/>
                        <m:t>posterior</m:t>
                      </m:r>
                      <m:r>
                        <a:rPr lang="en-US" sz="1000">
                          <a:latin typeface="Cambria Math" panose="02040503050406030204" pitchFamily="18" charset="0"/>
                        </a:rPr>
                        <m:t>∝</m:t>
                      </m:r>
                      <m:r>
                        <m:rPr>
                          <m:nor/>
                        </m:rPr>
                        <a:rPr lang="en-US" sz="1000" i="1"/>
                        <m:t>likelihood</m:t>
                      </m:r>
                      <m:r>
                        <a:rPr lang="en-US" sz="1000">
                          <a:latin typeface="Cambria Math" panose="02040503050406030204" pitchFamily="18" charset="0"/>
                        </a:rPr>
                        <m:t>×</m:t>
                      </m:r>
                      <m:r>
                        <m:rPr>
                          <m:nor/>
                        </m:rPr>
                        <a:rPr lang="en-US" sz="1000" i="1"/>
                        <m:t>prior</m:t>
                      </m:r>
                      <m:r>
                        <a:rPr lang="en-US" sz="1000">
                          <a:latin typeface="Cambria Math" panose="02040503050406030204" pitchFamily="18" charset="0"/>
                        </a:rPr>
                        <m:t>.</m:t>
                      </m:r>
                    </m:oMath>
                  </m:oMathPara>
                </a14:m>
                <a:endParaRPr lang="LID4096" sz="1000" dirty="0"/>
              </a:p>
              <a:p>
                <a:endParaRPr lang="he-IL" dirty="0"/>
              </a:p>
            </p:txBody>
          </p:sp>
        </mc:Choice>
        <mc:Fallback xmlns="">
          <p:sp>
            <p:nvSpPr>
              <p:cNvPr id="3" name="מציין מיקום של הערות 2"/>
              <p:cNvSpPr>
                <a:spLocks noGrp="1"/>
              </p:cNvSpPr>
              <p:nvPr>
                <p:ph type="body" idx="1"/>
              </p:nvPr>
            </p:nvSpPr>
            <p:spPr/>
            <p:txBody>
              <a:bodyPr/>
              <a:lstStyle/>
              <a:p>
                <a:pPr algn="l" rtl="0"/>
                <a:r>
                  <a:rPr lang="en-US" b="0" i="0">
                    <a:solidFill>
                      <a:schemeClr val="accent3"/>
                    </a:solidFill>
                    <a:latin typeface="Cambria Math" panose="02040503050406030204" pitchFamily="18" charset="0"/>
                  </a:rPr>
                  <a:t>𝑚𝑎𝑟𝑔𝑖𝑛𝑎𝑙 𝑙𝑖𝑘𝑒𝑙𝑖ℎ𝑜𝑜𝑑− </a:t>
                </a:r>
                <a:r>
                  <a:rPr lang="LID4096" i="0">
                    <a:solidFill>
                      <a:schemeClr val="accent3"/>
                    </a:solidFill>
                    <a:latin typeface="Cambria Math" panose="02040503050406030204" pitchFamily="18" charset="0"/>
                  </a:rPr>
                  <a:t>∑2</a:t>
                </a:r>
                <a:r>
                  <a:rPr lang="en-US" b="0" i="0">
                    <a:solidFill>
                      <a:schemeClr val="accent3"/>
                    </a:solidFill>
                    <a:latin typeface="Cambria Math" panose="02040503050406030204" pitchFamily="18" charset="0"/>
                  </a:rPr>
                  <a:t>_</a:t>
                </a:r>
                <a:r>
                  <a:rPr lang="en-US" i="0">
                    <a:solidFill>
                      <a:schemeClr val="accent3"/>
                    </a:solidFill>
                    <a:latin typeface="Cambria Math" panose="02040503050406030204" pitchFamily="18" charset="0"/>
                  </a:rPr>
                  <a:t>𝑚</a:t>
                </a:r>
                <a:r>
                  <a:rPr lang="en-US" b="0" i="0">
                    <a:solidFill>
                      <a:schemeClr val="accent3"/>
                    </a:solidFill>
                    <a:latin typeface="Cambria Math" panose="02040503050406030204" pitchFamily="18" charset="0"/>
                  </a:rPr>
                  <a:t>𝑜𝑑𝑒𝑙𝑠</a:t>
                </a:r>
                <a:r>
                  <a:rPr lang="LID4096" b="0" i="0">
                    <a:solidFill>
                      <a:schemeClr val="accent3"/>
                    </a:solidFill>
                    <a:latin typeface="Cambria Math" panose="02040503050406030204" pitchFamily="18" charset="0"/>
                  </a:rPr>
                  <a:t>▒</a:t>
                </a:r>
                <a:r>
                  <a:rPr lang="en-US" b="0" i="0">
                    <a:solidFill>
                      <a:schemeClr val="accent3"/>
                    </a:solidFill>
                    <a:latin typeface="Cambria Math" panose="02040503050406030204" pitchFamily="18" charset="0"/>
                  </a:rPr>
                  <a:t>𝑃</a:t>
                </a:r>
                <a:r>
                  <a:rPr lang="LID4096" b="0" i="0">
                    <a:solidFill>
                      <a:schemeClr val="accent3"/>
                    </a:solidFill>
                    <a:latin typeface="Cambria Math" panose="02040503050406030204" pitchFamily="18" charset="0"/>
                  </a:rPr>
                  <a:t>(├ </a:t>
                </a:r>
                <a:r>
                  <a:rPr lang="en-US" b="0" i="0">
                    <a:solidFill>
                      <a:schemeClr val="accent3"/>
                    </a:solidFill>
                    <a:latin typeface="Cambria Math" panose="02040503050406030204" pitchFamily="18" charset="0"/>
                  </a:rPr>
                  <a:t>𝑑𝑎𝑡𝑎┤|</a:t>
                </a:r>
                <a:r>
                  <a:rPr lang="LID4096" b="0" i="0">
                    <a:solidFill>
                      <a:schemeClr val="accent3"/>
                    </a:solidFill>
                    <a:latin typeface="Cambria Math" panose="02040503050406030204" pitchFamily="18" charset="0"/>
                  </a:rPr>
                  <a:t> 〖</a:t>
                </a:r>
                <a:r>
                  <a:rPr lang="en-US" b="0" i="0">
                    <a:solidFill>
                      <a:schemeClr val="accent3"/>
                    </a:solidFill>
                    <a:latin typeface="Cambria Math" panose="02040503050406030204" pitchFamily="18" charset="0"/>
                  </a:rPr>
                  <a:t>𝑚𝑜𝑑𝑒𝑙</a:t>
                </a:r>
                <a:r>
                  <a:rPr lang="LID4096" b="0" i="0">
                    <a:solidFill>
                      <a:schemeClr val="accent3"/>
                    </a:solidFill>
                    <a:latin typeface="Cambria Math" panose="02040503050406030204" pitchFamily="18" charset="0"/>
                  </a:rPr>
                  <a:t>〗^</a:t>
                </a:r>
                <a:r>
                  <a:rPr lang="LID4096" i="0">
                    <a:solidFill>
                      <a:schemeClr val="accent3"/>
                    </a:solidFill>
                    <a:latin typeface="Cambria Math" panose="02040503050406030204" pitchFamily="18" charset="0"/>
                  </a:rPr>
                  <a:t>∗ )</a:t>
                </a:r>
                <a:r>
                  <a:rPr lang="en-US" b="0" i="0">
                    <a:solidFill>
                      <a:schemeClr val="accent3"/>
                    </a:solidFill>
                    <a:latin typeface="Cambria Math" panose="02040503050406030204" pitchFamily="18" charset="0"/>
                  </a:rPr>
                  <a:t>𝑃</a:t>
                </a:r>
                <a:r>
                  <a:rPr lang="LID4096" b="0" i="0">
                    <a:solidFill>
                      <a:schemeClr val="accent3"/>
                    </a:solidFill>
                    <a:latin typeface="Cambria Math" panose="02040503050406030204" pitchFamily="18" charset="0"/>
                  </a:rPr>
                  <a:t>(〖</a:t>
                </a:r>
                <a:r>
                  <a:rPr lang="en-US" b="0" i="0">
                    <a:solidFill>
                      <a:schemeClr val="accent3"/>
                    </a:solidFill>
                    <a:latin typeface="Cambria Math" panose="02040503050406030204" pitchFamily="18" charset="0"/>
                  </a:rPr>
                  <a:t>𝑚𝑜𝑑𝑒𝑙</a:t>
                </a:r>
                <a:r>
                  <a:rPr lang="LID4096" b="0" i="0">
                    <a:solidFill>
                      <a:schemeClr val="accent3"/>
                    </a:solidFill>
                    <a:latin typeface="Cambria Math" panose="02040503050406030204" pitchFamily="18" charset="0"/>
                  </a:rPr>
                  <a:t>〗^</a:t>
                </a:r>
                <a:r>
                  <a:rPr lang="LID4096" i="0">
                    <a:solidFill>
                      <a:schemeClr val="accent3"/>
                    </a:solidFill>
                    <a:latin typeface="Cambria Math" panose="02040503050406030204" pitchFamily="18" charset="0"/>
                  </a:rPr>
                  <a:t>∗ ) </a:t>
                </a:r>
                <a:endParaRPr lang="en-US" dirty="0">
                  <a:solidFill>
                    <a:schemeClr val="accent3"/>
                  </a:solidFill>
                </a:endParaRPr>
              </a:p>
              <a:p>
                <a:pPr algn="l"/>
                <a:endParaRPr lang="en-GB" dirty="0"/>
              </a:p>
              <a:p>
                <a:pPr algn="l"/>
                <a:r>
                  <a:rPr lang="en-GB" dirty="0"/>
                  <a:t>Marginal – probability of the data given all possible models. But we have the data. Also called evidence.</a:t>
                </a:r>
              </a:p>
              <a:p>
                <a:pPr algn="l"/>
                <a:endParaRPr lang="en-GB" dirty="0"/>
              </a:p>
              <a:p>
                <a:endParaRPr lang="he-IL" dirty="0"/>
              </a:p>
            </p:txBody>
          </p:sp>
        </mc:Fallback>
      </mc:AlternateContent>
      <p:sp>
        <p:nvSpPr>
          <p:cNvPr id="4" name="מציין מיקום של מספר שקופית 3">
            <a:extLst>
              <a:ext uri="{FF2B5EF4-FFF2-40B4-BE49-F238E27FC236}">
                <a16:creationId xmlns:a16="http://schemas.microsoft.com/office/drawing/2014/main" id="{C04581D9-90F6-CBCB-D723-5449EFDD2222}"/>
              </a:ext>
            </a:extLst>
          </p:cNvPr>
          <p:cNvSpPr>
            <a:spLocks noGrp="1"/>
          </p:cNvSpPr>
          <p:nvPr>
            <p:ph type="sldNum" sz="quarter" idx="5"/>
          </p:nvPr>
        </p:nvSpPr>
        <p:spPr/>
        <p:txBody>
          <a:bodyPr/>
          <a:lstStyle/>
          <a:p>
            <a:fld id="{FA96E01F-8DBD-4634-ACB5-33D503B64F6E}" type="slidenum">
              <a:rPr lang="LID4096" smtClean="0"/>
              <a:pPr/>
              <a:t>15</a:t>
            </a:fld>
            <a:endParaRPr lang="LID4096" dirty="0"/>
          </a:p>
        </p:txBody>
      </p:sp>
    </p:spTree>
    <p:extLst>
      <p:ext uri="{BB962C8B-B14F-4D97-AF65-F5344CB8AC3E}">
        <p14:creationId xmlns:p14="http://schemas.microsoft.com/office/powerpoint/2010/main" val="126087252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100 heights</a:t>
            </a:r>
          </a:p>
          <a:p>
            <a:endParaRPr lang="en-GB" dirty="0"/>
          </a:p>
          <a:p>
            <a:endParaRPr lang="LID4096" dirty="0"/>
          </a:p>
        </p:txBody>
      </p:sp>
      <p:sp>
        <p:nvSpPr>
          <p:cNvPr id="4" name="Slide Number Placeholder 3"/>
          <p:cNvSpPr>
            <a:spLocks noGrp="1"/>
          </p:cNvSpPr>
          <p:nvPr>
            <p:ph type="sldNum" sz="quarter" idx="5"/>
          </p:nvPr>
        </p:nvSpPr>
        <p:spPr/>
        <p:txBody>
          <a:bodyPr/>
          <a:lstStyle/>
          <a:p>
            <a:fld id="{FA96E01F-8DBD-4634-ACB5-33D503B64F6E}" type="slidenum">
              <a:rPr lang="LID4096" smtClean="0"/>
              <a:t>16</a:t>
            </a:fld>
            <a:endParaRPr lang="LID4096"/>
          </a:p>
        </p:txBody>
      </p:sp>
    </p:spTree>
    <p:extLst>
      <p:ext uri="{BB962C8B-B14F-4D97-AF65-F5344CB8AC3E}">
        <p14:creationId xmlns:p14="http://schemas.microsoft.com/office/powerpoint/2010/main" val="400652960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LID4096" dirty="0"/>
          </a:p>
        </p:txBody>
      </p:sp>
      <p:sp>
        <p:nvSpPr>
          <p:cNvPr id="4" name="Slide Number Placeholder 3"/>
          <p:cNvSpPr>
            <a:spLocks noGrp="1"/>
          </p:cNvSpPr>
          <p:nvPr>
            <p:ph type="sldNum" sz="quarter" idx="5"/>
          </p:nvPr>
        </p:nvSpPr>
        <p:spPr/>
        <p:txBody>
          <a:bodyPr/>
          <a:lstStyle/>
          <a:p>
            <a:fld id="{FA96E01F-8DBD-4634-ACB5-33D503B64F6E}" type="slidenum">
              <a:rPr lang="LID4096" smtClean="0"/>
              <a:t>17</a:t>
            </a:fld>
            <a:endParaRPr lang="LID4096"/>
          </a:p>
        </p:txBody>
      </p:sp>
    </p:spTree>
    <p:extLst>
      <p:ext uri="{BB962C8B-B14F-4D97-AF65-F5344CB8AC3E}">
        <p14:creationId xmlns:p14="http://schemas.microsoft.com/office/powerpoint/2010/main" val="214627239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A3FA63-C449-6EEF-DE64-3734A9E1C81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F3618BC-E30C-A73F-CF36-E11CE6243BD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F69FDCF-A357-6CC5-B955-B1D6314C24E1}"/>
              </a:ext>
            </a:extLst>
          </p:cNvPr>
          <p:cNvSpPr>
            <a:spLocks noGrp="1"/>
          </p:cNvSpPr>
          <p:nvPr>
            <p:ph type="body" idx="1"/>
          </p:nvPr>
        </p:nvSpPr>
        <p:spPr/>
        <p:txBody>
          <a:bodyPr/>
          <a:lstStyle/>
          <a:p>
            <a:endParaRPr lang="LID4096" dirty="0"/>
          </a:p>
        </p:txBody>
      </p:sp>
      <p:sp>
        <p:nvSpPr>
          <p:cNvPr id="4" name="Slide Number Placeholder 3">
            <a:extLst>
              <a:ext uri="{FF2B5EF4-FFF2-40B4-BE49-F238E27FC236}">
                <a16:creationId xmlns:a16="http://schemas.microsoft.com/office/drawing/2014/main" id="{6BE3471A-ACE2-595B-C3A3-B99EC9D2843F}"/>
              </a:ext>
            </a:extLst>
          </p:cNvPr>
          <p:cNvSpPr>
            <a:spLocks noGrp="1"/>
          </p:cNvSpPr>
          <p:nvPr>
            <p:ph type="sldNum" sz="quarter" idx="5"/>
          </p:nvPr>
        </p:nvSpPr>
        <p:spPr/>
        <p:txBody>
          <a:bodyPr/>
          <a:lstStyle/>
          <a:p>
            <a:fld id="{FA96E01F-8DBD-4634-ACB5-33D503B64F6E}" type="slidenum">
              <a:rPr lang="LID4096" smtClean="0"/>
              <a:t>18</a:t>
            </a:fld>
            <a:endParaRPr lang="LID4096"/>
          </a:p>
        </p:txBody>
      </p:sp>
    </p:spTree>
    <p:extLst>
      <p:ext uri="{BB962C8B-B14F-4D97-AF65-F5344CB8AC3E}">
        <p14:creationId xmlns:p14="http://schemas.microsoft.com/office/powerpoint/2010/main" val="121348897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LID4096" dirty="0"/>
          </a:p>
        </p:txBody>
      </p:sp>
      <p:sp>
        <p:nvSpPr>
          <p:cNvPr id="4" name="Slide Number Placeholder 3"/>
          <p:cNvSpPr>
            <a:spLocks noGrp="1"/>
          </p:cNvSpPr>
          <p:nvPr>
            <p:ph type="sldNum" sz="quarter" idx="5"/>
          </p:nvPr>
        </p:nvSpPr>
        <p:spPr/>
        <p:txBody>
          <a:bodyPr/>
          <a:lstStyle/>
          <a:p>
            <a:fld id="{FA96E01F-8DBD-4634-ACB5-33D503B64F6E}" type="slidenum">
              <a:rPr lang="LID4096" smtClean="0"/>
              <a:t>19</a:t>
            </a:fld>
            <a:endParaRPr lang="LID4096"/>
          </a:p>
        </p:txBody>
      </p:sp>
    </p:spTree>
    <p:extLst>
      <p:ext uri="{BB962C8B-B14F-4D97-AF65-F5344CB8AC3E}">
        <p14:creationId xmlns:p14="http://schemas.microsoft.com/office/powerpoint/2010/main" val="81170054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2D3BFD-24C3-00E1-4FB4-6A33A689949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4E61645-BDBD-2FBA-1AC4-40B6929B1C5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0ECEC0-47B3-24C2-9EF9-B66DC6705CFA}"/>
              </a:ext>
            </a:extLst>
          </p:cNvPr>
          <p:cNvSpPr>
            <a:spLocks noGrp="1"/>
          </p:cNvSpPr>
          <p:nvPr>
            <p:ph type="body" idx="1"/>
          </p:nvPr>
        </p:nvSpPr>
        <p:spPr/>
        <p:txBody>
          <a:bodyPr/>
          <a:lstStyle/>
          <a:p>
            <a:pPr algn="l"/>
            <a:endParaRPr lang="LID4096" dirty="0"/>
          </a:p>
        </p:txBody>
      </p:sp>
      <p:sp>
        <p:nvSpPr>
          <p:cNvPr id="4" name="Slide Number Placeholder 3">
            <a:extLst>
              <a:ext uri="{FF2B5EF4-FFF2-40B4-BE49-F238E27FC236}">
                <a16:creationId xmlns:a16="http://schemas.microsoft.com/office/drawing/2014/main" id="{C890203A-0BF4-B111-F341-7ADDCA1C7DF3}"/>
              </a:ext>
            </a:extLst>
          </p:cNvPr>
          <p:cNvSpPr>
            <a:spLocks noGrp="1"/>
          </p:cNvSpPr>
          <p:nvPr>
            <p:ph type="sldNum" sz="quarter" idx="5"/>
          </p:nvPr>
        </p:nvSpPr>
        <p:spPr/>
        <p:txBody>
          <a:bodyPr/>
          <a:lstStyle/>
          <a:p>
            <a:fld id="{FA96E01F-8DBD-4634-ACB5-33D503B64F6E}" type="slidenum">
              <a:rPr lang="LID4096" smtClean="0"/>
              <a:t>22</a:t>
            </a:fld>
            <a:endParaRPr lang="LID4096"/>
          </a:p>
        </p:txBody>
      </p:sp>
    </p:spTree>
    <p:extLst>
      <p:ext uri="{BB962C8B-B14F-4D97-AF65-F5344CB8AC3E}">
        <p14:creationId xmlns:p14="http://schemas.microsoft.com/office/powerpoint/2010/main" val="264332917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9C603C-B9D0-E8AC-E516-D7CAD6197D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07439DC-3429-510F-9357-9A0EB5FBB74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D60F73-B34E-4E5D-BFEF-72B231C1BA67}"/>
              </a:ext>
            </a:extLst>
          </p:cNvPr>
          <p:cNvSpPr>
            <a:spLocks noGrp="1"/>
          </p:cNvSpPr>
          <p:nvPr>
            <p:ph type="body" idx="1"/>
          </p:nvPr>
        </p:nvSpPr>
        <p:spPr/>
        <p:txBody>
          <a:bodyPr/>
          <a:lstStyle/>
          <a:p>
            <a:pPr algn="l"/>
            <a:endParaRPr lang="LID4096" dirty="0"/>
          </a:p>
        </p:txBody>
      </p:sp>
      <p:sp>
        <p:nvSpPr>
          <p:cNvPr id="4" name="Slide Number Placeholder 3">
            <a:extLst>
              <a:ext uri="{FF2B5EF4-FFF2-40B4-BE49-F238E27FC236}">
                <a16:creationId xmlns:a16="http://schemas.microsoft.com/office/drawing/2014/main" id="{3DBA38DC-EE18-2A69-AB28-E51CEADD47FC}"/>
              </a:ext>
            </a:extLst>
          </p:cNvPr>
          <p:cNvSpPr>
            <a:spLocks noGrp="1"/>
          </p:cNvSpPr>
          <p:nvPr>
            <p:ph type="sldNum" sz="quarter" idx="5"/>
          </p:nvPr>
        </p:nvSpPr>
        <p:spPr/>
        <p:txBody>
          <a:bodyPr/>
          <a:lstStyle/>
          <a:p>
            <a:fld id="{FA96E01F-8DBD-4634-ACB5-33D503B64F6E}" type="slidenum">
              <a:rPr lang="LID4096" smtClean="0"/>
              <a:t>23</a:t>
            </a:fld>
            <a:endParaRPr lang="LID4096"/>
          </a:p>
        </p:txBody>
      </p:sp>
    </p:spTree>
    <p:extLst>
      <p:ext uri="{BB962C8B-B14F-4D97-AF65-F5344CB8AC3E}">
        <p14:creationId xmlns:p14="http://schemas.microsoft.com/office/powerpoint/2010/main" val="389227405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70BE68-345C-C5AE-43E9-171466BC2F6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BA0CD35-3368-9420-0358-97D573EFB24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266F6DB-E125-161F-1718-9FDD0E840B52}"/>
              </a:ext>
            </a:extLst>
          </p:cNvPr>
          <p:cNvSpPr>
            <a:spLocks noGrp="1"/>
          </p:cNvSpPr>
          <p:nvPr>
            <p:ph type="body" idx="1"/>
          </p:nvPr>
        </p:nvSpPr>
        <p:spPr/>
        <p:txBody>
          <a:bodyPr/>
          <a:lstStyle/>
          <a:p>
            <a:pPr algn="l"/>
            <a:endParaRPr lang="LID4096" dirty="0"/>
          </a:p>
        </p:txBody>
      </p:sp>
      <p:sp>
        <p:nvSpPr>
          <p:cNvPr id="4" name="Slide Number Placeholder 3">
            <a:extLst>
              <a:ext uri="{FF2B5EF4-FFF2-40B4-BE49-F238E27FC236}">
                <a16:creationId xmlns:a16="http://schemas.microsoft.com/office/drawing/2014/main" id="{281025BE-77DB-41E4-6228-03B30DC4D490}"/>
              </a:ext>
            </a:extLst>
          </p:cNvPr>
          <p:cNvSpPr>
            <a:spLocks noGrp="1"/>
          </p:cNvSpPr>
          <p:nvPr>
            <p:ph type="sldNum" sz="quarter" idx="5"/>
          </p:nvPr>
        </p:nvSpPr>
        <p:spPr/>
        <p:txBody>
          <a:bodyPr/>
          <a:lstStyle/>
          <a:p>
            <a:fld id="{FA96E01F-8DBD-4634-ACB5-33D503B64F6E}" type="slidenum">
              <a:rPr lang="LID4096" smtClean="0"/>
              <a:t>24</a:t>
            </a:fld>
            <a:endParaRPr lang="LID4096"/>
          </a:p>
        </p:txBody>
      </p:sp>
    </p:spTree>
    <p:extLst>
      <p:ext uri="{BB962C8B-B14F-4D97-AF65-F5344CB8AC3E}">
        <p14:creationId xmlns:p14="http://schemas.microsoft.com/office/powerpoint/2010/main" val="81367589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868AB0-157F-A29F-C861-3E4101F05FA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381A44-9E56-FB66-9CF9-D68A88DEE0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10D73F3-7291-3042-660A-7D469B41BF5F}"/>
              </a:ext>
            </a:extLst>
          </p:cNvPr>
          <p:cNvSpPr>
            <a:spLocks noGrp="1"/>
          </p:cNvSpPr>
          <p:nvPr>
            <p:ph type="body" idx="1"/>
          </p:nvPr>
        </p:nvSpPr>
        <p:spPr/>
        <p:txBody>
          <a:bodyPr/>
          <a:lstStyle/>
          <a:p>
            <a:pPr algn="l"/>
            <a:endParaRPr lang="LID4096" dirty="0"/>
          </a:p>
        </p:txBody>
      </p:sp>
      <p:sp>
        <p:nvSpPr>
          <p:cNvPr id="4" name="Slide Number Placeholder 3">
            <a:extLst>
              <a:ext uri="{FF2B5EF4-FFF2-40B4-BE49-F238E27FC236}">
                <a16:creationId xmlns:a16="http://schemas.microsoft.com/office/drawing/2014/main" id="{A80E6A2B-B58F-4F83-3512-A20C7FBDC2EA}"/>
              </a:ext>
            </a:extLst>
          </p:cNvPr>
          <p:cNvSpPr>
            <a:spLocks noGrp="1"/>
          </p:cNvSpPr>
          <p:nvPr>
            <p:ph type="sldNum" sz="quarter" idx="5"/>
          </p:nvPr>
        </p:nvSpPr>
        <p:spPr/>
        <p:txBody>
          <a:bodyPr/>
          <a:lstStyle/>
          <a:p>
            <a:fld id="{FA96E01F-8DBD-4634-ACB5-33D503B64F6E}" type="slidenum">
              <a:rPr lang="LID4096" smtClean="0"/>
              <a:t>25</a:t>
            </a:fld>
            <a:endParaRPr lang="LID4096"/>
          </a:p>
        </p:txBody>
      </p:sp>
    </p:spTree>
    <p:extLst>
      <p:ext uri="{BB962C8B-B14F-4D97-AF65-F5344CB8AC3E}">
        <p14:creationId xmlns:p14="http://schemas.microsoft.com/office/powerpoint/2010/main" val="105421826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AC6774-22FB-766D-D481-26E7ABF90F1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C8BA5A1-39E7-ED25-A28E-BBCA21596C0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F59DD33-AF80-C29A-3737-08610EA2C8D9}"/>
              </a:ext>
            </a:extLst>
          </p:cNvPr>
          <p:cNvSpPr>
            <a:spLocks noGrp="1"/>
          </p:cNvSpPr>
          <p:nvPr>
            <p:ph type="body" idx="1"/>
          </p:nvPr>
        </p:nvSpPr>
        <p:spPr/>
        <p:txBody>
          <a:bodyPr/>
          <a:lstStyle/>
          <a:p>
            <a:pPr algn="l"/>
            <a:endParaRPr lang="LID4096" dirty="0"/>
          </a:p>
        </p:txBody>
      </p:sp>
      <p:sp>
        <p:nvSpPr>
          <p:cNvPr id="4" name="Slide Number Placeholder 3">
            <a:extLst>
              <a:ext uri="{FF2B5EF4-FFF2-40B4-BE49-F238E27FC236}">
                <a16:creationId xmlns:a16="http://schemas.microsoft.com/office/drawing/2014/main" id="{DD9F0E98-2C92-5ABE-D4BE-61E38BBE7E37}"/>
              </a:ext>
            </a:extLst>
          </p:cNvPr>
          <p:cNvSpPr>
            <a:spLocks noGrp="1"/>
          </p:cNvSpPr>
          <p:nvPr>
            <p:ph type="sldNum" sz="quarter" idx="5"/>
          </p:nvPr>
        </p:nvSpPr>
        <p:spPr/>
        <p:txBody>
          <a:bodyPr/>
          <a:lstStyle/>
          <a:p>
            <a:fld id="{FA96E01F-8DBD-4634-ACB5-33D503B64F6E}" type="slidenum">
              <a:rPr lang="LID4096" smtClean="0"/>
              <a:t>26</a:t>
            </a:fld>
            <a:endParaRPr lang="LID4096"/>
          </a:p>
        </p:txBody>
      </p:sp>
    </p:spTree>
    <p:extLst>
      <p:ext uri="{BB962C8B-B14F-4D97-AF65-F5344CB8AC3E}">
        <p14:creationId xmlns:p14="http://schemas.microsoft.com/office/powerpoint/2010/main" val="394051454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3040D5-E2E5-0144-2F53-6A0F242B8E8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74FA0F-5880-EC2B-5F58-5EBFE017654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D9F218E-3508-4291-8ADF-317896079FC2}"/>
              </a:ext>
            </a:extLst>
          </p:cNvPr>
          <p:cNvSpPr>
            <a:spLocks noGrp="1"/>
          </p:cNvSpPr>
          <p:nvPr>
            <p:ph type="body" idx="1"/>
          </p:nvPr>
        </p:nvSpPr>
        <p:spPr/>
        <p:txBody>
          <a:bodyPr/>
          <a:lstStyle/>
          <a:p>
            <a:pPr algn="l"/>
            <a:endParaRPr lang="LID4096" dirty="0"/>
          </a:p>
        </p:txBody>
      </p:sp>
      <p:sp>
        <p:nvSpPr>
          <p:cNvPr id="4" name="Slide Number Placeholder 3">
            <a:extLst>
              <a:ext uri="{FF2B5EF4-FFF2-40B4-BE49-F238E27FC236}">
                <a16:creationId xmlns:a16="http://schemas.microsoft.com/office/drawing/2014/main" id="{3F959716-A5C0-84DE-841E-EB5E27D2A8E4}"/>
              </a:ext>
            </a:extLst>
          </p:cNvPr>
          <p:cNvSpPr>
            <a:spLocks noGrp="1"/>
          </p:cNvSpPr>
          <p:nvPr>
            <p:ph type="sldNum" sz="quarter" idx="5"/>
          </p:nvPr>
        </p:nvSpPr>
        <p:spPr/>
        <p:txBody>
          <a:bodyPr/>
          <a:lstStyle/>
          <a:p>
            <a:fld id="{FA96E01F-8DBD-4634-ACB5-33D503B64F6E}" type="slidenum">
              <a:rPr lang="LID4096" smtClean="0"/>
              <a:t>27</a:t>
            </a:fld>
            <a:endParaRPr lang="LID4096"/>
          </a:p>
        </p:txBody>
      </p:sp>
    </p:spTree>
    <p:extLst>
      <p:ext uri="{BB962C8B-B14F-4D97-AF65-F5344CB8AC3E}">
        <p14:creationId xmlns:p14="http://schemas.microsoft.com/office/powerpoint/2010/main" val="290293025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8B1513-63C4-AE05-773A-3837AC881A2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C732203-BF18-1CC6-C20C-C3C56F7EDEE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FA2FA19-5315-64AC-7361-7F802E087C56}"/>
              </a:ext>
            </a:extLst>
          </p:cNvPr>
          <p:cNvSpPr>
            <a:spLocks noGrp="1"/>
          </p:cNvSpPr>
          <p:nvPr>
            <p:ph type="body" idx="1"/>
          </p:nvPr>
        </p:nvSpPr>
        <p:spPr/>
        <p:txBody>
          <a:bodyPr/>
          <a:lstStyle/>
          <a:p>
            <a:pPr algn="l"/>
            <a:endParaRPr lang="LID4096" dirty="0"/>
          </a:p>
        </p:txBody>
      </p:sp>
      <p:sp>
        <p:nvSpPr>
          <p:cNvPr id="4" name="Slide Number Placeholder 3">
            <a:extLst>
              <a:ext uri="{FF2B5EF4-FFF2-40B4-BE49-F238E27FC236}">
                <a16:creationId xmlns:a16="http://schemas.microsoft.com/office/drawing/2014/main" id="{8C3B647D-5728-589B-4B79-2F58BF421B50}"/>
              </a:ext>
            </a:extLst>
          </p:cNvPr>
          <p:cNvSpPr>
            <a:spLocks noGrp="1"/>
          </p:cNvSpPr>
          <p:nvPr>
            <p:ph type="sldNum" sz="quarter" idx="5"/>
          </p:nvPr>
        </p:nvSpPr>
        <p:spPr/>
        <p:txBody>
          <a:bodyPr/>
          <a:lstStyle/>
          <a:p>
            <a:fld id="{FA96E01F-8DBD-4634-ACB5-33D503B64F6E}" type="slidenum">
              <a:rPr lang="LID4096" smtClean="0"/>
              <a:t>28</a:t>
            </a:fld>
            <a:endParaRPr lang="LID4096"/>
          </a:p>
        </p:txBody>
      </p:sp>
    </p:spTree>
    <p:extLst>
      <p:ext uri="{BB962C8B-B14F-4D97-AF65-F5344CB8AC3E}">
        <p14:creationId xmlns:p14="http://schemas.microsoft.com/office/powerpoint/2010/main" val="235913921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56A44E-2978-EFD6-09A9-F5D4636D2A2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D6DBCB-E18D-20BE-2E6C-1F364B4FDE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DD7C235-F381-B4B6-2F5C-E1F5BBE3A939}"/>
              </a:ext>
            </a:extLst>
          </p:cNvPr>
          <p:cNvSpPr>
            <a:spLocks noGrp="1"/>
          </p:cNvSpPr>
          <p:nvPr>
            <p:ph type="body" idx="1"/>
          </p:nvPr>
        </p:nvSpPr>
        <p:spPr/>
        <p:txBody>
          <a:bodyPr/>
          <a:lstStyle/>
          <a:p>
            <a:pPr algn="l"/>
            <a:endParaRPr lang="LID4096" dirty="0"/>
          </a:p>
        </p:txBody>
      </p:sp>
      <p:sp>
        <p:nvSpPr>
          <p:cNvPr id="4" name="Slide Number Placeholder 3">
            <a:extLst>
              <a:ext uri="{FF2B5EF4-FFF2-40B4-BE49-F238E27FC236}">
                <a16:creationId xmlns:a16="http://schemas.microsoft.com/office/drawing/2014/main" id="{3905CFD0-8DF1-4DCF-861C-10E5B7A3DBCF}"/>
              </a:ext>
            </a:extLst>
          </p:cNvPr>
          <p:cNvSpPr>
            <a:spLocks noGrp="1"/>
          </p:cNvSpPr>
          <p:nvPr>
            <p:ph type="sldNum" sz="quarter" idx="5"/>
          </p:nvPr>
        </p:nvSpPr>
        <p:spPr/>
        <p:txBody>
          <a:bodyPr/>
          <a:lstStyle/>
          <a:p>
            <a:fld id="{FA96E01F-8DBD-4634-ACB5-33D503B64F6E}" type="slidenum">
              <a:rPr lang="LID4096" smtClean="0"/>
              <a:t>29</a:t>
            </a:fld>
            <a:endParaRPr lang="LID4096"/>
          </a:p>
        </p:txBody>
      </p:sp>
    </p:spTree>
    <p:extLst>
      <p:ext uri="{BB962C8B-B14F-4D97-AF65-F5344CB8AC3E}">
        <p14:creationId xmlns:p14="http://schemas.microsoft.com/office/powerpoint/2010/main" val="147924687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DF9A50-958D-E2B4-2365-1073A30BC9C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10CA16B-42D5-A613-37D7-84A647172C2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59D9BFF-7C93-C31A-2E84-E8CE5003C23E}"/>
              </a:ext>
            </a:extLst>
          </p:cNvPr>
          <p:cNvSpPr>
            <a:spLocks noGrp="1"/>
          </p:cNvSpPr>
          <p:nvPr>
            <p:ph type="body" idx="1"/>
          </p:nvPr>
        </p:nvSpPr>
        <p:spPr/>
        <p:txBody>
          <a:bodyPr/>
          <a:lstStyle/>
          <a:p>
            <a:pPr algn="l"/>
            <a:endParaRPr lang="LID4096" dirty="0"/>
          </a:p>
        </p:txBody>
      </p:sp>
      <p:sp>
        <p:nvSpPr>
          <p:cNvPr id="4" name="Slide Number Placeholder 3">
            <a:extLst>
              <a:ext uri="{FF2B5EF4-FFF2-40B4-BE49-F238E27FC236}">
                <a16:creationId xmlns:a16="http://schemas.microsoft.com/office/drawing/2014/main" id="{58BFFE6D-22FB-EA3E-6D7C-CF106B95C83C}"/>
              </a:ext>
            </a:extLst>
          </p:cNvPr>
          <p:cNvSpPr>
            <a:spLocks noGrp="1"/>
          </p:cNvSpPr>
          <p:nvPr>
            <p:ph type="sldNum" sz="quarter" idx="5"/>
          </p:nvPr>
        </p:nvSpPr>
        <p:spPr/>
        <p:txBody>
          <a:bodyPr/>
          <a:lstStyle/>
          <a:p>
            <a:fld id="{FA96E01F-8DBD-4634-ACB5-33D503B64F6E}" type="slidenum">
              <a:rPr lang="LID4096" smtClean="0"/>
              <a:t>30</a:t>
            </a:fld>
            <a:endParaRPr lang="LID4096"/>
          </a:p>
        </p:txBody>
      </p:sp>
    </p:spTree>
    <p:extLst>
      <p:ext uri="{BB962C8B-B14F-4D97-AF65-F5344CB8AC3E}">
        <p14:creationId xmlns:p14="http://schemas.microsoft.com/office/powerpoint/2010/main" val="357376031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C21F7F-CE15-00B5-5D07-51FF715625B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F181E3A-2E86-0851-BC5D-9BAB13B0090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A54E1AB-38CA-6A41-48A1-3AE2176D83C1}"/>
              </a:ext>
            </a:extLst>
          </p:cNvPr>
          <p:cNvSpPr>
            <a:spLocks noGrp="1"/>
          </p:cNvSpPr>
          <p:nvPr>
            <p:ph type="body" idx="1"/>
          </p:nvPr>
        </p:nvSpPr>
        <p:spPr/>
        <p:txBody>
          <a:bodyPr/>
          <a:lstStyle/>
          <a:p>
            <a:pPr algn="l"/>
            <a:endParaRPr lang="LID4096" dirty="0"/>
          </a:p>
        </p:txBody>
      </p:sp>
      <p:sp>
        <p:nvSpPr>
          <p:cNvPr id="4" name="Slide Number Placeholder 3">
            <a:extLst>
              <a:ext uri="{FF2B5EF4-FFF2-40B4-BE49-F238E27FC236}">
                <a16:creationId xmlns:a16="http://schemas.microsoft.com/office/drawing/2014/main" id="{3B3DF2C2-CE82-F05F-22A0-8A8D096B1D15}"/>
              </a:ext>
            </a:extLst>
          </p:cNvPr>
          <p:cNvSpPr>
            <a:spLocks noGrp="1"/>
          </p:cNvSpPr>
          <p:nvPr>
            <p:ph type="sldNum" sz="quarter" idx="5"/>
          </p:nvPr>
        </p:nvSpPr>
        <p:spPr/>
        <p:txBody>
          <a:bodyPr/>
          <a:lstStyle/>
          <a:p>
            <a:fld id="{FA96E01F-8DBD-4634-ACB5-33D503B64F6E}" type="slidenum">
              <a:rPr lang="LID4096" smtClean="0"/>
              <a:t>31</a:t>
            </a:fld>
            <a:endParaRPr lang="LID4096"/>
          </a:p>
        </p:txBody>
      </p:sp>
    </p:spTree>
    <p:extLst>
      <p:ext uri="{BB962C8B-B14F-4D97-AF65-F5344CB8AC3E}">
        <p14:creationId xmlns:p14="http://schemas.microsoft.com/office/powerpoint/2010/main" val="190255549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r>
              <a:rPr lang="en-US" dirty="0"/>
              <a:t>Same prior as story 2 (common event)</a:t>
            </a:r>
            <a:endParaRPr lang="he-IL" dirty="0"/>
          </a:p>
        </p:txBody>
      </p:sp>
      <p:sp>
        <p:nvSpPr>
          <p:cNvPr id="4" name="מציין מיקום של מספר שקופית 3"/>
          <p:cNvSpPr>
            <a:spLocks noGrp="1"/>
          </p:cNvSpPr>
          <p:nvPr>
            <p:ph type="sldNum" sz="quarter" idx="5"/>
          </p:nvPr>
        </p:nvSpPr>
        <p:spPr/>
        <p:txBody>
          <a:bodyPr/>
          <a:lstStyle/>
          <a:p>
            <a:fld id="{FA96E01F-8DBD-4634-ACB5-33D503B64F6E}" type="slidenum">
              <a:rPr lang="LID4096" smtClean="0"/>
              <a:pPr/>
              <a:t>38</a:t>
            </a:fld>
            <a:endParaRPr lang="LID4096" dirty="0"/>
          </a:p>
        </p:txBody>
      </p:sp>
    </p:spTree>
    <p:extLst>
      <p:ext uri="{BB962C8B-B14F-4D97-AF65-F5344CB8AC3E}">
        <p14:creationId xmlns:p14="http://schemas.microsoft.com/office/powerpoint/2010/main" val="42222076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BE9C1F-3DA9-4B5D-18A0-C612F1218606}"/>
            </a:ext>
          </a:extLst>
        </p:cNvPr>
        <p:cNvGrpSpPr/>
        <p:nvPr/>
      </p:nvGrpSpPr>
      <p:grpSpPr>
        <a:xfrm>
          <a:off x="0" y="0"/>
          <a:ext cx="0" cy="0"/>
          <a:chOff x="0" y="0"/>
          <a:chExt cx="0" cy="0"/>
        </a:xfrm>
      </p:grpSpPr>
      <p:sp>
        <p:nvSpPr>
          <p:cNvPr id="2" name="מציין מיקום של תמונת שקופית 1">
            <a:extLst>
              <a:ext uri="{FF2B5EF4-FFF2-40B4-BE49-F238E27FC236}">
                <a16:creationId xmlns:a16="http://schemas.microsoft.com/office/drawing/2014/main" id="{12F790CA-3F91-301C-6308-3F3D1354EFAE}"/>
              </a:ext>
            </a:extLst>
          </p:cNvPr>
          <p:cNvSpPr>
            <a:spLocks noGrp="1" noRot="1" noChangeAspect="1"/>
          </p:cNvSpPr>
          <p:nvPr>
            <p:ph type="sldImg"/>
          </p:nvPr>
        </p:nvSpPr>
        <p:spPr/>
      </p:sp>
      <p:sp>
        <p:nvSpPr>
          <p:cNvPr id="3" name="מציין מיקום של הערות 2">
            <a:extLst>
              <a:ext uri="{FF2B5EF4-FFF2-40B4-BE49-F238E27FC236}">
                <a16:creationId xmlns:a16="http://schemas.microsoft.com/office/drawing/2014/main" id="{DAA0EDF1-ECFC-826C-F9F5-2A459819005F}"/>
              </a:ext>
            </a:extLst>
          </p:cNvPr>
          <p:cNvSpPr>
            <a:spLocks noGrp="1"/>
          </p:cNvSpPr>
          <p:nvPr>
            <p:ph type="body" idx="1"/>
          </p:nvPr>
        </p:nvSpPr>
        <p:spPr/>
        <p:txBody>
          <a:bodyPr/>
          <a:lstStyle/>
          <a:p>
            <a:r>
              <a:rPr lang="en-US" dirty="0"/>
              <a:t>Same prior as story 2 (common event)</a:t>
            </a:r>
            <a:endParaRPr lang="he-IL" dirty="0"/>
          </a:p>
        </p:txBody>
      </p:sp>
      <p:sp>
        <p:nvSpPr>
          <p:cNvPr id="4" name="מציין מיקום של מספר שקופית 3">
            <a:extLst>
              <a:ext uri="{FF2B5EF4-FFF2-40B4-BE49-F238E27FC236}">
                <a16:creationId xmlns:a16="http://schemas.microsoft.com/office/drawing/2014/main" id="{8647FD4D-6751-26AB-C8C2-997A85594B5F}"/>
              </a:ext>
            </a:extLst>
          </p:cNvPr>
          <p:cNvSpPr>
            <a:spLocks noGrp="1"/>
          </p:cNvSpPr>
          <p:nvPr>
            <p:ph type="sldNum" sz="quarter" idx="5"/>
          </p:nvPr>
        </p:nvSpPr>
        <p:spPr/>
        <p:txBody>
          <a:bodyPr/>
          <a:lstStyle/>
          <a:p>
            <a:fld id="{FA96E01F-8DBD-4634-ACB5-33D503B64F6E}" type="slidenum">
              <a:rPr lang="LID4096" smtClean="0"/>
              <a:pPr/>
              <a:t>39</a:t>
            </a:fld>
            <a:endParaRPr lang="LID4096" dirty="0"/>
          </a:p>
        </p:txBody>
      </p:sp>
    </p:spTree>
    <p:extLst>
      <p:ext uri="{BB962C8B-B14F-4D97-AF65-F5344CB8AC3E}">
        <p14:creationId xmlns:p14="http://schemas.microsoft.com/office/powerpoint/2010/main" val="190064957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r>
              <a:rPr lang="en-US" dirty="0"/>
              <a:t>marginal likelihood is computationally expensive</a:t>
            </a:r>
          </a:p>
          <a:p>
            <a:r>
              <a:rPr lang="en-US" dirty="0"/>
              <a:t>Because:</a:t>
            </a:r>
          </a:p>
          <a:p>
            <a:r>
              <a:rPr lang="en-US" dirty="0"/>
              <a:t>It requires integrating over </a:t>
            </a:r>
            <a:r>
              <a:rPr lang="en-US" b="1" dirty="0"/>
              <a:t>all parameter values</a:t>
            </a:r>
            <a:r>
              <a:rPr lang="en-US" dirty="0"/>
              <a:t> </a:t>
            </a:r>
          </a:p>
          <a:p>
            <a:r>
              <a:rPr lang="en-US" dirty="0"/>
              <a:t>In high dimensions → becomes very difficult </a:t>
            </a:r>
          </a:p>
          <a:p>
            <a:r>
              <a:rPr lang="en-US" dirty="0"/>
              <a:t>This is exactly why:</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In the grid method, we </a:t>
            </a:r>
            <a:r>
              <a:rPr lang="en-US" b="1" dirty="0"/>
              <a:t>c</a:t>
            </a:r>
            <a:r>
              <a:rPr lang="en-US" b="0" dirty="0"/>
              <a:t>ompute it implicitly by normalization </a:t>
            </a:r>
          </a:p>
          <a:p>
            <a:endParaRPr lang="en-US" dirty="0"/>
          </a:p>
          <a:p>
            <a:endParaRPr lang="he-IL" dirty="0"/>
          </a:p>
        </p:txBody>
      </p:sp>
      <p:sp>
        <p:nvSpPr>
          <p:cNvPr id="4" name="מציין מיקום של מספר שקופית 3"/>
          <p:cNvSpPr>
            <a:spLocks noGrp="1"/>
          </p:cNvSpPr>
          <p:nvPr>
            <p:ph type="sldNum" sz="quarter" idx="5"/>
          </p:nvPr>
        </p:nvSpPr>
        <p:spPr/>
        <p:txBody>
          <a:bodyPr/>
          <a:lstStyle/>
          <a:p>
            <a:fld id="{FA96E01F-8DBD-4634-ACB5-33D503B64F6E}" type="slidenum">
              <a:rPr lang="LID4096" smtClean="0"/>
              <a:pPr/>
              <a:t>41</a:t>
            </a:fld>
            <a:endParaRPr lang="LID4096" dirty="0"/>
          </a:p>
        </p:txBody>
      </p:sp>
    </p:spTree>
    <p:extLst>
      <p:ext uri="{BB962C8B-B14F-4D97-AF65-F5344CB8AC3E}">
        <p14:creationId xmlns:p14="http://schemas.microsoft.com/office/powerpoint/2010/main" val="10362372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5F7235-8906-9FBC-3EDF-C41DE2E3548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2A9A83F-4AF3-566C-0725-8D454154B49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3EC2BB6-74E8-09FB-266D-DA855D6E51E9}"/>
              </a:ext>
            </a:extLst>
          </p:cNvPr>
          <p:cNvSpPr>
            <a:spLocks noGrp="1"/>
          </p:cNvSpPr>
          <p:nvPr>
            <p:ph type="body" idx="1"/>
          </p:nvPr>
        </p:nvSpPr>
        <p:spPr/>
        <p:txBody>
          <a:bodyPr/>
          <a:lstStyle/>
          <a:p>
            <a:endParaRPr lang="LID4096" dirty="0"/>
          </a:p>
        </p:txBody>
      </p:sp>
      <p:sp>
        <p:nvSpPr>
          <p:cNvPr id="4" name="Slide Number Placeholder 3">
            <a:extLst>
              <a:ext uri="{FF2B5EF4-FFF2-40B4-BE49-F238E27FC236}">
                <a16:creationId xmlns:a16="http://schemas.microsoft.com/office/drawing/2014/main" id="{DEA8C31E-95E9-F1B5-2DD7-5053B65F1851}"/>
              </a:ext>
            </a:extLst>
          </p:cNvPr>
          <p:cNvSpPr>
            <a:spLocks noGrp="1"/>
          </p:cNvSpPr>
          <p:nvPr>
            <p:ph type="sldNum" sz="quarter" idx="5"/>
          </p:nvPr>
        </p:nvSpPr>
        <p:spPr/>
        <p:txBody>
          <a:bodyPr/>
          <a:lstStyle/>
          <a:p>
            <a:fld id="{FA96E01F-8DBD-4634-ACB5-33D503B64F6E}" type="slidenum">
              <a:rPr lang="LID4096" smtClean="0"/>
              <a:t>46</a:t>
            </a:fld>
            <a:endParaRPr lang="LID4096"/>
          </a:p>
        </p:txBody>
      </p:sp>
    </p:spTree>
    <p:extLst>
      <p:ext uri="{BB962C8B-B14F-4D97-AF65-F5344CB8AC3E}">
        <p14:creationId xmlns:p14="http://schemas.microsoft.com/office/powerpoint/2010/main" val="115969263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5BC03F-5DFA-96D0-4A0E-B6C6F18B78D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5B5B031-AA0A-ECF9-1343-31B34A7DE4F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0CBF96A-EB6C-FB38-AD1F-5B7FB48DBF69}"/>
              </a:ext>
            </a:extLst>
          </p:cNvPr>
          <p:cNvSpPr>
            <a:spLocks noGrp="1"/>
          </p:cNvSpPr>
          <p:nvPr>
            <p:ph type="body" idx="1"/>
          </p:nvPr>
        </p:nvSpPr>
        <p:spPr/>
        <p:txBody>
          <a:bodyPr/>
          <a:lstStyle/>
          <a:p>
            <a:r>
              <a:rPr lang="en-US" dirty="0"/>
              <a:t>In the future we’ll learn better methods such as MCMC.</a:t>
            </a:r>
            <a:endParaRPr lang="LID4096" dirty="0"/>
          </a:p>
        </p:txBody>
      </p:sp>
      <p:sp>
        <p:nvSpPr>
          <p:cNvPr id="4" name="Slide Number Placeholder 3">
            <a:extLst>
              <a:ext uri="{FF2B5EF4-FFF2-40B4-BE49-F238E27FC236}">
                <a16:creationId xmlns:a16="http://schemas.microsoft.com/office/drawing/2014/main" id="{426761D3-818B-4A65-989C-50519CA2E465}"/>
              </a:ext>
            </a:extLst>
          </p:cNvPr>
          <p:cNvSpPr>
            <a:spLocks noGrp="1"/>
          </p:cNvSpPr>
          <p:nvPr>
            <p:ph type="sldNum" sz="quarter" idx="5"/>
          </p:nvPr>
        </p:nvSpPr>
        <p:spPr/>
        <p:txBody>
          <a:bodyPr/>
          <a:lstStyle/>
          <a:p>
            <a:fld id="{FA96E01F-8DBD-4634-ACB5-33D503B64F6E}" type="slidenum">
              <a:rPr lang="LID4096" smtClean="0"/>
              <a:t>47</a:t>
            </a:fld>
            <a:endParaRPr lang="LID4096"/>
          </a:p>
        </p:txBody>
      </p:sp>
    </p:spTree>
    <p:extLst>
      <p:ext uri="{BB962C8B-B14F-4D97-AF65-F5344CB8AC3E}">
        <p14:creationId xmlns:p14="http://schemas.microsoft.com/office/powerpoint/2010/main" val="294978507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BAE9BF-D32D-E027-AC6B-E5E069AEDBD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294847F-02F4-D1D7-E0DD-ED0456C9452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A0784C5-EE29-5ACB-E3A0-AC0432250677}"/>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In the future we’ll learn better methods such as MCMC.</a:t>
            </a:r>
            <a:endParaRPr lang="LID4096" dirty="0"/>
          </a:p>
          <a:p>
            <a:endParaRPr lang="LID4096" dirty="0"/>
          </a:p>
        </p:txBody>
      </p:sp>
      <p:sp>
        <p:nvSpPr>
          <p:cNvPr id="4" name="Slide Number Placeholder 3">
            <a:extLst>
              <a:ext uri="{FF2B5EF4-FFF2-40B4-BE49-F238E27FC236}">
                <a16:creationId xmlns:a16="http://schemas.microsoft.com/office/drawing/2014/main" id="{3AC63148-FEAA-ECE6-3AB3-5778B2D371C8}"/>
              </a:ext>
            </a:extLst>
          </p:cNvPr>
          <p:cNvSpPr>
            <a:spLocks noGrp="1"/>
          </p:cNvSpPr>
          <p:nvPr>
            <p:ph type="sldNum" sz="quarter" idx="5"/>
          </p:nvPr>
        </p:nvSpPr>
        <p:spPr/>
        <p:txBody>
          <a:bodyPr/>
          <a:lstStyle/>
          <a:p>
            <a:fld id="{FA96E01F-8DBD-4634-ACB5-33D503B64F6E}" type="slidenum">
              <a:rPr lang="LID4096" smtClean="0"/>
              <a:t>48</a:t>
            </a:fld>
            <a:endParaRPr lang="LID4096"/>
          </a:p>
        </p:txBody>
      </p:sp>
    </p:spTree>
    <p:extLst>
      <p:ext uri="{BB962C8B-B14F-4D97-AF65-F5344CB8AC3E}">
        <p14:creationId xmlns:p14="http://schemas.microsoft.com/office/powerpoint/2010/main" val="293264552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endParaRPr lang="he-IL" dirty="0"/>
          </a:p>
        </p:txBody>
      </p:sp>
      <p:sp>
        <p:nvSpPr>
          <p:cNvPr id="4" name="מציין מיקום של מספר שקופית 3"/>
          <p:cNvSpPr>
            <a:spLocks noGrp="1"/>
          </p:cNvSpPr>
          <p:nvPr>
            <p:ph type="sldNum" sz="quarter" idx="5"/>
          </p:nvPr>
        </p:nvSpPr>
        <p:spPr/>
        <p:txBody>
          <a:bodyPr/>
          <a:lstStyle/>
          <a:p>
            <a:fld id="{FA96E01F-8DBD-4634-ACB5-33D503B64F6E}" type="slidenum">
              <a:rPr lang="LID4096" smtClean="0"/>
              <a:pPr/>
              <a:t>49</a:t>
            </a:fld>
            <a:endParaRPr lang="LID4096" dirty="0"/>
          </a:p>
        </p:txBody>
      </p:sp>
    </p:spTree>
    <p:extLst>
      <p:ext uri="{BB962C8B-B14F-4D97-AF65-F5344CB8AC3E}">
        <p14:creationId xmlns:p14="http://schemas.microsoft.com/office/powerpoint/2010/main" val="46940665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BB6E49-A965-8432-63E6-DFD76C8E22F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B2872E5-4384-E32D-17D6-31A801AB091A}"/>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7BFE6FAD-9FEB-A897-6B1B-4DB08488B41A}"/>
                  </a:ext>
                </a:extLst>
              </p:cNvPr>
              <p:cNvSpPr>
                <a:spLocks noGrp="1"/>
              </p:cNvSpPr>
              <p:nvPr>
                <p:ph type="body" idx="1"/>
              </p:nvPr>
            </p:nvSpPr>
            <p:spPr/>
            <p:txBody>
              <a:bodyPr/>
              <a:lstStyle/>
              <a:p>
                <a:r>
                  <a:rPr lang="en-US" dirty="0"/>
                  <a:t>Why do we divide by </a:t>
                </a:r>
                <a14:m>
                  <m:oMath xmlns:m="http://schemas.openxmlformats.org/officeDocument/2006/math">
                    <m:r>
                      <a:rPr lang="en-US" sz="1200" i="1" kern="1200">
                        <a:solidFill>
                          <a:schemeClr val="tx1"/>
                        </a:solidFill>
                        <a:latin typeface="Cambria Math" panose="02040503050406030204" pitchFamily="18" charset="0"/>
                        <a:ea typeface="+mn-ea"/>
                        <a:cs typeface="+mn-cs"/>
                      </a:rPr>
                      <m:t>𝑃</m:t>
                    </m:r>
                    <m:d>
                      <m:dPr>
                        <m:ctrlPr>
                          <a:rPr lang="ar-AE" sz="1200" i="1" kern="1200">
                            <a:solidFill>
                              <a:schemeClr val="tx1"/>
                            </a:solidFill>
                            <a:latin typeface="Cambria Math" panose="02040503050406030204" pitchFamily="18" charset="0"/>
                            <a:ea typeface="+mn-ea"/>
                            <a:cs typeface="+mn-cs"/>
                          </a:rPr>
                        </m:ctrlPr>
                      </m:dPr>
                      <m:e>
                        <m:r>
                          <a:rPr lang="ar-AE" sz="1200" i="1" kern="1200">
                            <a:solidFill>
                              <a:schemeClr val="tx1"/>
                            </a:solidFill>
                            <a:latin typeface="Cambria Math" panose="02040503050406030204" pitchFamily="18" charset="0"/>
                            <a:ea typeface="+mn-ea"/>
                            <a:cs typeface="+mn-cs"/>
                          </a:rPr>
                          <m:t>𝐵</m:t>
                        </m:r>
                      </m:e>
                    </m:d>
                  </m:oMath>
                </a14:m>
                <a:r>
                  <a:rPr lang="ar-AE" dirty="0"/>
                  <a:t>?</a:t>
                </a:r>
              </a:p>
              <a:p>
                <a:r>
                  <a:rPr lang="en-US" b="0" dirty="0"/>
                  <a:t>we restrict the sample space to B.</a:t>
                </a:r>
              </a:p>
              <a:p>
                <a:pPr algn="l"/>
                <a:endParaRPr lang="LID4096" dirty="0"/>
              </a:p>
            </p:txBody>
          </p:sp>
        </mc:Choice>
        <mc:Fallback xmlns="">
          <p:sp>
            <p:nvSpPr>
              <p:cNvPr id="3" name="Notes Placeholder 2">
                <a:extLst>
                  <a:ext uri="{FF2B5EF4-FFF2-40B4-BE49-F238E27FC236}">
                    <a16:creationId xmlns:a16="http://schemas.microsoft.com/office/drawing/2014/main" id="{06D927A6-2D8F-2E73-58A3-AFD056B8BE91}"/>
                  </a:ext>
                </a:extLst>
              </p:cNvPr>
              <p:cNvSpPr>
                <a:spLocks noGrp="1"/>
              </p:cNvSpPr>
              <p:nvPr>
                <p:ph type="body" idx="1"/>
              </p:nvPr>
            </p:nvSpPr>
            <p:spPr/>
            <p:txBody>
              <a:bodyPr/>
              <a:lstStyle/>
              <a:p>
                <a:r>
                  <a:rPr lang="en-US" dirty="0"/>
                  <a:t>Why do we divide by </a:t>
                </a:r>
                <a:r>
                  <a:rPr lang="en-US" sz="1200" i="0" kern="1200">
                    <a:solidFill>
                      <a:schemeClr val="tx1"/>
                    </a:solidFill>
                    <a:latin typeface="David" panose="020E0502060401010101" pitchFamily="34" charset="-79"/>
                    <a:ea typeface="+mn-ea"/>
                    <a:cs typeface="+mn-cs"/>
                  </a:rPr>
                  <a:t>𝑃</a:t>
                </a:r>
                <a:r>
                  <a:rPr lang="ar-AE" sz="1200" i="0" kern="1200">
                    <a:solidFill>
                      <a:schemeClr val="tx1"/>
                    </a:solidFill>
                    <a:latin typeface="David" panose="020E0502060401010101" pitchFamily="34" charset="-79"/>
                    <a:ea typeface="+mn-ea"/>
                    <a:cs typeface="+mn-cs"/>
                  </a:rPr>
                  <a:t>(𝐵)</a:t>
                </a:r>
                <a:r>
                  <a:rPr lang="ar-AE" dirty="0"/>
                  <a:t>?</a:t>
                </a:r>
              </a:p>
              <a:p>
                <a:r>
                  <a:rPr lang="en-US" b="0" dirty="0"/>
                  <a:t>we restrict the sample space to B.</a:t>
                </a:r>
              </a:p>
              <a:p>
                <a:pPr algn="l"/>
                <a:endParaRPr lang="LID4096" dirty="0"/>
              </a:p>
            </p:txBody>
          </p:sp>
        </mc:Fallback>
      </mc:AlternateContent>
      <p:sp>
        <p:nvSpPr>
          <p:cNvPr id="4" name="Slide Number Placeholder 3">
            <a:extLst>
              <a:ext uri="{FF2B5EF4-FFF2-40B4-BE49-F238E27FC236}">
                <a16:creationId xmlns:a16="http://schemas.microsoft.com/office/drawing/2014/main" id="{E01FB59F-EBFA-3604-0F1F-25DFB417B0E4}"/>
              </a:ext>
            </a:extLst>
          </p:cNvPr>
          <p:cNvSpPr>
            <a:spLocks noGrp="1"/>
          </p:cNvSpPr>
          <p:nvPr>
            <p:ph type="sldNum" sz="quarter" idx="5"/>
          </p:nvPr>
        </p:nvSpPr>
        <p:spPr/>
        <p:txBody>
          <a:bodyPr/>
          <a:lstStyle/>
          <a:p>
            <a:fld id="{FA96E01F-8DBD-4634-ACB5-33D503B64F6E}" type="slidenum">
              <a:rPr lang="LID4096" smtClean="0"/>
              <a:t>51</a:t>
            </a:fld>
            <a:endParaRPr lang="LID4096"/>
          </a:p>
        </p:txBody>
      </p:sp>
    </p:spTree>
    <p:extLst>
      <p:ext uri="{BB962C8B-B14F-4D97-AF65-F5344CB8AC3E}">
        <p14:creationId xmlns:p14="http://schemas.microsoft.com/office/powerpoint/2010/main" val="165983049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605958-953C-0E7C-A750-77C829D2EA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D5E8F89-4DC7-4B0E-ECB1-0F8991192C9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FC19040-4355-31F7-B17A-278EC415287C}"/>
              </a:ext>
            </a:extLst>
          </p:cNvPr>
          <p:cNvSpPr>
            <a:spLocks noGrp="1"/>
          </p:cNvSpPr>
          <p:nvPr>
            <p:ph type="body" idx="1"/>
          </p:nvPr>
        </p:nvSpPr>
        <p:spPr/>
        <p:txBody>
          <a:bodyPr/>
          <a:lstStyle/>
          <a:p>
            <a:pPr algn="l"/>
            <a:endParaRPr lang="LID4096" dirty="0"/>
          </a:p>
        </p:txBody>
      </p:sp>
      <p:sp>
        <p:nvSpPr>
          <p:cNvPr id="4" name="Slide Number Placeholder 3">
            <a:extLst>
              <a:ext uri="{FF2B5EF4-FFF2-40B4-BE49-F238E27FC236}">
                <a16:creationId xmlns:a16="http://schemas.microsoft.com/office/drawing/2014/main" id="{20AED34A-9284-9A63-41E3-1F618ABC061F}"/>
              </a:ext>
            </a:extLst>
          </p:cNvPr>
          <p:cNvSpPr>
            <a:spLocks noGrp="1"/>
          </p:cNvSpPr>
          <p:nvPr>
            <p:ph type="sldNum" sz="quarter" idx="5"/>
          </p:nvPr>
        </p:nvSpPr>
        <p:spPr/>
        <p:txBody>
          <a:bodyPr/>
          <a:lstStyle/>
          <a:p>
            <a:fld id="{FA96E01F-8DBD-4634-ACB5-33D503B64F6E}" type="slidenum">
              <a:rPr lang="LID4096" smtClean="0"/>
              <a:t>52</a:t>
            </a:fld>
            <a:endParaRPr lang="LID4096"/>
          </a:p>
        </p:txBody>
      </p:sp>
    </p:spTree>
    <p:extLst>
      <p:ext uri="{BB962C8B-B14F-4D97-AF65-F5344CB8AC3E}">
        <p14:creationId xmlns:p14="http://schemas.microsoft.com/office/powerpoint/2010/main" val="311455622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963F59-015E-D2CC-CC84-5B26FF1CED1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CD7DA6-8C65-E3EF-CF71-ED97B308EE5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E043395-6EC9-B65E-46C6-08D737A83C0F}"/>
              </a:ext>
            </a:extLst>
          </p:cNvPr>
          <p:cNvSpPr>
            <a:spLocks noGrp="1"/>
          </p:cNvSpPr>
          <p:nvPr>
            <p:ph type="body" idx="1"/>
          </p:nvPr>
        </p:nvSpPr>
        <p:spPr/>
        <p:txBody>
          <a:bodyPr/>
          <a:lstStyle/>
          <a:p>
            <a:pPr algn="l"/>
            <a:endParaRPr lang="LID4096" dirty="0"/>
          </a:p>
        </p:txBody>
      </p:sp>
      <p:sp>
        <p:nvSpPr>
          <p:cNvPr id="4" name="Slide Number Placeholder 3">
            <a:extLst>
              <a:ext uri="{FF2B5EF4-FFF2-40B4-BE49-F238E27FC236}">
                <a16:creationId xmlns:a16="http://schemas.microsoft.com/office/drawing/2014/main" id="{2175439D-BE63-915C-3594-9EFB47ABE9D1}"/>
              </a:ext>
            </a:extLst>
          </p:cNvPr>
          <p:cNvSpPr>
            <a:spLocks noGrp="1"/>
          </p:cNvSpPr>
          <p:nvPr>
            <p:ph type="sldNum" sz="quarter" idx="5"/>
          </p:nvPr>
        </p:nvSpPr>
        <p:spPr/>
        <p:txBody>
          <a:bodyPr/>
          <a:lstStyle/>
          <a:p>
            <a:fld id="{FA96E01F-8DBD-4634-ACB5-33D503B64F6E}" type="slidenum">
              <a:rPr lang="LID4096" smtClean="0"/>
              <a:t>53</a:t>
            </a:fld>
            <a:endParaRPr lang="LID4096"/>
          </a:p>
        </p:txBody>
      </p:sp>
    </p:spTree>
    <p:extLst>
      <p:ext uri="{BB962C8B-B14F-4D97-AF65-F5344CB8AC3E}">
        <p14:creationId xmlns:p14="http://schemas.microsoft.com/office/powerpoint/2010/main" val="149074353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F64B99-63C8-BE7C-6C93-1738A878E2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F8907A3-48BD-5A46-B22A-F4309AC4702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BD329CD-18CA-479B-753A-D787BAEA182A}"/>
              </a:ext>
            </a:extLst>
          </p:cNvPr>
          <p:cNvSpPr>
            <a:spLocks noGrp="1"/>
          </p:cNvSpPr>
          <p:nvPr>
            <p:ph type="body" idx="1"/>
          </p:nvPr>
        </p:nvSpPr>
        <p:spPr/>
        <p:txBody>
          <a:bodyPr/>
          <a:lstStyle/>
          <a:p>
            <a:pPr algn="l"/>
            <a:endParaRPr lang="LID4096" dirty="0"/>
          </a:p>
        </p:txBody>
      </p:sp>
      <p:sp>
        <p:nvSpPr>
          <p:cNvPr id="4" name="Slide Number Placeholder 3">
            <a:extLst>
              <a:ext uri="{FF2B5EF4-FFF2-40B4-BE49-F238E27FC236}">
                <a16:creationId xmlns:a16="http://schemas.microsoft.com/office/drawing/2014/main" id="{01B667C5-BB49-2586-6EBD-B8B827FD783A}"/>
              </a:ext>
            </a:extLst>
          </p:cNvPr>
          <p:cNvSpPr>
            <a:spLocks noGrp="1"/>
          </p:cNvSpPr>
          <p:nvPr>
            <p:ph type="sldNum" sz="quarter" idx="5"/>
          </p:nvPr>
        </p:nvSpPr>
        <p:spPr/>
        <p:txBody>
          <a:bodyPr/>
          <a:lstStyle/>
          <a:p>
            <a:fld id="{FA96E01F-8DBD-4634-ACB5-33D503B64F6E}" type="slidenum">
              <a:rPr lang="LID4096" smtClean="0"/>
              <a:t>54</a:t>
            </a:fld>
            <a:endParaRPr lang="LID4096"/>
          </a:p>
        </p:txBody>
      </p:sp>
    </p:spTree>
    <p:extLst>
      <p:ext uri="{BB962C8B-B14F-4D97-AF65-F5344CB8AC3E}">
        <p14:creationId xmlns:p14="http://schemas.microsoft.com/office/powerpoint/2010/main" val="347694411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1008DA-C988-9F90-84C4-8413662B6F8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11DC2EB-8DF3-5B70-6DB1-EA10227A8FA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542DCCB-9445-B5AD-4D05-119F39D9896F}"/>
              </a:ext>
            </a:extLst>
          </p:cNvPr>
          <p:cNvSpPr>
            <a:spLocks noGrp="1"/>
          </p:cNvSpPr>
          <p:nvPr>
            <p:ph type="body" idx="1"/>
          </p:nvPr>
        </p:nvSpPr>
        <p:spPr/>
        <p:txBody>
          <a:bodyPr/>
          <a:lstStyle/>
          <a:p>
            <a:pPr algn="l"/>
            <a:endParaRPr lang="LID4096" dirty="0"/>
          </a:p>
        </p:txBody>
      </p:sp>
      <p:sp>
        <p:nvSpPr>
          <p:cNvPr id="4" name="Slide Number Placeholder 3">
            <a:extLst>
              <a:ext uri="{FF2B5EF4-FFF2-40B4-BE49-F238E27FC236}">
                <a16:creationId xmlns:a16="http://schemas.microsoft.com/office/drawing/2014/main" id="{D0AF673C-24AE-12F6-D1F2-CAC8B0D9EA21}"/>
              </a:ext>
            </a:extLst>
          </p:cNvPr>
          <p:cNvSpPr>
            <a:spLocks noGrp="1"/>
          </p:cNvSpPr>
          <p:nvPr>
            <p:ph type="sldNum" sz="quarter" idx="5"/>
          </p:nvPr>
        </p:nvSpPr>
        <p:spPr/>
        <p:txBody>
          <a:bodyPr/>
          <a:lstStyle/>
          <a:p>
            <a:fld id="{FA96E01F-8DBD-4634-ACB5-33D503B64F6E}" type="slidenum">
              <a:rPr lang="LID4096" smtClean="0"/>
              <a:t>55</a:t>
            </a:fld>
            <a:endParaRPr lang="LID4096"/>
          </a:p>
        </p:txBody>
      </p:sp>
    </p:spTree>
    <p:extLst>
      <p:ext uri="{BB962C8B-B14F-4D97-AF65-F5344CB8AC3E}">
        <p14:creationId xmlns:p14="http://schemas.microsoft.com/office/powerpoint/2010/main" val="294680907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470B3A-8A9A-0A71-4231-C177FA00920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5AEF1FB-E072-5F22-7D25-E622C7C644D3}"/>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3F2674E7-2576-6031-C42D-CF272D0A9AC9}"/>
                  </a:ext>
                </a:extLst>
              </p:cNvPr>
              <p:cNvSpPr>
                <a:spLocks noGrp="1"/>
              </p:cNvSpPr>
              <p:nvPr>
                <p:ph type="body" idx="1"/>
              </p:nvPr>
            </p:nvSpPr>
            <p:spPr/>
            <p:txBody>
              <a:bodyPr/>
              <a:lstStyle/>
              <a:p>
                <a:pPr>
                  <a:lnSpc>
                    <a:spcPct val="150000"/>
                  </a:lnSpc>
                </a:pPr>
                <a:r>
                  <a:rPr lang="en-GB" sz="3200" dirty="0"/>
                  <a:t>The probability of a person being the Pope given that this person is Argentinian is not the same as the probability of being Argentinian given that this person is the Pope. </a:t>
                </a:r>
              </a:p>
              <a:p>
                <a:pPr lvl="1">
                  <a:lnSpc>
                    <a:spcPct val="150000"/>
                  </a:lnSpc>
                </a:pPr>
                <a:r>
                  <a:rPr lang="en-GB" sz="2800" dirty="0"/>
                  <a:t>There are around 47,000,000 Argentinians alive and a single one of them is the current Pope - </a:t>
                </a:r>
                <a14:m>
                  <m:oMath xmlns:m="http://schemas.openxmlformats.org/officeDocument/2006/math">
                    <m:r>
                      <a:rPr lang="en-GB" sz="2800">
                        <a:latin typeface="Cambria Math" panose="02040503050406030204" pitchFamily="18" charset="0"/>
                      </a:rPr>
                      <m:t>𝑃</m:t>
                    </m:r>
                    <m:d>
                      <m:dPr>
                        <m:ctrlPr>
                          <a:rPr lang="en-GB" sz="2800" i="1">
                            <a:latin typeface="Cambria Math" panose="02040503050406030204" pitchFamily="18" charset="0"/>
                          </a:rPr>
                        </m:ctrlPr>
                      </m:dPr>
                      <m:e>
                        <m:r>
                          <a:rPr lang="en-GB" sz="2800">
                            <a:latin typeface="Cambria Math" panose="02040503050406030204" pitchFamily="18" charset="0"/>
                          </a:rPr>
                          <m:t>𝑝𝑜𝑝𝑒</m:t>
                        </m:r>
                      </m:e>
                      <m:e>
                        <m:r>
                          <a:rPr lang="en-GB" sz="2800">
                            <a:latin typeface="Cambria Math" panose="02040503050406030204" pitchFamily="18" charset="0"/>
                          </a:rPr>
                          <m:t>𝐴𝑟𝑔𝑒𝑛𝑡𝑖𝑛𝑖𝑎𝑛</m:t>
                        </m:r>
                      </m:e>
                    </m:d>
                    <m:r>
                      <a:rPr lang="en-GB" sz="2800">
                        <a:latin typeface="Cambria Math" panose="02040503050406030204" pitchFamily="18" charset="0"/>
                      </a:rPr>
                      <m:t>=</m:t>
                    </m:r>
                    <m:f>
                      <m:fPr>
                        <m:ctrlPr>
                          <a:rPr lang="en-GB" sz="2800" i="1">
                            <a:latin typeface="Cambria Math" panose="02040503050406030204" pitchFamily="18" charset="0"/>
                          </a:rPr>
                        </m:ctrlPr>
                      </m:fPr>
                      <m:num>
                        <m:r>
                          <a:rPr lang="en-GB" sz="2800">
                            <a:latin typeface="Cambria Math" panose="02040503050406030204" pitchFamily="18" charset="0"/>
                          </a:rPr>
                          <m:t>1</m:t>
                        </m:r>
                      </m:num>
                      <m:den>
                        <m:r>
                          <a:rPr lang="en-GB" sz="2800">
                            <a:latin typeface="Cambria Math" panose="02040503050406030204" pitchFamily="18" charset="0"/>
                          </a:rPr>
                          <m:t>47</m:t>
                        </m:r>
                        <m:r>
                          <a:rPr lang="en-GB" sz="2800">
                            <a:latin typeface="Cambria Math" panose="02040503050406030204" pitchFamily="18" charset="0"/>
                          </a:rPr>
                          <m:t>,</m:t>
                        </m:r>
                        <m:r>
                          <a:rPr lang="en-GB" sz="2800">
                            <a:latin typeface="Cambria Math" panose="02040503050406030204" pitchFamily="18" charset="0"/>
                          </a:rPr>
                          <m:t>000</m:t>
                        </m:r>
                        <m:r>
                          <a:rPr lang="en-GB" sz="2800">
                            <a:latin typeface="Cambria Math" panose="02040503050406030204" pitchFamily="18" charset="0"/>
                          </a:rPr>
                          <m:t>,</m:t>
                        </m:r>
                        <m:r>
                          <a:rPr lang="en-GB" sz="2800">
                            <a:latin typeface="Cambria Math" panose="02040503050406030204" pitchFamily="18" charset="0"/>
                          </a:rPr>
                          <m:t>000</m:t>
                        </m:r>
                      </m:den>
                    </m:f>
                  </m:oMath>
                </a14:m>
                <a:endParaRPr lang="en-GB" sz="2800" dirty="0"/>
              </a:p>
              <a:p>
                <a:pPr lvl="1">
                  <a:lnSpc>
                    <a:spcPct val="150000"/>
                  </a:lnSpc>
                </a:pPr>
                <a14:m>
                  <m:oMathPara xmlns:m="http://schemas.openxmlformats.org/officeDocument/2006/math">
                    <m:oMathParaPr>
                      <m:jc m:val="centerGroup"/>
                    </m:oMathParaPr>
                    <m:oMath xmlns:m="http://schemas.openxmlformats.org/officeDocument/2006/math">
                      <m:r>
                        <a:rPr lang="en-GB" sz="2800">
                          <a:latin typeface="Cambria Math" panose="02040503050406030204" pitchFamily="18" charset="0"/>
                        </a:rPr>
                        <m:t>𝑃</m:t>
                      </m:r>
                      <m:r>
                        <a:rPr lang="en-GB" sz="2800">
                          <a:latin typeface="Cambria Math" panose="02040503050406030204" pitchFamily="18" charset="0"/>
                        </a:rPr>
                        <m:t>(</m:t>
                      </m:r>
                      <m:r>
                        <a:rPr lang="en-GB" sz="2800">
                          <a:latin typeface="Cambria Math" panose="02040503050406030204" pitchFamily="18" charset="0"/>
                        </a:rPr>
                        <m:t>𝐴𝑟𝑔𝑒𝑛𝑡𝑖𝑛𝑖𝑎𝑛</m:t>
                      </m:r>
                      <m:d>
                        <m:dPr>
                          <m:begChr m:val="|"/>
                          <m:ctrlPr>
                            <a:rPr lang="en-GB" sz="2800" i="1">
                              <a:latin typeface="Cambria Math" panose="02040503050406030204" pitchFamily="18" charset="0"/>
                            </a:rPr>
                          </m:ctrlPr>
                        </m:dPr>
                        <m:e>
                          <m:r>
                            <m:rPr>
                              <m:sty m:val="p"/>
                            </m:rPr>
                            <a:rPr lang="en-GB" sz="2800">
                              <a:latin typeface="Cambria Math" panose="02040503050406030204" pitchFamily="18" charset="0"/>
                            </a:rPr>
                            <m:t>pope</m:t>
                          </m:r>
                        </m:e>
                      </m:d>
                      <m:r>
                        <a:rPr lang="en-GB" sz="2800">
                          <a:latin typeface="Cambria Math" panose="02040503050406030204" pitchFamily="18" charset="0"/>
                        </a:rPr>
                        <m:t>=</m:t>
                      </m:r>
                      <m:r>
                        <a:rPr lang="en-GB" sz="2800">
                          <a:latin typeface="Cambria Math" panose="02040503050406030204" pitchFamily="18" charset="0"/>
                        </a:rPr>
                        <m:t>1</m:t>
                      </m:r>
                    </m:oMath>
                  </m:oMathPara>
                </a14:m>
                <a:endParaRPr lang="en-GB" sz="2800" dirty="0"/>
              </a:p>
              <a:p>
                <a:pPr algn="l"/>
                <a:endParaRPr lang="LID4096" dirty="0"/>
              </a:p>
            </p:txBody>
          </p:sp>
        </mc:Choice>
        <mc:Fallback xmlns="">
          <p:sp>
            <p:nvSpPr>
              <p:cNvPr id="3" name="Notes Placeholder 2">
                <a:extLst>
                  <a:ext uri="{FF2B5EF4-FFF2-40B4-BE49-F238E27FC236}">
                    <a16:creationId xmlns:a16="http://schemas.microsoft.com/office/drawing/2014/main" id="{E0A85F9B-69B4-9BDE-D9C8-229C05A4625F}"/>
                  </a:ext>
                </a:extLst>
              </p:cNvPr>
              <p:cNvSpPr>
                <a:spLocks noGrp="1"/>
              </p:cNvSpPr>
              <p:nvPr>
                <p:ph type="body" idx="1"/>
              </p:nvPr>
            </p:nvSpPr>
            <p:spPr/>
            <p:txBody>
              <a:bodyPr/>
              <a:lstStyle/>
              <a:p>
                <a:pPr>
                  <a:lnSpc>
                    <a:spcPct val="150000"/>
                  </a:lnSpc>
                </a:pPr>
                <a:r>
                  <a:rPr lang="en-GB" sz="3200" dirty="0"/>
                  <a:t>The probability of a person being the Pope given that this person is Argentinian is not the same as the probability of being Argentinian given that this person is the Pope. </a:t>
                </a:r>
              </a:p>
              <a:p>
                <a:pPr lvl="1">
                  <a:lnSpc>
                    <a:spcPct val="150000"/>
                  </a:lnSpc>
                </a:pPr>
                <a:r>
                  <a:rPr lang="en-GB" sz="2800" dirty="0"/>
                  <a:t>There are around 47,000,000 Argentinians alive and a single one of them is the current Pope - </a:t>
                </a:r>
                <a:r>
                  <a:rPr lang="en-GB" sz="2800" i="0">
                    <a:latin typeface="Cambria Math" panose="02040503050406030204" pitchFamily="18" charset="0"/>
                  </a:rPr>
                  <a:t>𝑃(𝑝𝑜𝑝𝑒│𝐴𝑟𝑔𝑒𝑛𝑡𝑖𝑛𝑖𝑎𝑛)=1/47,000,000</a:t>
                </a:r>
                <a:endParaRPr lang="en-GB" sz="2800" dirty="0"/>
              </a:p>
              <a:p>
                <a:pPr lvl="1">
                  <a:lnSpc>
                    <a:spcPct val="150000"/>
                  </a:lnSpc>
                </a:pPr>
                <a:r>
                  <a:rPr lang="en-GB" sz="2800" i="0">
                    <a:latin typeface="Cambria Math" panose="02040503050406030204" pitchFamily="18" charset="0"/>
                  </a:rPr>
                  <a:t>𝑃(𝐴𝑟𝑔𝑒𝑛𝑡𝑖𝑛𝑖𝑎𝑛|pope)=1</a:t>
                </a:r>
                <a:endParaRPr lang="en-GB" sz="2800" dirty="0"/>
              </a:p>
              <a:p>
                <a:pPr algn="l"/>
                <a:endParaRPr lang="LID4096" dirty="0"/>
              </a:p>
            </p:txBody>
          </p:sp>
        </mc:Fallback>
      </mc:AlternateContent>
      <p:sp>
        <p:nvSpPr>
          <p:cNvPr id="4" name="Slide Number Placeholder 3">
            <a:extLst>
              <a:ext uri="{FF2B5EF4-FFF2-40B4-BE49-F238E27FC236}">
                <a16:creationId xmlns:a16="http://schemas.microsoft.com/office/drawing/2014/main" id="{B6D3708D-511C-595E-3B65-540B68C0F880}"/>
              </a:ext>
            </a:extLst>
          </p:cNvPr>
          <p:cNvSpPr>
            <a:spLocks noGrp="1"/>
          </p:cNvSpPr>
          <p:nvPr>
            <p:ph type="sldNum" sz="quarter" idx="5"/>
          </p:nvPr>
        </p:nvSpPr>
        <p:spPr/>
        <p:txBody>
          <a:bodyPr/>
          <a:lstStyle/>
          <a:p>
            <a:fld id="{FA96E01F-8DBD-4634-ACB5-33D503B64F6E}" type="slidenum">
              <a:rPr lang="LID4096" smtClean="0"/>
              <a:t>56</a:t>
            </a:fld>
            <a:endParaRPr lang="LID4096"/>
          </a:p>
        </p:txBody>
      </p:sp>
    </p:spTree>
    <p:extLst>
      <p:ext uri="{BB962C8B-B14F-4D97-AF65-F5344CB8AC3E}">
        <p14:creationId xmlns:p14="http://schemas.microsoft.com/office/powerpoint/2010/main" val="293934728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571679-8D8B-2D0B-58EB-AC575F85C88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92808CC-8560-083C-A3FC-37A871F9569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50B1F19-3388-6B87-F13B-7EBE3E7D712E}"/>
              </a:ext>
            </a:extLst>
          </p:cNvPr>
          <p:cNvSpPr>
            <a:spLocks noGrp="1"/>
          </p:cNvSpPr>
          <p:nvPr>
            <p:ph type="body" idx="1"/>
          </p:nvPr>
        </p:nvSpPr>
        <p:spPr/>
        <p:txBody>
          <a:bodyPr/>
          <a:lstStyle/>
          <a:p>
            <a:pPr algn="l"/>
            <a:endParaRPr lang="LID4096" dirty="0"/>
          </a:p>
        </p:txBody>
      </p:sp>
      <p:sp>
        <p:nvSpPr>
          <p:cNvPr id="4" name="Slide Number Placeholder 3">
            <a:extLst>
              <a:ext uri="{FF2B5EF4-FFF2-40B4-BE49-F238E27FC236}">
                <a16:creationId xmlns:a16="http://schemas.microsoft.com/office/drawing/2014/main" id="{CA4A906E-BB48-8411-B339-ABE9F8A2E60E}"/>
              </a:ext>
            </a:extLst>
          </p:cNvPr>
          <p:cNvSpPr>
            <a:spLocks noGrp="1"/>
          </p:cNvSpPr>
          <p:nvPr>
            <p:ph type="sldNum" sz="quarter" idx="5"/>
          </p:nvPr>
        </p:nvSpPr>
        <p:spPr/>
        <p:txBody>
          <a:bodyPr/>
          <a:lstStyle/>
          <a:p>
            <a:fld id="{FA96E01F-8DBD-4634-ACB5-33D503B64F6E}" type="slidenum">
              <a:rPr lang="LID4096" smtClean="0"/>
              <a:t>57</a:t>
            </a:fld>
            <a:endParaRPr lang="LID4096"/>
          </a:p>
        </p:txBody>
      </p:sp>
    </p:spTree>
    <p:extLst>
      <p:ext uri="{BB962C8B-B14F-4D97-AF65-F5344CB8AC3E}">
        <p14:creationId xmlns:p14="http://schemas.microsoft.com/office/powerpoint/2010/main" val="390336032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EADAB3-1FA4-6EDE-AC64-2DB40EEF4BA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6F9E33D-E98D-0691-4F7D-3CDE4FF62754}"/>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EF68BA0B-39E6-C5D8-CA4E-FB6CDBAA4002}"/>
                  </a:ext>
                </a:extLst>
              </p:cNvPr>
              <p:cNvSpPr>
                <a:spLocks noGrp="1"/>
              </p:cNvSpPr>
              <p:nvPr>
                <p:ph type="body" idx="1"/>
              </p:nvPr>
            </p:nvSpPr>
            <p:spPr/>
            <p:txBody>
              <a:bodyPr/>
              <a:lstStyle/>
              <a:p>
                <a:pPr>
                  <a:lnSpc>
                    <a:spcPct val="150000"/>
                  </a:lnSpc>
                </a:pPr>
                <a:r>
                  <a:rPr lang="en-GB" sz="3200" dirty="0"/>
                  <a:t>The probability of a person being the Pope given that this person is Argentinian is not the same as the probability of being Argentinian given that this person is the Pope. </a:t>
                </a:r>
              </a:p>
              <a:p>
                <a:pPr lvl="1">
                  <a:lnSpc>
                    <a:spcPct val="150000"/>
                  </a:lnSpc>
                </a:pPr>
                <a:r>
                  <a:rPr lang="en-GB" sz="2800" dirty="0"/>
                  <a:t>There are around 47,000,000 Argentinians alive and a single one of them is the current Pope - </a:t>
                </a:r>
                <a14:m>
                  <m:oMath xmlns:m="http://schemas.openxmlformats.org/officeDocument/2006/math">
                    <m:r>
                      <a:rPr lang="en-GB" sz="2800">
                        <a:latin typeface="Cambria Math" panose="02040503050406030204" pitchFamily="18" charset="0"/>
                      </a:rPr>
                      <m:t>𝑃</m:t>
                    </m:r>
                    <m:d>
                      <m:dPr>
                        <m:ctrlPr>
                          <a:rPr lang="en-GB" sz="2800" i="1">
                            <a:latin typeface="Cambria Math" panose="02040503050406030204" pitchFamily="18" charset="0"/>
                          </a:rPr>
                        </m:ctrlPr>
                      </m:dPr>
                      <m:e>
                        <m:r>
                          <a:rPr lang="en-GB" sz="2800">
                            <a:latin typeface="Cambria Math" panose="02040503050406030204" pitchFamily="18" charset="0"/>
                          </a:rPr>
                          <m:t>𝑝𝑜𝑝𝑒</m:t>
                        </m:r>
                      </m:e>
                      <m:e>
                        <m:r>
                          <a:rPr lang="en-GB" sz="2800">
                            <a:latin typeface="Cambria Math" panose="02040503050406030204" pitchFamily="18" charset="0"/>
                          </a:rPr>
                          <m:t>𝐴𝑟𝑔𝑒𝑛𝑡𝑖𝑛𝑖𝑎𝑛</m:t>
                        </m:r>
                      </m:e>
                    </m:d>
                    <m:r>
                      <a:rPr lang="en-GB" sz="2800">
                        <a:latin typeface="Cambria Math" panose="02040503050406030204" pitchFamily="18" charset="0"/>
                      </a:rPr>
                      <m:t>=</m:t>
                    </m:r>
                    <m:f>
                      <m:fPr>
                        <m:ctrlPr>
                          <a:rPr lang="en-GB" sz="2800" i="1">
                            <a:latin typeface="Cambria Math" panose="02040503050406030204" pitchFamily="18" charset="0"/>
                          </a:rPr>
                        </m:ctrlPr>
                      </m:fPr>
                      <m:num>
                        <m:r>
                          <a:rPr lang="en-GB" sz="2800">
                            <a:latin typeface="Cambria Math" panose="02040503050406030204" pitchFamily="18" charset="0"/>
                          </a:rPr>
                          <m:t>1</m:t>
                        </m:r>
                      </m:num>
                      <m:den>
                        <m:r>
                          <a:rPr lang="en-GB" sz="2800">
                            <a:latin typeface="Cambria Math" panose="02040503050406030204" pitchFamily="18" charset="0"/>
                          </a:rPr>
                          <m:t>47</m:t>
                        </m:r>
                        <m:r>
                          <a:rPr lang="en-GB" sz="2800">
                            <a:latin typeface="Cambria Math" panose="02040503050406030204" pitchFamily="18" charset="0"/>
                          </a:rPr>
                          <m:t>,</m:t>
                        </m:r>
                        <m:r>
                          <a:rPr lang="en-GB" sz="2800">
                            <a:latin typeface="Cambria Math" panose="02040503050406030204" pitchFamily="18" charset="0"/>
                          </a:rPr>
                          <m:t>000</m:t>
                        </m:r>
                        <m:r>
                          <a:rPr lang="en-GB" sz="2800">
                            <a:latin typeface="Cambria Math" panose="02040503050406030204" pitchFamily="18" charset="0"/>
                          </a:rPr>
                          <m:t>,</m:t>
                        </m:r>
                        <m:r>
                          <a:rPr lang="en-GB" sz="2800">
                            <a:latin typeface="Cambria Math" panose="02040503050406030204" pitchFamily="18" charset="0"/>
                          </a:rPr>
                          <m:t>000</m:t>
                        </m:r>
                      </m:den>
                    </m:f>
                  </m:oMath>
                </a14:m>
                <a:endParaRPr lang="en-GB" sz="2800" dirty="0"/>
              </a:p>
              <a:p>
                <a:pPr lvl="1">
                  <a:lnSpc>
                    <a:spcPct val="150000"/>
                  </a:lnSpc>
                </a:pPr>
                <a14:m>
                  <m:oMathPara xmlns:m="http://schemas.openxmlformats.org/officeDocument/2006/math">
                    <m:oMathParaPr>
                      <m:jc m:val="centerGroup"/>
                    </m:oMathParaPr>
                    <m:oMath xmlns:m="http://schemas.openxmlformats.org/officeDocument/2006/math">
                      <m:r>
                        <a:rPr lang="en-GB" sz="2800">
                          <a:latin typeface="Cambria Math" panose="02040503050406030204" pitchFamily="18" charset="0"/>
                        </a:rPr>
                        <m:t>𝑃</m:t>
                      </m:r>
                      <m:r>
                        <a:rPr lang="en-GB" sz="2800">
                          <a:latin typeface="Cambria Math" panose="02040503050406030204" pitchFamily="18" charset="0"/>
                        </a:rPr>
                        <m:t>(</m:t>
                      </m:r>
                      <m:r>
                        <a:rPr lang="en-GB" sz="2800">
                          <a:latin typeface="Cambria Math" panose="02040503050406030204" pitchFamily="18" charset="0"/>
                        </a:rPr>
                        <m:t>𝐴𝑟𝑔𝑒𝑛𝑡𝑖𝑛𝑖𝑎𝑛</m:t>
                      </m:r>
                      <m:d>
                        <m:dPr>
                          <m:begChr m:val="|"/>
                          <m:ctrlPr>
                            <a:rPr lang="en-GB" sz="2800" i="1">
                              <a:latin typeface="Cambria Math" panose="02040503050406030204" pitchFamily="18" charset="0"/>
                            </a:rPr>
                          </m:ctrlPr>
                        </m:dPr>
                        <m:e>
                          <m:r>
                            <m:rPr>
                              <m:sty m:val="p"/>
                            </m:rPr>
                            <a:rPr lang="en-GB" sz="2800">
                              <a:latin typeface="Cambria Math" panose="02040503050406030204" pitchFamily="18" charset="0"/>
                            </a:rPr>
                            <m:t>pope</m:t>
                          </m:r>
                        </m:e>
                      </m:d>
                      <m:r>
                        <a:rPr lang="en-GB" sz="2800">
                          <a:latin typeface="Cambria Math" panose="02040503050406030204" pitchFamily="18" charset="0"/>
                        </a:rPr>
                        <m:t>=</m:t>
                      </m:r>
                      <m:r>
                        <a:rPr lang="en-GB" sz="2800">
                          <a:latin typeface="Cambria Math" panose="02040503050406030204" pitchFamily="18" charset="0"/>
                        </a:rPr>
                        <m:t>1</m:t>
                      </m:r>
                    </m:oMath>
                  </m:oMathPara>
                </a14:m>
                <a:endParaRPr lang="en-GB" sz="2800" dirty="0"/>
              </a:p>
              <a:p>
                <a:pPr algn="l"/>
                <a:endParaRPr lang="LID4096" dirty="0"/>
              </a:p>
            </p:txBody>
          </p:sp>
        </mc:Choice>
        <mc:Fallback xmlns="">
          <p:sp>
            <p:nvSpPr>
              <p:cNvPr id="3" name="Notes Placeholder 2">
                <a:extLst>
                  <a:ext uri="{FF2B5EF4-FFF2-40B4-BE49-F238E27FC236}">
                    <a16:creationId xmlns:a16="http://schemas.microsoft.com/office/drawing/2014/main" id="{72E98DCD-E9C3-0E00-614C-9912823A4E69}"/>
                  </a:ext>
                </a:extLst>
              </p:cNvPr>
              <p:cNvSpPr>
                <a:spLocks noGrp="1"/>
              </p:cNvSpPr>
              <p:nvPr>
                <p:ph type="body" idx="1"/>
              </p:nvPr>
            </p:nvSpPr>
            <p:spPr/>
            <p:txBody>
              <a:bodyPr/>
              <a:lstStyle/>
              <a:p>
                <a:pPr>
                  <a:lnSpc>
                    <a:spcPct val="150000"/>
                  </a:lnSpc>
                </a:pPr>
                <a:r>
                  <a:rPr lang="en-GB" sz="3200" dirty="0"/>
                  <a:t>The probability of a person being the Pope given that this person is Argentinian is not the same as the probability of being Argentinian given that this person is the Pope. </a:t>
                </a:r>
              </a:p>
              <a:p>
                <a:pPr lvl="1">
                  <a:lnSpc>
                    <a:spcPct val="150000"/>
                  </a:lnSpc>
                </a:pPr>
                <a:r>
                  <a:rPr lang="en-GB" sz="2800" dirty="0"/>
                  <a:t>There are around 47,000,000 Argentinians alive and a single one of them is the current Pope - </a:t>
                </a:r>
                <a:r>
                  <a:rPr lang="en-GB" sz="2800" i="0">
                    <a:latin typeface="Cambria Math" panose="02040503050406030204" pitchFamily="18" charset="0"/>
                  </a:rPr>
                  <a:t>𝑃(𝑝𝑜𝑝𝑒│𝐴𝑟𝑔𝑒𝑛𝑡𝑖𝑛𝑖𝑎𝑛)=1/47,000,000</a:t>
                </a:r>
                <a:endParaRPr lang="en-GB" sz="2800" dirty="0"/>
              </a:p>
              <a:p>
                <a:pPr lvl="1">
                  <a:lnSpc>
                    <a:spcPct val="150000"/>
                  </a:lnSpc>
                </a:pPr>
                <a:r>
                  <a:rPr lang="en-GB" sz="2800" i="0">
                    <a:latin typeface="Cambria Math" panose="02040503050406030204" pitchFamily="18" charset="0"/>
                  </a:rPr>
                  <a:t>𝑃(𝐴𝑟𝑔𝑒𝑛𝑡𝑖𝑛𝑖𝑎𝑛|pope)=1</a:t>
                </a:r>
                <a:endParaRPr lang="en-GB" sz="2800" dirty="0"/>
              </a:p>
              <a:p>
                <a:pPr algn="l"/>
                <a:endParaRPr lang="LID4096" dirty="0"/>
              </a:p>
            </p:txBody>
          </p:sp>
        </mc:Fallback>
      </mc:AlternateContent>
      <p:sp>
        <p:nvSpPr>
          <p:cNvPr id="4" name="Slide Number Placeholder 3">
            <a:extLst>
              <a:ext uri="{FF2B5EF4-FFF2-40B4-BE49-F238E27FC236}">
                <a16:creationId xmlns:a16="http://schemas.microsoft.com/office/drawing/2014/main" id="{49F326CC-4750-10DD-A096-4B7AC57EA0C7}"/>
              </a:ext>
            </a:extLst>
          </p:cNvPr>
          <p:cNvSpPr>
            <a:spLocks noGrp="1"/>
          </p:cNvSpPr>
          <p:nvPr>
            <p:ph type="sldNum" sz="quarter" idx="5"/>
          </p:nvPr>
        </p:nvSpPr>
        <p:spPr/>
        <p:txBody>
          <a:bodyPr/>
          <a:lstStyle/>
          <a:p>
            <a:fld id="{FA96E01F-8DBD-4634-ACB5-33D503B64F6E}" type="slidenum">
              <a:rPr lang="LID4096" smtClean="0"/>
              <a:t>58</a:t>
            </a:fld>
            <a:endParaRPr lang="LID4096"/>
          </a:p>
        </p:txBody>
      </p:sp>
    </p:spTree>
    <p:extLst>
      <p:ext uri="{BB962C8B-B14F-4D97-AF65-F5344CB8AC3E}">
        <p14:creationId xmlns:p14="http://schemas.microsoft.com/office/powerpoint/2010/main" val="68027113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522D70-1C44-1DEE-F749-A1AB4F8C376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A8C197D-C1C5-6BD9-2CAD-87CF3FC27EC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3AF7688-B487-D05C-DEDA-15D7F4BABF63}"/>
              </a:ext>
            </a:extLst>
          </p:cNvPr>
          <p:cNvSpPr>
            <a:spLocks noGrp="1"/>
          </p:cNvSpPr>
          <p:nvPr>
            <p:ph type="body" idx="1"/>
          </p:nvPr>
        </p:nvSpPr>
        <p:spPr/>
        <p:txBody>
          <a:bodyPr/>
          <a:lstStyle/>
          <a:p>
            <a:pPr algn="l"/>
            <a:endParaRPr lang="LID4096" dirty="0"/>
          </a:p>
        </p:txBody>
      </p:sp>
      <p:sp>
        <p:nvSpPr>
          <p:cNvPr id="4" name="Slide Number Placeholder 3">
            <a:extLst>
              <a:ext uri="{FF2B5EF4-FFF2-40B4-BE49-F238E27FC236}">
                <a16:creationId xmlns:a16="http://schemas.microsoft.com/office/drawing/2014/main" id="{D6250C10-0C9D-F54E-56E4-574343F68A5A}"/>
              </a:ext>
            </a:extLst>
          </p:cNvPr>
          <p:cNvSpPr>
            <a:spLocks noGrp="1"/>
          </p:cNvSpPr>
          <p:nvPr>
            <p:ph type="sldNum" sz="quarter" idx="5"/>
          </p:nvPr>
        </p:nvSpPr>
        <p:spPr/>
        <p:txBody>
          <a:bodyPr/>
          <a:lstStyle/>
          <a:p>
            <a:fld id="{FA96E01F-8DBD-4634-ACB5-33D503B64F6E}" type="slidenum">
              <a:rPr lang="LID4096" smtClean="0"/>
              <a:t>59</a:t>
            </a:fld>
            <a:endParaRPr lang="LID4096"/>
          </a:p>
        </p:txBody>
      </p:sp>
    </p:spTree>
    <p:extLst>
      <p:ext uri="{BB962C8B-B14F-4D97-AF65-F5344CB8AC3E}">
        <p14:creationId xmlns:p14="http://schemas.microsoft.com/office/powerpoint/2010/main" val="182353992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4279DA-396B-DA23-5181-664997A300D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F0C2CF1-E821-44D8-DE8B-DD949714B76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75AC9CD-D392-0F9F-F3FE-3E68458D52F1}"/>
              </a:ext>
            </a:extLst>
          </p:cNvPr>
          <p:cNvSpPr>
            <a:spLocks noGrp="1"/>
          </p:cNvSpPr>
          <p:nvPr>
            <p:ph type="body" idx="1"/>
          </p:nvPr>
        </p:nvSpPr>
        <p:spPr/>
        <p:txBody>
          <a:bodyPr/>
          <a:lstStyle/>
          <a:p>
            <a:pPr algn="l"/>
            <a:endParaRPr lang="LID4096" dirty="0"/>
          </a:p>
        </p:txBody>
      </p:sp>
      <p:sp>
        <p:nvSpPr>
          <p:cNvPr id="4" name="Slide Number Placeholder 3">
            <a:extLst>
              <a:ext uri="{FF2B5EF4-FFF2-40B4-BE49-F238E27FC236}">
                <a16:creationId xmlns:a16="http://schemas.microsoft.com/office/drawing/2014/main" id="{60E607B2-F2B2-56FD-6DC8-2BC817841599}"/>
              </a:ext>
            </a:extLst>
          </p:cNvPr>
          <p:cNvSpPr>
            <a:spLocks noGrp="1"/>
          </p:cNvSpPr>
          <p:nvPr>
            <p:ph type="sldNum" sz="quarter" idx="5"/>
          </p:nvPr>
        </p:nvSpPr>
        <p:spPr/>
        <p:txBody>
          <a:bodyPr/>
          <a:lstStyle/>
          <a:p>
            <a:fld id="{FA96E01F-8DBD-4634-ACB5-33D503B64F6E}" type="slidenum">
              <a:rPr lang="LID4096" smtClean="0"/>
              <a:t>60</a:t>
            </a:fld>
            <a:endParaRPr lang="LID4096"/>
          </a:p>
        </p:txBody>
      </p:sp>
    </p:spTree>
    <p:extLst>
      <p:ext uri="{BB962C8B-B14F-4D97-AF65-F5344CB8AC3E}">
        <p14:creationId xmlns:p14="http://schemas.microsoft.com/office/powerpoint/2010/main" val="234110028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529FB3-940F-9A5F-1734-F129F3E3129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AC4D352-D6C6-BE08-0404-C43F432F083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2ED5AD6-EA62-C6DA-AFA8-FA529A06DBBD}"/>
              </a:ext>
            </a:extLst>
          </p:cNvPr>
          <p:cNvSpPr>
            <a:spLocks noGrp="1"/>
          </p:cNvSpPr>
          <p:nvPr>
            <p:ph type="body" idx="1"/>
          </p:nvPr>
        </p:nvSpPr>
        <p:spPr/>
        <p:txBody>
          <a:bodyPr/>
          <a:lstStyle/>
          <a:p>
            <a:pPr algn="l"/>
            <a:endParaRPr lang="LID4096" dirty="0"/>
          </a:p>
        </p:txBody>
      </p:sp>
      <p:sp>
        <p:nvSpPr>
          <p:cNvPr id="4" name="Slide Number Placeholder 3">
            <a:extLst>
              <a:ext uri="{FF2B5EF4-FFF2-40B4-BE49-F238E27FC236}">
                <a16:creationId xmlns:a16="http://schemas.microsoft.com/office/drawing/2014/main" id="{D7F7121D-9AA1-0704-FAB0-989613FF11CB}"/>
              </a:ext>
            </a:extLst>
          </p:cNvPr>
          <p:cNvSpPr>
            <a:spLocks noGrp="1"/>
          </p:cNvSpPr>
          <p:nvPr>
            <p:ph type="sldNum" sz="quarter" idx="5"/>
          </p:nvPr>
        </p:nvSpPr>
        <p:spPr/>
        <p:txBody>
          <a:bodyPr/>
          <a:lstStyle/>
          <a:p>
            <a:fld id="{FA96E01F-8DBD-4634-ACB5-33D503B64F6E}" type="slidenum">
              <a:rPr lang="LID4096" smtClean="0"/>
              <a:t>61</a:t>
            </a:fld>
            <a:endParaRPr lang="LID4096"/>
          </a:p>
        </p:txBody>
      </p:sp>
    </p:spTree>
    <p:extLst>
      <p:ext uri="{BB962C8B-B14F-4D97-AF65-F5344CB8AC3E}">
        <p14:creationId xmlns:p14="http://schemas.microsoft.com/office/powerpoint/2010/main" val="1299063760"/>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0A3981-2722-7849-780A-E8F7B5963DA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FC13EE-BF4B-5F8F-F80A-6380DF7FAB4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3670837-5E76-4877-03E6-B3EBE8CE86D1}"/>
              </a:ext>
            </a:extLst>
          </p:cNvPr>
          <p:cNvSpPr>
            <a:spLocks noGrp="1"/>
          </p:cNvSpPr>
          <p:nvPr>
            <p:ph type="body" idx="1"/>
          </p:nvPr>
        </p:nvSpPr>
        <p:spPr/>
        <p:txBody>
          <a:bodyPr/>
          <a:lstStyle/>
          <a:p>
            <a:pPr algn="l"/>
            <a:endParaRPr lang="LID4096" dirty="0"/>
          </a:p>
        </p:txBody>
      </p:sp>
      <p:sp>
        <p:nvSpPr>
          <p:cNvPr id="4" name="Slide Number Placeholder 3">
            <a:extLst>
              <a:ext uri="{FF2B5EF4-FFF2-40B4-BE49-F238E27FC236}">
                <a16:creationId xmlns:a16="http://schemas.microsoft.com/office/drawing/2014/main" id="{CCA52664-A394-5F62-B56A-BE79457336D7}"/>
              </a:ext>
            </a:extLst>
          </p:cNvPr>
          <p:cNvSpPr>
            <a:spLocks noGrp="1"/>
          </p:cNvSpPr>
          <p:nvPr>
            <p:ph type="sldNum" sz="quarter" idx="5"/>
          </p:nvPr>
        </p:nvSpPr>
        <p:spPr/>
        <p:txBody>
          <a:bodyPr/>
          <a:lstStyle/>
          <a:p>
            <a:fld id="{FA96E01F-8DBD-4634-ACB5-33D503B64F6E}" type="slidenum">
              <a:rPr lang="LID4096" smtClean="0"/>
              <a:t>62</a:t>
            </a:fld>
            <a:endParaRPr lang="LID4096"/>
          </a:p>
        </p:txBody>
      </p:sp>
    </p:spTree>
    <p:extLst>
      <p:ext uri="{BB962C8B-B14F-4D97-AF65-F5344CB8AC3E}">
        <p14:creationId xmlns:p14="http://schemas.microsoft.com/office/powerpoint/2010/main" val="170486061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097DF8-3A92-D84E-6034-6069B600F47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598E684-A54F-826D-E2DD-BFAB86BB8B8C}"/>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AC51E883-8F06-FEB4-5B3C-5C6B6666B2D0}"/>
                  </a:ext>
                </a:extLst>
              </p:cNvPr>
              <p:cNvSpPr>
                <a:spLocks noGrp="1"/>
              </p:cNvSpPr>
              <p:nvPr>
                <p:ph type="body" idx="1"/>
              </p:nvPr>
            </p:nvSpPr>
            <p:spPr/>
            <p:txBody>
              <a:bodyPr/>
              <a:lstStyle/>
              <a:p>
                <a:r>
                  <a:rPr lang="en-US" dirty="0"/>
                  <a:t>the </a:t>
                </a:r>
                <a:r>
                  <a:rPr lang="en-US" b="1" dirty="0"/>
                  <a:t>denominator does not depend on the specific model</a:t>
                </a:r>
                <a:r>
                  <a:rPr lang="en-US" dirty="0"/>
                  <a:t>. It is a constant with respect to the model when the data are fixed.</a:t>
                </a:r>
              </a:p>
              <a:p>
                <a:r>
                  <a:rPr lang="en-US" dirty="0"/>
                  <a:t>Start from Bayes’ theorem:</a:t>
                </a:r>
              </a:p>
              <a:p>
                <a:pPr/>
                <a14:m>
                  <m:oMathPara xmlns:m="http://schemas.openxmlformats.org/officeDocument/2006/math">
                    <m:oMathParaPr>
                      <m:jc m:val="centerGroup"/>
                    </m:oMathParaPr>
                    <m:oMath xmlns:m="http://schemas.openxmlformats.org/officeDocument/2006/math">
                      <m:r>
                        <a:rPr lang="en-US" sz="1200" i="1" kern="1200">
                          <a:solidFill>
                            <a:schemeClr val="tx1"/>
                          </a:solidFill>
                          <a:latin typeface="Cambria Math" panose="02040503050406030204" pitchFamily="18" charset="0"/>
                          <a:ea typeface="+mn-ea"/>
                          <a:cs typeface="+mn-cs"/>
                        </a:rPr>
                        <m:t>𝑃</m:t>
                      </m:r>
                      <m:d>
                        <m:dPr>
                          <m:ctrlPr>
                            <a:rPr lang="ar-AE" sz="1200" i="1" kern="1200">
                              <a:solidFill>
                                <a:schemeClr val="tx1"/>
                              </a:solidFill>
                              <a:latin typeface="Cambria Math" panose="02040503050406030204" pitchFamily="18" charset="0"/>
                              <a:ea typeface="+mn-ea"/>
                              <a:cs typeface="+mn-cs"/>
                            </a:rPr>
                          </m:ctrlPr>
                        </m:dPr>
                        <m:e>
                          <m:r>
                            <m:rPr>
                              <m:nor/>
                            </m:rPr>
                            <a:rPr lang="en-US" sz="1200" b="0" i="1" kern="1200">
                              <a:solidFill>
                                <a:schemeClr val="tx1"/>
                              </a:solidFill>
                              <a:latin typeface="David" panose="020E0502060401010101" pitchFamily="34" charset="-79"/>
                              <a:ea typeface="+mn-ea"/>
                              <a:cs typeface="+mn-cs"/>
                            </a:rPr>
                            <m:t>model</m:t>
                          </m:r>
                          <m:r>
                            <a:rPr lang="en-US" sz="1200" b="0" i="0" kern="1200">
                              <a:solidFill>
                                <a:schemeClr val="tx1"/>
                              </a:solidFill>
                              <a:latin typeface="Cambria Math" panose="02040503050406030204" pitchFamily="18" charset="0"/>
                              <a:ea typeface="+mn-ea"/>
                              <a:cs typeface="+mn-cs"/>
                            </a:rPr>
                            <m:t>∣</m:t>
                          </m:r>
                          <m:r>
                            <m:rPr>
                              <m:nor/>
                            </m:rPr>
                            <a:rPr lang="en-US" sz="1200" b="0" i="1" kern="1200">
                              <a:solidFill>
                                <a:schemeClr val="tx1"/>
                              </a:solidFill>
                              <a:latin typeface="David" panose="020E0502060401010101" pitchFamily="34" charset="-79"/>
                              <a:ea typeface="+mn-ea"/>
                              <a:cs typeface="+mn-cs"/>
                            </a:rPr>
                            <m:t>data</m:t>
                          </m:r>
                        </m:e>
                      </m:d>
                      <m:r>
                        <a:rPr lang="ar-AE" sz="1200" b="0" i="0" kern="1200">
                          <a:solidFill>
                            <a:schemeClr val="tx1"/>
                          </a:solidFill>
                          <a:latin typeface="Cambria Math" panose="02040503050406030204" pitchFamily="18" charset="0"/>
                          <a:ea typeface="+mn-ea"/>
                          <a:cs typeface="+mn-cs"/>
                        </a:rPr>
                        <m:t>=</m:t>
                      </m:r>
                      <m:f>
                        <m:fPr>
                          <m:ctrlPr>
                            <a:rPr lang="ar-AE" sz="1200" b="0" i="1" kern="1200">
                              <a:solidFill>
                                <a:schemeClr val="tx1"/>
                              </a:solidFill>
                              <a:latin typeface="Cambria Math" panose="02040503050406030204" pitchFamily="18" charset="0"/>
                              <a:ea typeface="+mn-ea"/>
                              <a:cs typeface="+mn-cs"/>
                            </a:rPr>
                          </m:ctrlPr>
                        </m:fPr>
                        <m:num>
                          <m:r>
                            <a:rPr lang="ar-AE" sz="1200" b="0" i="1" kern="1200">
                              <a:solidFill>
                                <a:schemeClr val="tx1"/>
                              </a:solidFill>
                              <a:latin typeface="Cambria Math" panose="02040503050406030204" pitchFamily="18" charset="0"/>
                              <a:ea typeface="+mn-ea"/>
                              <a:cs typeface="+mn-cs"/>
                            </a:rPr>
                            <m:t>𝑃</m:t>
                          </m:r>
                          <m:d>
                            <m:dPr>
                              <m:ctrlPr>
                                <a:rPr lang="ar-AE" sz="1200" b="0" i="1" kern="1200">
                                  <a:solidFill>
                                    <a:schemeClr val="tx1"/>
                                  </a:solidFill>
                                  <a:latin typeface="Cambria Math" panose="02040503050406030204" pitchFamily="18" charset="0"/>
                                  <a:ea typeface="+mn-ea"/>
                                  <a:cs typeface="+mn-cs"/>
                                </a:rPr>
                              </m:ctrlPr>
                            </m:dPr>
                            <m:e>
                              <m:r>
                                <m:rPr>
                                  <m:nor/>
                                </m:rPr>
                                <a:rPr lang="en-US" sz="1200" b="0" i="1" kern="1200">
                                  <a:solidFill>
                                    <a:schemeClr val="tx1"/>
                                  </a:solidFill>
                                  <a:latin typeface="David" panose="020E0502060401010101" pitchFamily="34" charset="-79"/>
                                  <a:ea typeface="+mn-ea"/>
                                  <a:cs typeface="+mn-cs"/>
                                </a:rPr>
                                <m:t>data</m:t>
                              </m:r>
                              <m:r>
                                <a:rPr lang="en-US" sz="1200" b="0" i="0" kern="1200">
                                  <a:solidFill>
                                    <a:schemeClr val="tx1"/>
                                  </a:solidFill>
                                  <a:latin typeface="Cambria Math" panose="02040503050406030204" pitchFamily="18" charset="0"/>
                                  <a:ea typeface="+mn-ea"/>
                                  <a:cs typeface="+mn-cs"/>
                                </a:rPr>
                                <m:t>∣</m:t>
                              </m:r>
                              <m:r>
                                <m:rPr>
                                  <m:nor/>
                                </m:rPr>
                                <a:rPr lang="en-US" sz="1200" b="0" i="1" kern="1200">
                                  <a:solidFill>
                                    <a:schemeClr val="tx1"/>
                                  </a:solidFill>
                                  <a:latin typeface="David" panose="020E0502060401010101" pitchFamily="34" charset="-79"/>
                                  <a:ea typeface="+mn-ea"/>
                                  <a:cs typeface="+mn-cs"/>
                                </a:rPr>
                                <m:t>model</m:t>
                              </m:r>
                            </m:e>
                          </m:d>
                          <m:r>
                            <a:rPr lang="ar-AE" sz="1200" b="0" i="1" kern="1200">
                              <a:solidFill>
                                <a:schemeClr val="tx1"/>
                              </a:solidFill>
                              <a:latin typeface="Cambria Math" panose="02040503050406030204" pitchFamily="18" charset="0"/>
                              <a:ea typeface="+mn-ea"/>
                              <a:cs typeface="+mn-cs"/>
                            </a:rPr>
                            <m:t>𝑃</m:t>
                          </m:r>
                          <m:d>
                            <m:dPr>
                              <m:ctrlPr>
                                <a:rPr lang="ar-AE" sz="1200" b="0" i="1" kern="1200">
                                  <a:solidFill>
                                    <a:schemeClr val="tx1"/>
                                  </a:solidFill>
                                  <a:latin typeface="Cambria Math" panose="02040503050406030204" pitchFamily="18" charset="0"/>
                                  <a:ea typeface="+mn-ea"/>
                                  <a:cs typeface="+mn-cs"/>
                                </a:rPr>
                              </m:ctrlPr>
                            </m:dPr>
                            <m:e>
                              <m:r>
                                <m:rPr>
                                  <m:nor/>
                                </m:rPr>
                                <a:rPr lang="en-US" sz="1200" b="0" i="1" kern="1200">
                                  <a:solidFill>
                                    <a:schemeClr val="tx1"/>
                                  </a:solidFill>
                                  <a:latin typeface="David" panose="020E0502060401010101" pitchFamily="34" charset="-79"/>
                                  <a:ea typeface="+mn-ea"/>
                                  <a:cs typeface="+mn-cs"/>
                                </a:rPr>
                                <m:t>model</m:t>
                              </m:r>
                            </m:e>
                          </m:d>
                        </m:num>
                        <m:den>
                          <m:nary>
                            <m:naryPr>
                              <m:chr m:val="∑"/>
                              <m:grow m:val="on"/>
                              <m:supHide m:val="on"/>
                              <m:ctrlPr>
                                <a:rPr lang="ar-AE" sz="1200" b="0" i="1" kern="1200">
                                  <a:solidFill>
                                    <a:schemeClr val="tx1"/>
                                  </a:solidFill>
                                  <a:latin typeface="Cambria Math" panose="02040503050406030204" pitchFamily="18" charset="0"/>
                                  <a:ea typeface="+mn-ea"/>
                                  <a:cs typeface="+mn-cs"/>
                                </a:rPr>
                              </m:ctrlPr>
                            </m:naryPr>
                            <m:sub>
                              <m:r>
                                <m:rPr>
                                  <m:nor/>
                                </m:rPr>
                                <a:rPr lang="en-US" sz="1200" b="0" i="1" kern="1200">
                                  <a:solidFill>
                                    <a:schemeClr val="tx1"/>
                                  </a:solidFill>
                                  <a:latin typeface="David" panose="020E0502060401010101" pitchFamily="34" charset="-79"/>
                                  <a:ea typeface="+mn-ea"/>
                                  <a:cs typeface="+mn-cs"/>
                                </a:rPr>
                                <m:t>models</m:t>
                              </m:r>
                            </m:sub>
                            <m:sup/>
                            <m:e>
                              <m:r>
                                <a:rPr lang="ar-AE" sz="1200" b="0" i="1" kern="1200">
                                  <a:solidFill>
                                    <a:schemeClr val="tx1"/>
                                  </a:solidFill>
                                  <a:latin typeface="Cambria Math" panose="02040503050406030204" pitchFamily="18" charset="0"/>
                                  <a:ea typeface="+mn-ea"/>
                                  <a:cs typeface="+mn-cs"/>
                                </a:rPr>
                                <m:t>𝑃</m:t>
                              </m:r>
                            </m:e>
                          </m:nary>
                          <m:d>
                            <m:dPr>
                              <m:ctrlPr>
                                <a:rPr lang="ar-AE" sz="1200" b="0" i="1" kern="1200">
                                  <a:solidFill>
                                    <a:schemeClr val="tx1"/>
                                  </a:solidFill>
                                  <a:latin typeface="Cambria Math" panose="02040503050406030204" pitchFamily="18" charset="0"/>
                                  <a:ea typeface="+mn-ea"/>
                                  <a:cs typeface="+mn-cs"/>
                                </a:rPr>
                              </m:ctrlPr>
                            </m:dPr>
                            <m:e>
                              <m:r>
                                <m:rPr>
                                  <m:nor/>
                                </m:rPr>
                                <a:rPr lang="en-US" sz="1200" b="0" i="1" kern="1200">
                                  <a:solidFill>
                                    <a:schemeClr val="tx1"/>
                                  </a:solidFill>
                                  <a:latin typeface="David" panose="020E0502060401010101" pitchFamily="34" charset="-79"/>
                                  <a:ea typeface="+mn-ea"/>
                                  <a:cs typeface="+mn-cs"/>
                                </a:rPr>
                                <m:t>data</m:t>
                              </m:r>
                              <m:r>
                                <a:rPr lang="en-US" sz="1200" b="0" i="0" kern="1200">
                                  <a:solidFill>
                                    <a:schemeClr val="tx1"/>
                                  </a:solidFill>
                                  <a:latin typeface="Cambria Math" panose="02040503050406030204" pitchFamily="18" charset="0"/>
                                  <a:ea typeface="+mn-ea"/>
                                  <a:cs typeface="+mn-cs"/>
                                </a:rPr>
                                <m:t>∣</m:t>
                              </m:r>
                              <m:r>
                                <m:rPr>
                                  <m:nor/>
                                </m:rPr>
                                <a:rPr lang="en-US" sz="1200" b="0" i="1" kern="1200">
                                  <a:solidFill>
                                    <a:schemeClr val="tx1"/>
                                  </a:solidFill>
                                  <a:latin typeface="David" panose="020E0502060401010101" pitchFamily="34" charset="-79"/>
                                  <a:ea typeface="+mn-ea"/>
                                  <a:cs typeface="+mn-cs"/>
                                </a:rPr>
                                <m:t>model</m:t>
                              </m:r>
                            </m:e>
                          </m:d>
                          <m:r>
                            <a:rPr lang="ar-AE" sz="1200" b="0" i="1" kern="1200">
                              <a:solidFill>
                                <a:schemeClr val="tx1"/>
                              </a:solidFill>
                              <a:latin typeface="Cambria Math" panose="02040503050406030204" pitchFamily="18" charset="0"/>
                              <a:ea typeface="+mn-ea"/>
                              <a:cs typeface="+mn-cs"/>
                            </a:rPr>
                            <m:t>𝑃</m:t>
                          </m:r>
                          <m:d>
                            <m:dPr>
                              <m:ctrlPr>
                                <a:rPr lang="ar-AE" sz="1200" b="0" i="1" kern="1200">
                                  <a:solidFill>
                                    <a:schemeClr val="tx1"/>
                                  </a:solidFill>
                                  <a:latin typeface="Cambria Math" panose="02040503050406030204" pitchFamily="18" charset="0"/>
                                  <a:ea typeface="+mn-ea"/>
                                  <a:cs typeface="+mn-cs"/>
                                </a:rPr>
                              </m:ctrlPr>
                            </m:dPr>
                            <m:e>
                              <m:r>
                                <m:rPr>
                                  <m:nor/>
                                </m:rPr>
                                <a:rPr lang="en-US" sz="1200" b="0" i="1" kern="1200">
                                  <a:solidFill>
                                    <a:schemeClr val="tx1"/>
                                  </a:solidFill>
                                  <a:latin typeface="David" panose="020E0502060401010101" pitchFamily="34" charset="-79"/>
                                  <a:ea typeface="+mn-ea"/>
                                  <a:cs typeface="+mn-cs"/>
                                </a:rPr>
                                <m:t>model</m:t>
                              </m:r>
                            </m:e>
                          </m:d>
                        </m:den>
                      </m:f>
                    </m:oMath>
                  </m:oMathPara>
                </a14:m>
                <a:endParaRPr lang="ar-AE" b="0" dirty="0"/>
              </a:p>
              <a:p>
                <a:r>
                  <a:rPr lang="en-US" dirty="0"/>
                  <a:t>The denominator</a:t>
                </a:r>
              </a:p>
              <a:p>
                <a:pPr/>
                <a14:m>
                  <m:oMathPara xmlns:m="http://schemas.openxmlformats.org/officeDocument/2006/math">
                    <m:oMathParaPr>
                      <m:jc m:val="centerGroup"/>
                    </m:oMathParaPr>
                    <m:oMath xmlns:m="http://schemas.openxmlformats.org/officeDocument/2006/math">
                      <m:nary>
                        <m:naryPr>
                          <m:chr m:val="∑"/>
                          <m:grow m:val="on"/>
                          <m:supHide m:val="on"/>
                          <m:ctrlPr>
                            <a:rPr lang="ar-AE" sz="1200" b="0" i="1" kern="1200">
                              <a:solidFill>
                                <a:schemeClr val="tx1"/>
                              </a:solidFill>
                              <a:latin typeface="Cambria Math" panose="02040503050406030204" pitchFamily="18" charset="0"/>
                              <a:ea typeface="+mn-ea"/>
                              <a:cs typeface="+mn-cs"/>
                            </a:rPr>
                          </m:ctrlPr>
                        </m:naryPr>
                        <m:sub>
                          <m:r>
                            <m:rPr>
                              <m:nor/>
                            </m:rPr>
                            <a:rPr lang="en-US" sz="1200" b="0" i="1" kern="1200">
                              <a:solidFill>
                                <a:schemeClr val="tx1"/>
                              </a:solidFill>
                              <a:latin typeface="David" panose="020E0502060401010101" pitchFamily="34" charset="-79"/>
                              <a:ea typeface="+mn-ea"/>
                              <a:cs typeface="+mn-cs"/>
                            </a:rPr>
                            <m:t>models</m:t>
                          </m:r>
                        </m:sub>
                        <m:sup/>
                        <m:e>
                          <m:r>
                            <a:rPr lang="ar-AE" sz="1200" b="0" i="1" kern="1200">
                              <a:solidFill>
                                <a:schemeClr val="tx1"/>
                              </a:solidFill>
                              <a:latin typeface="Cambria Math" panose="02040503050406030204" pitchFamily="18" charset="0"/>
                              <a:ea typeface="+mn-ea"/>
                              <a:cs typeface="+mn-cs"/>
                            </a:rPr>
                            <m:t>𝑃</m:t>
                          </m:r>
                        </m:e>
                      </m:nary>
                      <m:d>
                        <m:dPr>
                          <m:ctrlPr>
                            <a:rPr lang="ar-AE" sz="1200" b="0" i="1" kern="1200">
                              <a:solidFill>
                                <a:schemeClr val="tx1"/>
                              </a:solidFill>
                              <a:latin typeface="Cambria Math" panose="02040503050406030204" pitchFamily="18" charset="0"/>
                              <a:ea typeface="+mn-ea"/>
                              <a:cs typeface="+mn-cs"/>
                            </a:rPr>
                          </m:ctrlPr>
                        </m:dPr>
                        <m:e>
                          <m:r>
                            <m:rPr>
                              <m:nor/>
                            </m:rPr>
                            <a:rPr lang="en-US" sz="1200" b="0" i="1" kern="1200">
                              <a:solidFill>
                                <a:schemeClr val="tx1"/>
                              </a:solidFill>
                              <a:latin typeface="David" panose="020E0502060401010101" pitchFamily="34" charset="-79"/>
                              <a:ea typeface="+mn-ea"/>
                              <a:cs typeface="+mn-cs"/>
                            </a:rPr>
                            <m:t>data</m:t>
                          </m:r>
                          <m:r>
                            <a:rPr lang="en-US" sz="1200" b="0" i="0" kern="1200">
                              <a:solidFill>
                                <a:schemeClr val="tx1"/>
                              </a:solidFill>
                              <a:latin typeface="Cambria Math" panose="02040503050406030204" pitchFamily="18" charset="0"/>
                              <a:ea typeface="+mn-ea"/>
                              <a:cs typeface="+mn-cs"/>
                            </a:rPr>
                            <m:t>∣</m:t>
                          </m:r>
                          <m:r>
                            <m:rPr>
                              <m:nor/>
                            </m:rPr>
                            <a:rPr lang="en-US" sz="1200" b="0" i="1" kern="1200">
                              <a:solidFill>
                                <a:schemeClr val="tx1"/>
                              </a:solidFill>
                              <a:latin typeface="David" panose="020E0502060401010101" pitchFamily="34" charset="-79"/>
                              <a:ea typeface="+mn-ea"/>
                              <a:cs typeface="+mn-cs"/>
                            </a:rPr>
                            <m:t>model</m:t>
                          </m:r>
                        </m:e>
                      </m:d>
                      <m:r>
                        <a:rPr lang="ar-AE" sz="1200" b="0" i="1" kern="1200">
                          <a:solidFill>
                            <a:schemeClr val="tx1"/>
                          </a:solidFill>
                          <a:latin typeface="Cambria Math" panose="02040503050406030204" pitchFamily="18" charset="0"/>
                          <a:ea typeface="+mn-ea"/>
                          <a:cs typeface="+mn-cs"/>
                        </a:rPr>
                        <m:t>𝑃</m:t>
                      </m:r>
                      <m:d>
                        <m:dPr>
                          <m:ctrlPr>
                            <a:rPr lang="ar-AE" sz="1200" b="0" i="1" kern="1200">
                              <a:solidFill>
                                <a:schemeClr val="tx1"/>
                              </a:solidFill>
                              <a:latin typeface="Cambria Math" panose="02040503050406030204" pitchFamily="18" charset="0"/>
                              <a:ea typeface="+mn-ea"/>
                              <a:cs typeface="+mn-cs"/>
                            </a:rPr>
                          </m:ctrlPr>
                        </m:dPr>
                        <m:e>
                          <m:r>
                            <m:rPr>
                              <m:nor/>
                            </m:rPr>
                            <a:rPr lang="en-US" sz="1200" b="0" i="1" kern="1200">
                              <a:solidFill>
                                <a:schemeClr val="tx1"/>
                              </a:solidFill>
                              <a:latin typeface="David" panose="020E0502060401010101" pitchFamily="34" charset="-79"/>
                              <a:ea typeface="+mn-ea"/>
                              <a:cs typeface="+mn-cs"/>
                            </a:rPr>
                            <m:t>model</m:t>
                          </m:r>
                        </m:e>
                      </m:d>
                    </m:oMath>
                  </m:oMathPara>
                </a14:m>
                <a:endParaRPr lang="ar-AE" b="0" dirty="0"/>
              </a:p>
              <a:p>
                <a:r>
                  <a:rPr lang="en-US" dirty="0"/>
                  <a:t>is the </a:t>
                </a:r>
                <a:r>
                  <a:rPr lang="en-US" b="1" dirty="0"/>
                  <a:t>evidence</a:t>
                </a:r>
                <a:r>
                  <a:rPr lang="en-US" dirty="0"/>
                  <a:t> </a:t>
                </a:r>
                <a14:m>
                  <m:oMath xmlns:m="http://schemas.openxmlformats.org/officeDocument/2006/math">
                    <m:r>
                      <a:rPr lang="en-US" sz="1200" i="1" kern="1200">
                        <a:solidFill>
                          <a:schemeClr val="tx1"/>
                        </a:solidFill>
                        <a:latin typeface="Cambria Math" panose="02040503050406030204" pitchFamily="18" charset="0"/>
                        <a:ea typeface="+mn-ea"/>
                        <a:cs typeface="+mn-cs"/>
                      </a:rPr>
                      <m:t>𝑃</m:t>
                    </m:r>
                    <m:d>
                      <m:dPr>
                        <m:ctrlPr>
                          <a:rPr lang="ar-AE" sz="1200" i="1" kern="1200">
                            <a:solidFill>
                              <a:schemeClr val="tx1"/>
                            </a:solidFill>
                            <a:latin typeface="Cambria Math" panose="02040503050406030204" pitchFamily="18" charset="0"/>
                            <a:ea typeface="+mn-ea"/>
                            <a:cs typeface="+mn-cs"/>
                          </a:rPr>
                        </m:ctrlPr>
                      </m:dPr>
                      <m:e>
                        <m:r>
                          <m:rPr>
                            <m:nor/>
                          </m:rPr>
                          <a:rPr lang="en-US" sz="1200" b="0" i="1" kern="1200">
                            <a:solidFill>
                              <a:schemeClr val="tx1"/>
                            </a:solidFill>
                            <a:latin typeface="David" panose="020E0502060401010101" pitchFamily="34" charset="-79"/>
                            <a:ea typeface="+mn-ea"/>
                            <a:cs typeface="+mn-cs"/>
                          </a:rPr>
                          <m:t>data</m:t>
                        </m:r>
                      </m:e>
                    </m:d>
                  </m:oMath>
                </a14:m>
                <a:r>
                  <a:rPr lang="ar-AE" dirty="0"/>
                  <a:t>.</a:t>
                </a:r>
                <a:br>
                  <a:rPr lang="ar-AE" dirty="0"/>
                </a:br>
                <a:r>
                  <a:rPr lang="en-US" dirty="0"/>
                  <a:t>It is computed by summing over all possible models and therefore </a:t>
                </a:r>
                <a:r>
                  <a:rPr lang="en-US" b="1" dirty="0"/>
                  <a:t>does not change when comparing different models</a:t>
                </a:r>
                <a:r>
                  <a:rPr lang="en-US" dirty="0"/>
                  <a:t>.</a:t>
                </a:r>
              </a:p>
              <a:p>
                <a:r>
                  <a:rPr lang="en-US" dirty="0"/>
                  <a:t>So we can rewrite Bayes’ rule as</a:t>
                </a:r>
              </a:p>
              <a:p>
                <a:pPr/>
                <a14:m>
                  <m:oMathPara xmlns:m="http://schemas.openxmlformats.org/officeDocument/2006/math">
                    <m:oMathParaPr>
                      <m:jc m:val="centerGroup"/>
                    </m:oMathParaPr>
                    <m:oMath xmlns:m="http://schemas.openxmlformats.org/officeDocument/2006/math">
                      <m:r>
                        <a:rPr lang="en-US" sz="1200" i="1" kern="1200">
                          <a:solidFill>
                            <a:schemeClr val="tx1"/>
                          </a:solidFill>
                          <a:latin typeface="Cambria Math" panose="02040503050406030204" pitchFamily="18" charset="0"/>
                          <a:ea typeface="+mn-ea"/>
                          <a:cs typeface="+mn-cs"/>
                        </a:rPr>
                        <m:t>𝑃</m:t>
                      </m:r>
                      <m:d>
                        <m:dPr>
                          <m:ctrlPr>
                            <a:rPr lang="ar-AE" sz="1200" i="1" kern="1200">
                              <a:solidFill>
                                <a:schemeClr val="tx1"/>
                              </a:solidFill>
                              <a:latin typeface="Cambria Math" panose="02040503050406030204" pitchFamily="18" charset="0"/>
                              <a:ea typeface="+mn-ea"/>
                              <a:cs typeface="+mn-cs"/>
                            </a:rPr>
                          </m:ctrlPr>
                        </m:dPr>
                        <m:e>
                          <m:r>
                            <m:rPr>
                              <m:nor/>
                            </m:rPr>
                            <a:rPr lang="en-US" sz="1200" b="0" i="1" kern="1200">
                              <a:solidFill>
                                <a:schemeClr val="tx1"/>
                              </a:solidFill>
                              <a:latin typeface="David" panose="020E0502060401010101" pitchFamily="34" charset="-79"/>
                              <a:ea typeface="+mn-ea"/>
                              <a:cs typeface="+mn-cs"/>
                            </a:rPr>
                            <m:t>model</m:t>
                          </m:r>
                          <m:r>
                            <a:rPr lang="en-US" sz="1200" b="0" i="0" kern="1200">
                              <a:solidFill>
                                <a:schemeClr val="tx1"/>
                              </a:solidFill>
                              <a:latin typeface="Cambria Math" panose="02040503050406030204" pitchFamily="18" charset="0"/>
                              <a:ea typeface="+mn-ea"/>
                              <a:cs typeface="+mn-cs"/>
                            </a:rPr>
                            <m:t>∣</m:t>
                          </m:r>
                          <m:r>
                            <m:rPr>
                              <m:nor/>
                            </m:rPr>
                            <a:rPr lang="en-US" sz="1200" b="0" i="1" kern="1200">
                              <a:solidFill>
                                <a:schemeClr val="tx1"/>
                              </a:solidFill>
                              <a:latin typeface="David" panose="020E0502060401010101" pitchFamily="34" charset="-79"/>
                              <a:ea typeface="+mn-ea"/>
                              <a:cs typeface="+mn-cs"/>
                            </a:rPr>
                            <m:t>data</m:t>
                          </m:r>
                        </m:e>
                      </m:d>
                      <m:r>
                        <a:rPr lang="ar-AE" sz="1200" b="0" i="0" kern="1200">
                          <a:solidFill>
                            <a:schemeClr val="tx1"/>
                          </a:solidFill>
                          <a:latin typeface="Cambria Math" panose="02040503050406030204" pitchFamily="18" charset="0"/>
                          <a:ea typeface="+mn-ea"/>
                          <a:cs typeface="+mn-cs"/>
                        </a:rPr>
                        <m:t>=</m:t>
                      </m:r>
                      <m:f>
                        <m:fPr>
                          <m:ctrlPr>
                            <a:rPr lang="ar-AE" sz="1200" b="0" i="1" kern="1200">
                              <a:solidFill>
                                <a:schemeClr val="tx1"/>
                              </a:solidFill>
                              <a:latin typeface="Cambria Math" panose="02040503050406030204" pitchFamily="18" charset="0"/>
                              <a:ea typeface="+mn-ea"/>
                              <a:cs typeface="+mn-cs"/>
                            </a:rPr>
                          </m:ctrlPr>
                        </m:fPr>
                        <m:num>
                          <m:r>
                            <a:rPr lang="ar-AE" sz="1200" b="0" i="0" kern="1200">
                              <a:solidFill>
                                <a:schemeClr val="tx1"/>
                              </a:solidFill>
                              <a:latin typeface="Cambria Math" panose="02040503050406030204" pitchFamily="18" charset="0"/>
                              <a:ea typeface="+mn-ea"/>
                              <a:cs typeface="+mn-cs"/>
                            </a:rPr>
                            <m:t>1</m:t>
                          </m:r>
                        </m:num>
                        <m:den>
                          <m:r>
                            <a:rPr lang="ar-AE" sz="1200" b="0" i="1" kern="1200">
                              <a:solidFill>
                                <a:schemeClr val="tx1"/>
                              </a:solidFill>
                              <a:latin typeface="Cambria Math" panose="02040503050406030204" pitchFamily="18" charset="0"/>
                              <a:ea typeface="+mn-ea"/>
                              <a:cs typeface="+mn-cs"/>
                            </a:rPr>
                            <m:t>𝑃</m:t>
                          </m:r>
                          <m:d>
                            <m:dPr>
                              <m:ctrlPr>
                                <a:rPr lang="ar-AE" sz="1200" b="0" i="1" kern="1200">
                                  <a:solidFill>
                                    <a:schemeClr val="tx1"/>
                                  </a:solidFill>
                                  <a:latin typeface="Cambria Math" panose="02040503050406030204" pitchFamily="18" charset="0"/>
                                  <a:ea typeface="+mn-ea"/>
                                  <a:cs typeface="+mn-cs"/>
                                </a:rPr>
                              </m:ctrlPr>
                            </m:dPr>
                            <m:e>
                              <m:r>
                                <m:rPr>
                                  <m:nor/>
                                </m:rPr>
                                <a:rPr lang="en-US" sz="1200" b="0" i="1" kern="1200">
                                  <a:solidFill>
                                    <a:schemeClr val="tx1"/>
                                  </a:solidFill>
                                  <a:latin typeface="David" panose="020E0502060401010101" pitchFamily="34" charset="-79"/>
                                  <a:ea typeface="+mn-ea"/>
                                  <a:cs typeface="+mn-cs"/>
                                </a:rPr>
                                <m:t>data</m:t>
                              </m:r>
                            </m:e>
                          </m:d>
                        </m:den>
                      </m:f>
                      <m:r>
                        <m:rPr>
                          <m:nor/>
                        </m:rPr>
                        <a:rPr lang="ar-AE" sz="1200" b="0" i="1" kern="1200">
                          <a:solidFill>
                            <a:schemeClr val="tx1"/>
                          </a:solidFill>
                          <a:latin typeface="David" panose="020E0502060401010101" pitchFamily="34" charset="-79"/>
                          <a:ea typeface="+mn-ea"/>
                          <a:cs typeface="+mn-cs"/>
                        </a:rPr>
                        <m:t> </m:t>
                      </m:r>
                      <m:r>
                        <a:rPr lang="ar-AE" sz="1200" b="0" i="1" kern="1200">
                          <a:solidFill>
                            <a:schemeClr val="tx1"/>
                          </a:solidFill>
                          <a:latin typeface="Cambria Math" panose="02040503050406030204" pitchFamily="18" charset="0"/>
                          <a:ea typeface="+mn-ea"/>
                          <a:cs typeface="+mn-cs"/>
                        </a:rPr>
                        <m:t>𝑃</m:t>
                      </m:r>
                      <m:d>
                        <m:dPr>
                          <m:ctrlPr>
                            <a:rPr lang="ar-AE" sz="1200" b="0" i="1" kern="1200">
                              <a:solidFill>
                                <a:schemeClr val="tx1"/>
                              </a:solidFill>
                              <a:latin typeface="Cambria Math" panose="02040503050406030204" pitchFamily="18" charset="0"/>
                              <a:ea typeface="+mn-ea"/>
                              <a:cs typeface="+mn-cs"/>
                            </a:rPr>
                          </m:ctrlPr>
                        </m:dPr>
                        <m:e>
                          <m:r>
                            <m:rPr>
                              <m:nor/>
                            </m:rPr>
                            <a:rPr lang="en-US" sz="1200" b="0" i="1" kern="1200">
                              <a:solidFill>
                                <a:schemeClr val="tx1"/>
                              </a:solidFill>
                              <a:latin typeface="David" panose="020E0502060401010101" pitchFamily="34" charset="-79"/>
                              <a:ea typeface="+mn-ea"/>
                              <a:cs typeface="+mn-cs"/>
                            </a:rPr>
                            <m:t>data</m:t>
                          </m:r>
                          <m:r>
                            <a:rPr lang="en-US" sz="1200" b="0" i="0" kern="1200">
                              <a:solidFill>
                                <a:schemeClr val="tx1"/>
                              </a:solidFill>
                              <a:latin typeface="Cambria Math" panose="02040503050406030204" pitchFamily="18" charset="0"/>
                              <a:ea typeface="+mn-ea"/>
                              <a:cs typeface="+mn-cs"/>
                            </a:rPr>
                            <m:t>∣</m:t>
                          </m:r>
                          <m:r>
                            <m:rPr>
                              <m:nor/>
                            </m:rPr>
                            <a:rPr lang="en-US" sz="1200" b="0" i="1" kern="1200">
                              <a:solidFill>
                                <a:schemeClr val="tx1"/>
                              </a:solidFill>
                              <a:latin typeface="David" panose="020E0502060401010101" pitchFamily="34" charset="-79"/>
                              <a:ea typeface="+mn-ea"/>
                              <a:cs typeface="+mn-cs"/>
                            </a:rPr>
                            <m:t>model</m:t>
                          </m:r>
                        </m:e>
                      </m:d>
                      <m:r>
                        <a:rPr lang="ar-AE" sz="1200" b="0" i="1" kern="1200">
                          <a:solidFill>
                            <a:schemeClr val="tx1"/>
                          </a:solidFill>
                          <a:latin typeface="Cambria Math" panose="02040503050406030204" pitchFamily="18" charset="0"/>
                          <a:ea typeface="+mn-ea"/>
                          <a:cs typeface="+mn-cs"/>
                        </a:rPr>
                        <m:t>𝑃</m:t>
                      </m:r>
                      <m:d>
                        <m:dPr>
                          <m:ctrlPr>
                            <a:rPr lang="ar-AE" sz="1200" b="0" i="1" kern="1200">
                              <a:solidFill>
                                <a:schemeClr val="tx1"/>
                              </a:solidFill>
                              <a:latin typeface="Cambria Math" panose="02040503050406030204" pitchFamily="18" charset="0"/>
                              <a:ea typeface="+mn-ea"/>
                              <a:cs typeface="+mn-cs"/>
                            </a:rPr>
                          </m:ctrlPr>
                        </m:dPr>
                        <m:e>
                          <m:r>
                            <m:rPr>
                              <m:nor/>
                            </m:rPr>
                            <a:rPr lang="en-US" sz="1200" b="0" i="1" kern="1200">
                              <a:solidFill>
                                <a:schemeClr val="tx1"/>
                              </a:solidFill>
                              <a:latin typeface="David" panose="020E0502060401010101" pitchFamily="34" charset="-79"/>
                              <a:ea typeface="+mn-ea"/>
                              <a:cs typeface="+mn-cs"/>
                            </a:rPr>
                            <m:t>model</m:t>
                          </m:r>
                        </m:e>
                      </m:d>
                    </m:oMath>
                  </m:oMathPara>
                </a14:m>
                <a:endParaRPr lang="ar-AE" b="0" dirty="0"/>
              </a:p>
              <a:p>
                <a:r>
                  <a:rPr lang="en-US" dirty="0"/>
                  <a:t>Since </a:t>
                </a:r>
                <a14:m>
                  <m:oMath xmlns:m="http://schemas.openxmlformats.org/officeDocument/2006/math">
                    <m:r>
                      <a:rPr lang="en-US" sz="1200" i="1" kern="1200">
                        <a:solidFill>
                          <a:schemeClr val="tx1"/>
                        </a:solidFill>
                        <a:latin typeface="Cambria Math" panose="02040503050406030204" pitchFamily="18" charset="0"/>
                        <a:ea typeface="+mn-ea"/>
                        <a:cs typeface="+mn-cs"/>
                      </a:rPr>
                      <m:t>𝑃</m:t>
                    </m:r>
                    <m:d>
                      <m:dPr>
                        <m:ctrlPr>
                          <a:rPr lang="ar-AE" sz="1200" i="1" kern="1200">
                            <a:solidFill>
                              <a:schemeClr val="tx1"/>
                            </a:solidFill>
                            <a:latin typeface="Cambria Math" panose="02040503050406030204" pitchFamily="18" charset="0"/>
                            <a:ea typeface="+mn-ea"/>
                            <a:cs typeface="+mn-cs"/>
                          </a:rPr>
                        </m:ctrlPr>
                      </m:dPr>
                      <m:e>
                        <m:r>
                          <m:rPr>
                            <m:nor/>
                          </m:rPr>
                          <a:rPr lang="en-US" sz="1200" b="0" i="1" kern="1200">
                            <a:solidFill>
                              <a:schemeClr val="tx1"/>
                            </a:solidFill>
                            <a:latin typeface="David" panose="020E0502060401010101" pitchFamily="34" charset="-79"/>
                            <a:ea typeface="+mn-ea"/>
                            <a:cs typeface="+mn-cs"/>
                          </a:rPr>
                          <m:t>data</m:t>
                        </m:r>
                      </m:e>
                    </m:d>
                  </m:oMath>
                </a14:m>
                <a:r>
                  <a:rPr lang="en-US" dirty="0"/>
                  <a:t>is a constant with respect to the model, the posterior is </a:t>
                </a:r>
                <a:r>
                  <a:rPr lang="en-US" b="1" dirty="0"/>
                  <a:t>proportional</a:t>
                </a:r>
                <a:r>
                  <a:rPr lang="en-US" dirty="0"/>
                  <a:t> to the numerator:</a:t>
                </a:r>
              </a:p>
              <a:p>
                <a:pPr/>
                <a14:m>
                  <m:oMathPara xmlns:m="http://schemas.openxmlformats.org/officeDocument/2006/math">
                    <m:oMathParaPr>
                      <m:jc m:val="centerGroup"/>
                    </m:oMathParaPr>
                    <m:oMath xmlns:m="http://schemas.openxmlformats.org/officeDocument/2006/math">
                      <m:r>
                        <a:rPr lang="en-US" sz="1200" i="1" kern="1200">
                          <a:solidFill>
                            <a:schemeClr val="tx1"/>
                          </a:solidFill>
                          <a:latin typeface="Cambria Math" panose="02040503050406030204" pitchFamily="18" charset="0"/>
                          <a:ea typeface="+mn-ea"/>
                          <a:cs typeface="+mn-cs"/>
                        </a:rPr>
                        <m:t>𝑃</m:t>
                      </m:r>
                      <m:d>
                        <m:dPr>
                          <m:ctrlPr>
                            <a:rPr lang="ar-AE" sz="1200" i="1" kern="1200">
                              <a:solidFill>
                                <a:schemeClr val="tx1"/>
                              </a:solidFill>
                              <a:latin typeface="Cambria Math" panose="02040503050406030204" pitchFamily="18" charset="0"/>
                              <a:ea typeface="+mn-ea"/>
                              <a:cs typeface="+mn-cs"/>
                            </a:rPr>
                          </m:ctrlPr>
                        </m:dPr>
                        <m:e>
                          <m:r>
                            <m:rPr>
                              <m:nor/>
                            </m:rPr>
                            <a:rPr lang="en-US" sz="1200" b="0" i="1" kern="1200">
                              <a:solidFill>
                                <a:schemeClr val="tx1"/>
                              </a:solidFill>
                              <a:latin typeface="David" panose="020E0502060401010101" pitchFamily="34" charset="-79"/>
                              <a:ea typeface="+mn-ea"/>
                              <a:cs typeface="+mn-cs"/>
                            </a:rPr>
                            <m:t>model</m:t>
                          </m:r>
                          <m:r>
                            <a:rPr lang="en-US" sz="1200" b="0" i="0" kern="1200">
                              <a:solidFill>
                                <a:schemeClr val="tx1"/>
                              </a:solidFill>
                              <a:latin typeface="Cambria Math" panose="02040503050406030204" pitchFamily="18" charset="0"/>
                              <a:ea typeface="+mn-ea"/>
                              <a:cs typeface="+mn-cs"/>
                            </a:rPr>
                            <m:t>∣</m:t>
                          </m:r>
                          <m:r>
                            <m:rPr>
                              <m:nor/>
                            </m:rPr>
                            <a:rPr lang="en-US" sz="1200" b="0" i="1" kern="1200">
                              <a:solidFill>
                                <a:schemeClr val="tx1"/>
                              </a:solidFill>
                              <a:latin typeface="David" panose="020E0502060401010101" pitchFamily="34" charset="-79"/>
                              <a:ea typeface="+mn-ea"/>
                              <a:cs typeface="+mn-cs"/>
                            </a:rPr>
                            <m:t>data</m:t>
                          </m:r>
                        </m:e>
                      </m:d>
                      <m:r>
                        <a:rPr lang="ar-AE" sz="1200" b="0" i="0" kern="1200">
                          <a:solidFill>
                            <a:schemeClr val="tx1"/>
                          </a:solidFill>
                          <a:latin typeface="Cambria Math" panose="02040503050406030204" pitchFamily="18" charset="0"/>
                          <a:ea typeface="+mn-ea"/>
                          <a:cs typeface="+mn-cs"/>
                        </a:rPr>
                        <m:t>∝</m:t>
                      </m:r>
                      <m:r>
                        <a:rPr lang="ar-AE" sz="1200" b="0" i="1" kern="1200">
                          <a:solidFill>
                            <a:schemeClr val="tx1"/>
                          </a:solidFill>
                          <a:latin typeface="Cambria Math" panose="02040503050406030204" pitchFamily="18" charset="0"/>
                          <a:ea typeface="+mn-ea"/>
                          <a:cs typeface="+mn-cs"/>
                        </a:rPr>
                        <m:t>𝑃</m:t>
                      </m:r>
                      <m:d>
                        <m:dPr>
                          <m:ctrlPr>
                            <a:rPr lang="ar-AE" sz="1200" b="0" i="1" kern="1200">
                              <a:solidFill>
                                <a:schemeClr val="tx1"/>
                              </a:solidFill>
                              <a:latin typeface="Cambria Math" panose="02040503050406030204" pitchFamily="18" charset="0"/>
                              <a:ea typeface="+mn-ea"/>
                              <a:cs typeface="+mn-cs"/>
                            </a:rPr>
                          </m:ctrlPr>
                        </m:dPr>
                        <m:e>
                          <m:r>
                            <m:rPr>
                              <m:nor/>
                            </m:rPr>
                            <a:rPr lang="en-US" sz="1200" b="0" i="1" kern="1200">
                              <a:solidFill>
                                <a:schemeClr val="tx1"/>
                              </a:solidFill>
                              <a:latin typeface="David" panose="020E0502060401010101" pitchFamily="34" charset="-79"/>
                              <a:ea typeface="+mn-ea"/>
                              <a:cs typeface="+mn-cs"/>
                            </a:rPr>
                            <m:t>data</m:t>
                          </m:r>
                          <m:r>
                            <a:rPr lang="en-US" sz="1200" b="0" i="0" kern="1200">
                              <a:solidFill>
                                <a:schemeClr val="tx1"/>
                              </a:solidFill>
                              <a:latin typeface="Cambria Math" panose="02040503050406030204" pitchFamily="18" charset="0"/>
                              <a:ea typeface="+mn-ea"/>
                              <a:cs typeface="+mn-cs"/>
                            </a:rPr>
                            <m:t>∣</m:t>
                          </m:r>
                          <m:r>
                            <m:rPr>
                              <m:nor/>
                            </m:rPr>
                            <a:rPr lang="en-US" sz="1200" b="0" i="1" kern="1200">
                              <a:solidFill>
                                <a:schemeClr val="tx1"/>
                              </a:solidFill>
                              <a:latin typeface="David" panose="020E0502060401010101" pitchFamily="34" charset="-79"/>
                              <a:ea typeface="+mn-ea"/>
                              <a:cs typeface="+mn-cs"/>
                            </a:rPr>
                            <m:t>model</m:t>
                          </m:r>
                        </m:e>
                      </m:d>
                      <m:r>
                        <a:rPr lang="ar-AE" sz="1200" b="0" i="1" kern="1200">
                          <a:solidFill>
                            <a:schemeClr val="tx1"/>
                          </a:solidFill>
                          <a:latin typeface="Cambria Math" panose="02040503050406030204" pitchFamily="18" charset="0"/>
                          <a:ea typeface="+mn-ea"/>
                          <a:cs typeface="+mn-cs"/>
                        </a:rPr>
                        <m:t>𝑃</m:t>
                      </m:r>
                      <m:d>
                        <m:dPr>
                          <m:ctrlPr>
                            <a:rPr lang="ar-AE" sz="1200" b="0" i="1" kern="1200">
                              <a:solidFill>
                                <a:schemeClr val="tx1"/>
                              </a:solidFill>
                              <a:latin typeface="Cambria Math" panose="02040503050406030204" pitchFamily="18" charset="0"/>
                              <a:ea typeface="+mn-ea"/>
                              <a:cs typeface="+mn-cs"/>
                            </a:rPr>
                          </m:ctrlPr>
                        </m:dPr>
                        <m:e>
                          <m:r>
                            <m:rPr>
                              <m:nor/>
                            </m:rPr>
                            <a:rPr lang="en-US" sz="1200" b="0" i="1" kern="1200">
                              <a:solidFill>
                                <a:schemeClr val="tx1"/>
                              </a:solidFill>
                              <a:latin typeface="David" panose="020E0502060401010101" pitchFamily="34" charset="-79"/>
                              <a:ea typeface="+mn-ea"/>
                              <a:cs typeface="+mn-cs"/>
                            </a:rPr>
                            <m:t>model</m:t>
                          </m:r>
                        </m:e>
                      </m:d>
                    </m:oMath>
                  </m:oMathPara>
                </a14:m>
                <a:endParaRPr lang="ar-AE" b="0" dirty="0"/>
              </a:p>
              <a:p>
                <a:r>
                  <a:rPr lang="en-US" dirty="0"/>
                  <a:t>The symbol </a:t>
                </a:r>
                <a14:m>
                  <m:oMath xmlns:m="http://schemas.openxmlformats.org/officeDocument/2006/math">
                    <m:r>
                      <a:rPr lang="en-US" sz="1200" kern="1200">
                        <a:solidFill>
                          <a:schemeClr val="tx1"/>
                        </a:solidFill>
                        <a:latin typeface="Cambria Math" panose="02040503050406030204" pitchFamily="18" charset="0"/>
                        <a:ea typeface="+mn-ea"/>
                        <a:cs typeface="+mn-cs"/>
                      </a:rPr>
                      <m:t>∝</m:t>
                    </m:r>
                    <m:r>
                      <a:rPr lang="en-US" sz="1200" b="0" i="0" kern="1200" smtClean="0">
                        <a:solidFill>
                          <a:schemeClr val="tx1"/>
                        </a:solidFill>
                        <a:latin typeface="Cambria Math" panose="02040503050406030204" pitchFamily="18" charset="0"/>
                        <a:ea typeface="+mn-ea"/>
                        <a:cs typeface="+mn-cs"/>
                      </a:rPr>
                      <m:t> </m:t>
                    </m:r>
                  </m:oMath>
                </a14:m>
                <a:r>
                  <a:rPr lang="en-US" dirty="0"/>
                  <a:t>means “proportional to”. It indicates that the right-hand side gives the </a:t>
                </a:r>
                <a:r>
                  <a:rPr lang="en-US" b="1" dirty="0"/>
                  <a:t>shape of the posterior</a:t>
                </a:r>
                <a:r>
                  <a:rPr lang="en-US" dirty="0"/>
                  <a:t>, but it is not yet normalized. The denominator (the evidence) serves only to </a:t>
                </a:r>
                <a:r>
                  <a:rPr lang="en-US" b="1" dirty="0"/>
                  <a:t>normalize the distribution so that the probabilities sum to 1</a:t>
                </a:r>
                <a:r>
                  <a:rPr lang="en-US" dirty="0"/>
                  <a:t>.</a:t>
                </a:r>
              </a:p>
              <a:p>
                <a:endParaRPr lang="en-US" dirty="0"/>
              </a:p>
              <a:p>
                <a:r>
                  <a:rPr lang="en-US" dirty="0"/>
                  <a:t>Reminder:</a:t>
                </a:r>
              </a:p>
              <a:p>
                <a:r>
                  <a:rPr lang="en-US" b="1" dirty="0"/>
                  <a:t>Likelihood</a:t>
                </a:r>
                <a:r>
                  <a:rPr lang="en-US" dirty="0"/>
                  <a:t> </a:t>
                </a:r>
                <a14:m>
                  <m:oMath xmlns:m="http://schemas.openxmlformats.org/officeDocument/2006/math">
                    <m:r>
                      <a:rPr lang="en-US" sz="1200" i="1" kern="1200">
                        <a:solidFill>
                          <a:schemeClr val="tx1"/>
                        </a:solidFill>
                        <a:latin typeface="Cambria Math" panose="02040503050406030204" pitchFamily="18" charset="0"/>
                        <a:ea typeface="+mn-ea"/>
                        <a:cs typeface="+mn-cs"/>
                      </a:rPr>
                      <m:t>𝑃</m:t>
                    </m:r>
                    <m:d>
                      <m:dPr>
                        <m:ctrlPr>
                          <a:rPr lang="ar-AE" sz="1200" i="1" kern="1200">
                            <a:solidFill>
                              <a:schemeClr val="tx1"/>
                            </a:solidFill>
                            <a:latin typeface="Cambria Math" panose="02040503050406030204" pitchFamily="18" charset="0"/>
                            <a:ea typeface="+mn-ea"/>
                            <a:cs typeface="+mn-cs"/>
                          </a:rPr>
                        </m:ctrlPr>
                      </m:dPr>
                      <m:e>
                        <m:r>
                          <m:rPr>
                            <m:nor/>
                          </m:rPr>
                          <a:rPr lang="en-US" sz="1200" b="0" i="1" kern="1200">
                            <a:solidFill>
                              <a:schemeClr val="tx1"/>
                            </a:solidFill>
                            <a:latin typeface="David" panose="020E0502060401010101" pitchFamily="34" charset="-79"/>
                            <a:ea typeface="+mn-ea"/>
                            <a:cs typeface="+mn-cs"/>
                          </a:rPr>
                          <m:t>data</m:t>
                        </m:r>
                        <m:r>
                          <a:rPr lang="en-US" sz="1200" b="0" i="0" kern="1200">
                            <a:solidFill>
                              <a:schemeClr val="tx1"/>
                            </a:solidFill>
                            <a:latin typeface="Cambria Math" panose="02040503050406030204" pitchFamily="18" charset="0"/>
                            <a:ea typeface="+mn-ea"/>
                            <a:cs typeface="+mn-cs"/>
                          </a:rPr>
                          <m:t>∣</m:t>
                        </m:r>
                        <m:r>
                          <m:rPr>
                            <m:nor/>
                          </m:rPr>
                          <a:rPr lang="en-US" sz="1200" b="0" i="1" kern="1200">
                            <a:solidFill>
                              <a:schemeClr val="tx1"/>
                            </a:solidFill>
                            <a:latin typeface="David" panose="020E0502060401010101" pitchFamily="34" charset="-79"/>
                            <a:ea typeface="+mn-ea"/>
                            <a:cs typeface="+mn-cs"/>
                          </a:rPr>
                          <m:t>model</m:t>
                        </m:r>
                      </m:e>
                    </m:d>
                  </m:oMath>
                </a14:m>
                <a:r>
                  <a:rPr lang="ar-AE" dirty="0"/>
                  <a:t>: </a:t>
                </a:r>
                <a:r>
                  <a:rPr lang="en-US" dirty="0"/>
                  <a:t>how well the model explains the data </a:t>
                </a:r>
              </a:p>
              <a:p>
                <a:r>
                  <a:rPr lang="en-US" b="1" dirty="0"/>
                  <a:t>Prior</a:t>
                </a:r>
                <a:r>
                  <a:rPr lang="en-US" dirty="0"/>
                  <a:t> </a:t>
                </a:r>
                <a14:m>
                  <m:oMath xmlns:m="http://schemas.openxmlformats.org/officeDocument/2006/math">
                    <m:r>
                      <a:rPr lang="en-US" sz="1200" i="1" kern="1200">
                        <a:solidFill>
                          <a:schemeClr val="tx1"/>
                        </a:solidFill>
                        <a:latin typeface="Cambria Math" panose="02040503050406030204" pitchFamily="18" charset="0"/>
                        <a:ea typeface="+mn-ea"/>
                        <a:cs typeface="+mn-cs"/>
                      </a:rPr>
                      <m:t>𝑃</m:t>
                    </m:r>
                    <m:d>
                      <m:dPr>
                        <m:ctrlPr>
                          <a:rPr lang="ar-AE" sz="1200" i="1" kern="1200">
                            <a:solidFill>
                              <a:schemeClr val="tx1"/>
                            </a:solidFill>
                            <a:latin typeface="Cambria Math" panose="02040503050406030204" pitchFamily="18" charset="0"/>
                            <a:ea typeface="+mn-ea"/>
                            <a:cs typeface="+mn-cs"/>
                          </a:rPr>
                        </m:ctrlPr>
                      </m:dPr>
                      <m:e>
                        <m:r>
                          <m:rPr>
                            <m:nor/>
                          </m:rPr>
                          <a:rPr lang="en-US" sz="1200" b="0" i="1" kern="1200">
                            <a:solidFill>
                              <a:schemeClr val="tx1"/>
                            </a:solidFill>
                            <a:latin typeface="David" panose="020E0502060401010101" pitchFamily="34" charset="-79"/>
                            <a:ea typeface="+mn-ea"/>
                            <a:cs typeface="+mn-cs"/>
                          </a:rPr>
                          <m:t>model</m:t>
                        </m:r>
                      </m:e>
                    </m:d>
                  </m:oMath>
                </a14:m>
                <a:r>
                  <a:rPr lang="ar-AE" dirty="0"/>
                  <a:t>: </a:t>
                </a:r>
                <a:r>
                  <a:rPr lang="en-US" dirty="0"/>
                  <a:t>belief about the model before seeing the data </a:t>
                </a:r>
              </a:p>
              <a:p>
                <a:r>
                  <a:rPr lang="en-US" b="1" dirty="0"/>
                  <a:t>Posterior</a:t>
                </a:r>
                <a:r>
                  <a:rPr lang="en-US" dirty="0"/>
                  <a:t> </a:t>
                </a:r>
                <a14:m>
                  <m:oMath xmlns:m="http://schemas.openxmlformats.org/officeDocument/2006/math">
                    <m:r>
                      <a:rPr lang="en-US" sz="1200" i="1" kern="1200">
                        <a:solidFill>
                          <a:schemeClr val="tx1"/>
                        </a:solidFill>
                        <a:latin typeface="Cambria Math" panose="02040503050406030204" pitchFamily="18" charset="0"/>
                        <a:ea typeface="+mn-ea"/>
                        <a:cs typeface="+mn-cs"/>
                      </a:rPr>
                      <m:t>𝑃</m:t>
                    </m:r>
                    <m:d>
                      <m:dPr>
                        <m:ctrlPr>
                          <a:rPr lang="ar-AE" sz="1200" i="1" kern="1200">
                            <a:solidFill>
                              <a:schemeClr val="tx1"/>
                            </a:solidFill>
                            <a:latin typeface="Cambria Math" panose="02040503050406030204" pitchFamily="18" charset="0"/>
                            <a:ea typeface="+mn-ea"/>
                            <a:cs typeface="+mn-cs"/>
                          </a:rPr>
                        </m:ctrlPr>
                      </m:dPr>
                      <m:e>
                        <m:r>
                          <m:rPr>
                            <m:nor/>
                          </m:rPr>
                          <a:rPr lang="en-US" sz="1200" b="0" i="1" kern="1200">
                            <a:solidFill>
                              <a:schemeClr val="tx1"/>
                            </a:solidFill>
                            <a:latin typeface="David" panose="020E0502060401010101" pitchFamily="34" charset="-79"/>
                            <a:ea typeface="+mn-ea"/>
                            <a:cs typeface="+mn-cs"/>
                          </a:rPr>
                          <m:t>model</m:t>
                        </m:r>
                        <m:r>
                          <a:rPr lang="en-US" sz="1200" b="0" i="0" kern="1200">
                            <a:solidFill>
                              <a:schemeClr val="tx1"/>
                            </a:solidFill>
                            <a:latin typeface="Cambria Math" panose="02040503050406030204" pitchFamily="18" charset="0"/>
                            <a:ea typeface="+mn-ea"/>
                            <a:cs typeface="+mn-cs"/>
                          </a:rPr>
                          <m:t>∣</m:t>
                        </m:r>
                        <m:r>
                          <m:rPr>
                            <m:nor/>
                          </m:rPr>
                          <a:rPr lang="en-US" sz="1200" b="0" i="1" kern="1200">
                            <a:solidFill>
                              <a:schemeClr val="tx1"/>
                            </a:solidFill>
                            <a:latin typeface="David" panose="020E0502060401010101" pitchFamily="34" charset="-79"/>
                            <a:ea typeface="+mn-ea"/>
                            <a:cs typeface="+mn-cs"/>
                          </a:rPr>
                          <m:t>data</m:t>
                        </m:r>
                      </m:e>
                    </m:d>
                  </m:oMath>
                </a14:m>
                <a:r>
                  <a:rPr lang="ar-AE" dirty="0"/>
                  <a:t>: </a:t>
                </a:r>
                <a:r>
                  <a:rPr lang="en-US" dirty="0"/>
                  <a:t>updated belief after observing the data </a:t>
                </a:r>
              </a:p>
              <a:p>
                <a14:m>
                  <m:oMath xmlns:m="http://schemas.openxmlformats.org/officeDocument/2006/math">
                    <m:r>
                      <a:rPr lang="en-US" sz="1200" b="1" i="1" kern="1200" smtClean="0">
                        <a:solidFill>
                          <a:schemeClr val="tx1"/>
                        </a:solidFill>
                        <a:latin typeface="Cambria Math" panose="02040503050406030204" pitchFamily="18" charset="0"/>
                        <a:ea typeface="+mn-ea"/>
                        <a:cs typeface="+mn-cs"/>
                      </a:rPr>
                      <m:t>𝑷</m:t>
                    </m:r>
                    <m:d>
                      <m:dPr>
                        <m:ctrlPr>
                          <a:rPr lang="ar-AE" sz="1200" b="1" i="1" kern="1200">
                            <a:solidFill>
                              <a:schemeClr val="tx1"/>
                            </a:solidFill>
                            <a:latin typeface="Cambria Math" panose="02040503050406030204" pitchFamily="18" charset="0"/>
                            <a:ea typeface="+mn-ea"/>
                            <a:cs typeface="+mn-cs"/>
                          </a:rPr>
                        </m:ctrlPr>
                      </m:dPr>
                      <m:e>
                        <m:r>
                          <m:rPr>
                            <m:nor/>
                          </m:rPr>
                          <a:rPr lang="en-US" sz="1200" b="1" i="1" kern="1200">
                            <a:solidFill>
                              <a:schemeClr val="tx1"/>
                            </a:solidFill>
                            <a:latin typeface="David" panose="020E0502060401010101" pitchFamily="34" charset="-79"/>
                            <a:ea typeface="+mn-ea"/>
                            <a:cs typeface="+mn-cs"/>
                          </a:rPr>
                          <m:t>model</m:t>
                        </m:r>
                        <m:r>
                          <a:rPr lang="en-US" sz="1200" b="1" i="0" kern="1200">
                            <a:solidFill>
                              <a:schemeClr val="tx1"/>
                            </a:solidFill>
                            <a:latin typeface="Cambria Math" panose="02040503050406030204" pitchFamily="18" charset="0"/>
                            <a:ea typeface="+mn-ea"/>
                            <a:cs typeface="+mn-cs"/>
                          </a:rPr>
                          <m:t>∣</m:t>
                        </m:r>
                        <m:r>
                          <m:rPr>
                            <m:nor/>
                          </m:rPr>
                          <a:rPr lang="en-US" sz="1200" b="1" i="1" kern="1200">
                            <a:solidFill>
                              <a:schemeClr val="tx1"/>
                            </a:solidFill>
                            <a:latin typeface="David" panose="020E0502060401010101" pitchFamily="34" charset="-79"/>
                            <a:ea typeface="+mn-ea"/>
                            <a:cs typeface="+mn-cs"/>
                          </a:rPr>
                          <m:t>data</m:t>
                        </m:r>
                      </m:e>
                    </m:d>
                    <m:r>
                      <a:rPr lang="ar-AE" sz="1200" b="1" i="0" kern="1200">
                        <a:solidFill>
                          <a:schemeClr val="tx1"/>
                        </a:solidFill>
                        <a:latin typeface="Cambria Math" panose="02040503050406030204" pitchFamily="18" charset="0"/>
                        <a:ea typeface="+mn-ea"/>
                        <a:cs typeface="+mn-cs"/>
                      </a:rPr>
                      <m:t>∝</m:t>
                    </m:r>
                    <m:r>
                      <a:rPr lang="ar-AE" sz="1200" b="1" i="1" kern="1200">
                        <a:solidFill>
                          <a:schemeClr val="tx1"/>
                        </a:solidFill>
                        <a:latin typeface="Cambria Math" panose="02040503050406030204" pitchFamily="18" charset="0"/>
                        <a:ea typeface="+mn-ea"/>
                        <a:cs typeface="+mn-cs"/>
                      </a:rPr>
                      <m:t>𝑷</m:t>
                    </m:r>
                    <m:d>
                      <m:dPr>
                        <m:ctrlPr>
                          <a:rPr lang="ar-AE" sz="1200" b="1" i="1" kern="1200">
                            <a:solidFill>
                              <a:schemeClr val="tx1"/>
                            </a:solidFill>
                            <a:latin typeface="Cambria Math" panose="02040503050406030204" pitchFamily="18" charset="0"/>
                            <a:ea typeface="+mn-ea"/>
                            <a:cs typeface="+mn-cs"/>
                          </a:rPr>
                        </m:ctrlPr>
                      </m:dPr>
                      <m:e>
                        <m:r>
                          <m:rPr>
                            <m:nor/>
                          </m:rPr>
                          <a:rPr lang="en-US" sz="1200" b="1" i="1" kern="1200">
                            <a:solidFill>
                              <a:schemeClr val="tx1"/>
                            </a:solidFill>
                            <a:latin typeface="David" panose="020E0502060401010101" pitchFamily="34" charset="-79"/>
                            <a:ea typeface="+mn-ea"/>
                            <a:cs typeface="+mn-cs"/>
                          </a:rPr>
                          <m:t>data</m:t>
                        </m:r>
                        <m:r>
                          <a:rPr lang="en-US" sz="1200" b="1" i="0" kern="1200">
                            <a:solidFill>
                              <a:schemeClr val="tx1"/>
                            </a:solidFill>
                            <a:latin typeface="Cambria Math" panose="02040503050406030204" pitchFamily="18" charset="0"/>
                            <a:ea typeface="+mn-ea"/>
                            <a:cs typeface="+mn-cs"/>
                          </a:rPr>
                          <m:t>∣</m:t>
                        </m:r>
                        <m:r>
                          <m:rPr>
                            <m:nor/>
                          </m:rPr>
                          <a:rPr lang="en-US" sz="1200" b="1" i="1" kern="1200">
                            <a:solidFill>
                              <a:schemeClr val="tx1"/>
                            </a:solidFill>
                            <a:latin typeface="David" panose="020E0502060401010101" pitchFamily="34" charset="-79"/>
                            <a:ea typeface="+mn-ea"/>
                            <a:cs typeface="+mn-cs"/>
                          </a:rPr>
                          <m:t>model</m:t>
                        </m:r>
                      </m:e>
                    </m:d>
                    <m:r>
                      <a:rPr lang="ar-AE" sz="1200" b="1" i="1" kern="1200">
                        <a:solidFill>
                          <a:schemeClr val="tx1"/>
                        </a:solidFill>
                        <a:latin typeface="Cambria Math" panose="02040503050406030204" pitchFamily="18" charset="0"/>
                        <a:ea typeface="+mn-ea"/>
                        <a:cs typeface="+mn-cs"/>
                      </a:rPr>
                      <m:t>𝑷</m:t>
                    </m:r>
                    <m:d>
                      <m:dPr>
                        <m:ctrlPr>
                          <a:rPr lang="ar-AE" sz="1200" b="1" i="1" kern="1200">
                            <a:solidFill>
                              <a:schemeClr val="tx1"/>
                            </a:solidFill>
                            <a:latin typeface="Cambria Math" panose="02040503050406030204" pitchFamily="18" charset="0"/>
                            <a:ea typeface="+mn-ea"/>
                            <a:cs typeface="+mn-cs"/>
                          </a:rPr>
                        </m:ctrlPr>
                      </m:dPr>
                      <m:e>
                        <m:r>
                          <m:rPr>
                            <m:nor/>
                          </m:rPr>
                          <a:rPr lang="en-US" sz="1200" b="1" i="1" kern="1200">
                            <a:solidFill>
                              <a:schemeClr val="tx1"/>
                            </a:solidFill>
                            <a:latin typeface="David" panose="020E0502060401010101" pitchFamily="34" charset="-79"/>
                            <a:ea typeface="+mn-ea"/>
                            <a:cs typeface="+mn-cs"/>
                          </a:rPr>
                          <m:t>model</m:t>
                        </m:r>
                      </m:e>
                    </m:d>
                  </m:oMath>
                </a14:m>
                <a:r>
                  <a:rPr lang="en-US" b="1" dirty="0"/>
                  <a:t> </a:t>
                </a:r>
                <a:r>
                  <a:rPr lang="en-US" dirty="0"/>
                  <a:t>is simply Bayes’ rule written </a:t>
                </a:r>
                <a:r>
                  <a:rPr lang="en-US" b="1" dirty="0"/>
                  <a:t>without the normalization constant</a:t>
                </a:r>
                <a:r>
                  <a:rPr lang="en-US" dirty="0"/>
                  <a:t>, emphasizing that</a:t>
                </a:r>
              </a:p>
              <a:p>
                <a:pPr/>
                <a14:m>
                  <m:oMathPara xmlns:m="http://schemas.openxmlformats.org/officeDocument/2006/math">
                    <m:oMathParaPr>
                      <m:jc m:val="centerGroup"/>
                    </m:oMathParaPr>
                    <m:oMath xmlns:m="http://schemas.openxmlformats.org/officeDocument/2006/math">
                      <m:r>
                        <m:rPr>
                          <m:nor/>
                        </m:rPr>
                        <a:rPr lang="en-US" b="0"/>
                        <m:t>posterior</m:t>
                      </m:r>
                      <m:r>
                        <a:rPr lang="en-US" sz="1200" b="0" i="0" kern="1200">
                          <a:solidFill>
                            <a:schemeClr val="tx1"/>
                          </a:solidFill>
                          <a:latin typeface="Cambria Math" panose="02040503050406030204" pitchFamily="18" charset="0"/>
                          <a:ea typeface="+mn-ea"/>
                          <a:cs typeface="+mn-cs"/>
                        </a:rPr>
                        <m:t>∝</m:t>
                      </m:r>
                      <m:r>
                        <m:rPr>
                          <m:nor/>
                        </m:rPr>
                        <a:rPr lang="en-US" sz="1200" b="0" i="1" kern="1200">
                          <a:solidFill>
                            <a:schemeClr val="tx1"/>
                          </a:solidFill>
                          <a:latin typeface="David" panose="020E0502060401010101" pitchFamily="34" charset="-79"/>
                          <a:ea typeface="+mn-ea"/>
                          <a:cs typeface="+mn-cs"/>
                        </a:rPr>
                        <m:t>likelihood</m:t>
                      </m:r>
                      <m:r>
                        <a:rPr lang="en-US" sz="1200" b="0" i="0" kern="1200">
                          <a:solidFill>
                            <a:schemeClr val="tx1"/>
                          </a:solidFill>
                          <a:latin typeface="Cambria Math" panose="02040503050406030204" pitchFamily="18" charset="0"/>
                          <a:ea typeface="+mn-ea"/>
                          <a:cs typeface="+mn-cs"/>
                        </a:rPr>
                        <m:t>×</m:t>
                      </m:r>
                      <m:r>
                        <m:rPr>
                          <m:nor/>
                        </m:rPr>
                        <a:rPr lang="en-US" sz="1200" b="0" i="1" kern="1200">
                          <a:solidFill>
                            <a:schemeClr val="tx1"/>
                          </a:solidFill>
                          <a:latin typeface="David" panose="020E0502060401010101" pitchFamily="34" charset="-79"/>
                          <a:ea typeface="+mn-ea"/>
                          <a:cs typeface="+mn-cs"/>
                        </a:rPr>
                        <m:t>prior</m:t>
                      </m:r>
                      <m:r>
                        <a:rPr lang="en-US" sz="1200" b="0" i="0" kern="1200">
                          <a:solidFill>
                            <a:schemeClr val="tx1"/>
                          </a:solidFill>
                          <a:latin typeface="Cambria Math" panose="02040503050406030204" pitchFamily="18" charset="0"/>
                          <a:ea typeface="+mn-ea"/>
                          <a:cs typeface="+mn-cs"/>
                        </a:rPr>
                        <m:t>.</m:t>
                      </m:r>
                    </m:oMath>
                  </m:oMathPara>
                </a14:m>
                <a:endParaRPr lang="en-US" b="0" dirty="0"/>
              </a:p>
              <a:p>
                <a:pPr algn="l"/>
                <a:endParaRPr lang="LID4096" dirty="0"/>
              </a:p>
            </p:txBody>
          </p:sp>
        </mc:Choice>
        <mc:Fallback xmlns="">
          <p:sp>
            <p:nvSpPr>
              <p:cNvPr id="3" name="Notes Placeholder 2">
                <a:extLst>
                  <a:ext uri="{FF2B5EF4-FFF2-40B4-BE49-F238E27FC236}">
                    <a16:creationId xmlns:a16="http://schemas.microsoft.com/office/drawing/2014/main" id="{AC51E883-8F06-FEB4-5B3C-5C6B6666B2D0}"/>
                  </a:ext>
                </a:extLst>
              </p:cNvPr>
              <p:cNvSpPr>
                <a:spLocks noGrp="1"/>
              </p:cNvSpPr>
              <p:nvPr>
                <p:ph type="body" idx="1"/>
              </p:nvPr>
            </p:nvSpPr>
            <p:spPr/>
            <p:txBody>
              <a:bodyPr/>
              <a:lstStyle/>
              <a:p>
                <a:r>
                  <a:rPr lang="en-US" dirty="0"/>
                  <a:t>the </a:t>
                </a:r>
                <a:r>
                  <a:rPr lang="en-US" b="1" dirty="0"/>
                  <a:t>denominator does not depend on the specific model</a:t>
                </a:r>
                <a:r>
                  <a:rPr lang="en-US" dirty="0"/>
                  <a:t>. It is a constant with respect to the model when the data are fixed.</a:t>
                </a:r>
              </a:p>
              <a:p>
                <a:r>
                  <a:rPr lang="en-US" dirty="0"/>
                  <a:t>Start from Bayes’ theorem:</a:t>
                </a:r>
              </a:p>
              <a:p>
                <a:r>
                  <a:rPr lang="en-US" sz="1200" i="0" kern="1200">
                    <a:solidFill>
                      <a:schemeClr val="tx1"/>
                    </a:solidFill>
                    <a:latin typeface="David" panose="020E0502060401010101" pitchFamily="34" charset="-79"/>
                    <a:ea typeface="+mn-ea"/>
                    <a:cs typeface="+mn-cs"/>
                  </a:rPr>
                  <a:t>𝑃</a:t>
                </a:r>
                <a:r>
                  <a:rPr lang="ar-AE" sz="1200" i="0" kern="1200">
                    <a:solidFill>
                      <a:schemeClr val="tx1"/>
                    </a:solidFill>
                    <a:latin typeface="David" panose="020E0502060401010101" pitchFamily="34" charset="-79"/>
                    <a:ea typeface="+mn-ea"/>
                    <a:cs typeface="+mn-cs"/>
                  </a:rPr>
                  <a:t>(</a:t>
                </a:r>
                <a:r>
                  <a:rPr lang="en-US" sz="1200" b="0" i="0" kern="1200">
                    <a:solidFill>
                      <a:schemeClr val="tx1"/>
                    </a:solidFill>
                    <a:latin typeface="David" panose="020E0502060401010101" pitchFamily="34" charset="-79"/>
                    <a:ea typeface="+mn-ea"/>
                    <a:cs typeface="+mn-cs"/>
                  </a:rPr>
                  <a:t>"model" ∣"data</a:t>
                </a:r>
                <a:r>
                  <a:rPr lang="ar-AE" sz="1200" b="0" i="0" kern="1200">
                    <a:solidFill>
                      <a:schemeClr val="tx1"/>
                    </a:solidFill>
                    <a:latin typeface="David" panose="020E0502060401010101" pitchFamily="34" charset="-79"/>
                    <a:ea typeface="+mn-ea"/>
                    <a:cs typeface="+mn-cs"/>
                  </a:rPr>
                  <a:t>" )=𝑃(</a:t>
                </a:r>
                <a:r>
                  <a:rPr lang="en-US" sz="1200" b="0" i="0" kern="1200">
                    <a:solidFill>
                      <a:schemeClr val="tx1"/>
                    </a:solidFill>
                    <a:latin typeface="David" panose="020E0502060401010101" pitchFamily="34" charset="-79"/>
                    <a:ea typeface="+mn-ea"/>
                    <a:cs typeface="+mn-cs"/>
                  </a:rPr>
                  <a:t>"data" ∣"model</a:t>
                </a:r>
                <a:r>
                  <a:rPr lang="ar-AE" sz="1200" b="0" i="0" kern="1200">
                    <a:solidFill>
                      <a:schemeClr val="tx1"/>
                    </a:solidFill>
                    <a:latin typeface="David" panose="020E0502060401010101" pitchFamily="34" charset="-79"/>
                    <a:ea typeface="+mn-ea"/>
                    <a:cs typeface="+mn-cs"/>
                  </a:rPr>
                  <a:t>" )𝑃(</a:t>
                </a:r>
                <a:r>
                  <a:rPr lang="en-US" sz="1200" b="0" i="0" kern="1200">
                    <a:solidFill>
                      <a:schemeClr val="tx1"/>
                    </a:solidFill>
                    <a:latin typeface="David" panose="020E0502060401010101" pitchFamily="34" charset="-79"/>
                    <a:ea typeface="+mn-ea"/>
                    <a:cs typeface="+mn-cs"/>
                  </a:rPr>
                  <a:t>"model</a:t>
                </a:r>
                <a:r>
                  <a:rPr lang="ar-AE" sz="1200" b="0" i="0" kern="1200">
                    <a:solidFill>
                      <a:schemeClr val="tx1"/>
                    </a:solidFill>
                    <a:latin typeface="David" panose="020E0502060401010101" pitchFamily="34" charset="-79"/>
                    <a:ea typeface="+mn-ea"/>
                    <a:cs typeface="+mn-cs"/>
                  </a:rPr>
                  <a:t>" )/(∑128_</a:t>
                </a:r>
                <a:r>
                  <a:rPr lang="en-US" sz="1200" b="0" i="0" kern="1200">
                    <a:solidFill>
                      <a:schemeClr val="tx1"/>
                    </a:solidFill>
                    <a:latin typeface="David" panose="020E0502060401010101" pitchFamily="34" charset="-79"/>
                    <a:ea typeface="+mn-ea"/>
                    <a:cs typeface="+mn-cs"/>
                  </a:rPr>
                  <a:t>"models</a:t>
                </a:r>
                <a:r>
                  <a:rPr lang="ar-AE" sz="1200" b="0" i="0" kern="1200">
                    <a:solidFill>
                      <a:schemeClr val="tx1"/>
                    </a:solidFill>
                    <a:latin typeface="David" panose="020E0502060401010101" pitchFamily="34" charset="-79"/>
                    <a:ea typeface="+mn-ea"/>
                    <a:cs typeface="+mn-cs"/>
                  </a:rPr>
                  <a:t>" ▒𝑃 (</a:t>
                </a:r>
                <a:r>
                  <a:rPr lang="en-US" sz="1200" b="0" i="0" kern="1200">
                    <a:solidFill>
                      <a:schemeClr val="tx1"/>
                    </a:solidFill>
                    <a:latin typeface="David" panose="020E0502060401010101" pitchFamily="34" charset="-79"/>
                    <a:ea typeface="+mn-ea"/>
                    <a:cs typeface="+mn-cs"/>
                  </a:rPr>
                  <a:t>"data" ∣"model</a:t>
                </a:r>
                <a:r>
                  <a:rPr lang="ar-AE" sz="1200" b="0" i="0" kern="1200">
                    <a:solidFill>
                      <a:schemeClr val="tx1"/>
                    </a:solidFill>
                    <a:latin typeface="David" panose="020E0502060401010101" pitchFamily="34" charset="-79"/>
                    <a:ea typeface="+mn-ea"/>
                    <a:cs typeface="+mn-cs"/>
                  </a:rPr>
                  <a:t>" )𝑃(</a:t>
                </a:r>
                <a:r>
                  <a:rPr lang="en-US" sz="1200" b="0" i="0" kern="1200">
                    <a:solidFill>
                      <a:schemeClr val="tx1"/>
                    </a:solidFill>
                    <a:latin typeface="David" panose="020E0502060401010101" pitchFamily="34" charset="-79"/>
                    <a:ea typeface="+mn-ea"/>
                    <a:cs typeface="+mn-cs"/>
                  </a:rPr>
                  <a:t>"model</a:t>
                </a:r>
                <a:r>
                  <a:rPr lang="ar-AE" sz="1200" b="0" i="0" kern="1200">
                    <a:solidFill>
                      <a:schemeClr val="tx1"/>
                    </a:solidFill>
                    <a:latin typeface="David" panose="020E0502060401010101" pitchFamily="34" charset="-79"/>
                    <a:ea typeface="+mn-ea"/>
                    <a:cs typeface="+mn-cs"/>
                  </a:rPr>
                  <a:t>" ) )</a:t>
                </a:r>
                <a:endParaRPr lang="ar-AE" b="0" dirty="0"/>
              </a:p>
              <a:p>
                <a:r>
                  <a:rPr lang="en-US" dirty="0"/>
                  <a:t>The denominator</a:t>
                </a:r>
              </a:p>
              <a:p>
                <a:r>
                  <a:rPr lang="ar-AE" sz="1200" b="0" i="0" kern="1200">
                    <a:solidFill>
                      <a:schemeClr val="tx1"/>
                    </a:solidFill>
                    <a:latin typeface="David" panose="020E0502060401010101" pitchFamily="34" charset="-79"/>
                    <a:ea typeface="+mn-ea"/>
                    <a:cs typeface="+mn-cs"/>
                  </a:rPr>
                  <a:t>∑128_</a:t>
                </a:r>
                <a:r>
                  <a:rPr lang="en-US" sz="1200" b="0" i="0" kern="1200">
                    <a:solidFill>
                      <a:schemeClr val="tx1"/>
                    </a:solidFill>
                    <a:latin typeface="David" panose="020E0502060401010101" pitchFamily="34" charset="-79"/>
                    <a:ea typeface="+mn-ea"/>
                    <a:cs typeface="+mn-cs"/>
                  </a:rPr>
                  <a:t>"models</a:t>
                </a:r>
                <a:r>
                  <a:rPr lang="ar-AE" sz="1200" b="0" i="0" kern="1200">
                    <a:solidFill>
                      <a:schemeClr val="tx1"/>
                    </a:solidFill>
                    <a:latin typeface="David" panose="020E0502060401010101" pitchFamily="34" charset="-79"/>
                    <a:ea typeface="+mn-ea"/>
                    <a:cs typeface="+mn-cs"/>
                  </a:rPr>
                  <a:t>" ▒𝑃 (</a:t>
                </a:r>
                <a:r>
                  <a:rPr lang="en-US" sz="1200" b="0" i="0" kern="1200">
                    <a:solidFill>
                      <a:schemeClr val="tx1"/>
                    </a:solidFill>
                    <a:latin typeface="David" panose="020E0502060401010101" pitchFamily="34" charset="-79"/>
                    <a:ea typeface="+mn-ea"/>
                    <a:cs typeface="+mn-cs"/>
                  </a:rPr>
                  <a:t>"data" ∣"model</a:t>
                </a:r>
                <a:r>
                  <a:rPr lang="ar-AE" sz="1200" b="0" i="0" kern="1200">
                    <a:solidFill>
                      <a:schemeClr val="tx1"/>
                    </a:solidFill>
                    <a:latin typeface="David" panose="020E0502060401010101" pitchFamily="34" charset="-79"/>
                    <a:ea typeface="+mn-ea"/>
                    <a:cs typeface="+mn-cs"/>
                  </a:rPr>
                  <a:t>" )𝑃(</a:t>
                </a:r>
                <a:r>
                  <a:rPr lang="en-US" sz="1200" b="0" i="0" kern="1200">
                    <a:solidFill>
                      <a:schemeClr val="tx1"/>
                    </a:solidFill>
                    <a:latin typeface="David" panose="020E0502060401010101" pitchFamily="34" charset="-79"/>
                    <a:ea typeface="+mn-ea"/>
                    <a:cs typeface="+mn-cs"/>
                  </a:rPr>
                  <a:t>"model</a:t>
                </a:r>
                <a:r>
                  <a:rPr lang="ar-AE" sz="1200" b="0" i="0" kern="1200">
                    <a:solidFill>
                      <a:schemeClr val="tx1"/>
                    </a:solidFill>
                    <a:latin typeface="David" panose="020E0502060401010101" pitchFamily="34" charset="-79"/>
                    <a:ea typeface="+mn-ea"/>
                    <a:cs typeface="+mn-cs"/>
                  </a:rPr>
                  <a:t>" )</a:t>
                </a:r>
                <a:endParaRPr lang="ar-AE" b="0" dirty="0"/>
              </a:p>
              <a:p>
                <a:r>
                  <a:rPr lang="en-US" dirty="0"/>
                  <a:t>is the </a:t>
                </a:r>
                <a:r>
                  <a:rPr lang="en-US" b="1" dirty="0"/>
                  <a:t>evidence</a:t>
                </a:r>
                <a:r>
                  <a:rPr lang="en-US" dirty="0"/>
                  <a:t> </a:t>
                </a:r>
                <a:r>
                  <a:rPr lang="en-US" sz="1200" i="0" kern="1200">
                    <a:solidFill>
                      <a:schemeClr val="tx1"/>
                    </a:solidFill>
                    <a:latin typeface="David" panose="020E0502060401010101" pitchFamily="34" charset="-79"/>
                    <a:ea typeface="+mn-ea"/>
                    <a:cs typeface="+mn-cs"/>
                  </a:rPr>
                  <a:t>𝑃</a:t>
                </a:r>
                <a:r>
                  <a:rPr lang="ar-AE" sz="1200" i="0" kern="1200">
                    <a:solidFill>
                      <a:schemeClr val="tx1"/>
                    </a:solidFill>
                    <a:latin typeface="David" panose="020E0502060401010101" pitchFamily="34" charset="-79"/>
                    <a:ea typeface="+mn-ea"/>
                    <a:cs typeface="+mn-cs"/>
                  </a:rPr>
                  <a:t>(</a:t>
                </a:r>
                <a:r>
                  <a:rPr lang="en-US" sz="1200" b="0" i="0" kern="1200">
                    <a:solidFill>
                      <a:schemeClr val="tx1"/>
                    </a:solidFill>
                    <a:latin typeface="David" panose="020E0502060401010101" pitchFamily="34" charset="-79"/>
                    <a:ea typeface="+mn-ea"/>
                    <a:cs typeface="+mn-cs"/>
                  </a:rPr>
                  <a:t>"data</a:t>
                </a:r>
                <a:r>
                  <a:rPr lang="ar-AE" sz="1200" b="0" i="0" kern="1200">
                    <a:solidFill>
                      <a:schemeClr val="tx1"/>
                    </a:solidFill>
                    <a:latin typeface="David" panose="020E0502060401010101" pitchFamily="34" charset="-79"/>
                    <a:ea typeface="+mn-ea"/>
                    <a:cs typeface="+mn-cs"/>
                  </a:rPr>
                  <a:t>" )</a:t>
                </a:r>
                <a:r>
                  <a:rPr lang="ar-AE" dirty="0"/>
                  <a:t>.</a:t>
                </a:r>
                <a:br>
                  <a:rPr lang="ar-AE" dirty="0"/>
                </a:br>
                <a:r>
                  <a:rPr lang="en-US" dirty="0"/>
                  <a:t>It is computed by summing over all possible models and therefore </a:t>
                </a:r>
                <a:r>
                  <a:rPr lang="en-US" b="1" dirty="0"/>
                  <a:t>does not change when comparing different models</a:t>
                </a:r>
                <a:r>
                  <a:rPr lang="en-US" dirty="0"/>
                  <a:t>.</a:t>
                </a:r>
              </a:p>
              <a:p>
                <a:r>
                  <a:rPr lang="en-US" dirty="0"/>
                  <a:t>So we can rewrite Bayes’ rule as</a:t>
                </a:r>
              </a:p>
              <a:p>
                <a:r>
                  <a:rPr lang="en-US" sz="1200" i="0" kern="1200">
                    <a:solidFill>
                      <a:schemeClr val="tx1"/>
                    </a:solidFill>
                    <a:latin typeface="David" panose="020E0502060401010101" pitchFamily="34" charset="-79"/>
                    <a:ea typeface="+mn-ea"/>
                    <a:cs typeface="+mn-cs"/>
                  </a:rPr>
                  <a:t>𝑃</a:t>
                </a:r>
                <a:r>
                  <a:rPr lang="ar-AE" sz="1200" i="0" kern="1200">
                    <a:solidFill>
                      <a:schemeClr val="tx1"/>
                    </a:solidFill>
                    <a:latin typeface="David" panose="020E0502060401010101" pitchFamily="34" charset="-79"/>
                    <a:ea typeface="+mn-ea"/>
                    <a:cs typeface="+mn-cs"/>
                  </a:rPr>
                  <a:t>(</a:t>
                </a:r>
                <a:r>
                  <a:rPr lang="en-US" sz="1200" b="0" i="0" kern="1200">
                    <a:solidFill>
                      <a:schemeClr val="tx1"/>
                    </a:solidFill>
                    <a:latin typeface="David" panose="020E0502060401010101" pitchFamily="34" charset="-79"/>
                    <a:ea typeface="+mn-ea"/>
                    <a:cs typeface="+mn-cs"/>
                  </a:rPr>
                  <a:t>"model" ∣"data</a:t>
                </a:r>
                <a:r>
                  <a:rPr lang="ar-AE" sz="1200" b="0" i="0" kern="1200">
                    <a:solidFill>
                      <a:schemeClr val="tx1"/>
                    </a:solidFill>
                    <a:latin typeface="David" panose="020E0502060401010101" pitchFamily="34" charset="-79"/>
                    <a:ea typeface="+mn-ea"/>
                    <a:cs typeface="+mn-cs"/>
                  </a:rPr>
                  <a:t>" )=1/𝑃(</a:t>
                </a:r>
                <a:r>
                  <a:rPr lang="en-US" sz="1200" b="0" i="0" kern="1200">
                    <a:solidFill>
                      <a:schemeClr val="tx1"/>
                    </a:solidFill>
                    <a:latin typeface="David" panose="020E0502060401010101" pitchFamily="34" charset="-79"/>
                    <a:ea typeface="+mn-ea"/>
                    <a:cs typeface="+mn-cs"/>
                  </a:rPr>
                  <a:t>"data</a:t>
                </a:r>
                <a:r>
                  <a:rPr lang="ar-AE" sz="1200" b="0" i="0" kern="1200">
                    <a:solidFill>
                      <a:schemeClr val="tx1"/>
                    </a:solidFill>
                    <a:latin typeface="David" panose="020E0502060401010101" pitchFamily="34" charset="-79"/>
                    <a:ea typeface="+mn-ea"/>
                    <a:cs typeface="+mn-cs"/>
                  </a:rPr>
                  <a:t>" )  </a:t>
                </a:r>
                <a:r>
                  <a:rPr lang="ar-AE" sz="1200" b="0" i="0" kern="1200">
                    <a:solidFill>
                      <a:schemeClr val="tx1"/>
                    </a:solidFill>
                    <a:latin typeface="Cambria Math" panose="02040503050406030204" pitchFamily="18" charset="0"/>
                    <a:ea typeface="+mn-ea"/>
                    <a:cs typeface="+mn-cs"/>
                  </a:rPr>
                  <a:t>" </a:t>
                </a:r>
                <a:r>
                  <a:rPr lang="ar-AE" sz="1200" b="0" i="0" kern="1200">
                    <a:solidFill>
                      <a:schemeClr val="tx1"/>
                    </a:solidFill>
                    <a:latin typeface="David" panose="020E0502060401010101" pitchFamily="34" charset="-79"/>
                    <a:ea typeface="+mn-ea"/>
                    <a:cs typeface="+mn-cs"/>
                  </a:rPr>
                  <a:t>" 𝑃(</a:t>
                </a:r>
                <a:r>
                  <a:rPr lang="en-US" sz="1200" b="0" i="0" kern="1200">
                    <a:solidFill>
                      <a:schemeClr val="tx1"/>
                    </a:solidFill>
                    <a:latin typeface="David" panose="020E0502060401010101" pitchFamily="34" charset="-79"/>
                    <a:ea typeface="+mn-ea"/>
                    <a:cs typeface="+mn-cs"/>
                  </a:rPr>
                  <a:t>"data" ∣"model</a:t>
                </a:r>
                <a:r>
                  <a:rPr lang="ar-AE" sz="1200" b="0" i="0" kern="1200">
                    <a:solidFill>
                      <a:schemeClr val="tx1"/>
                    </a:solidFill>
                    <a:latin typeface="David" panose="020E0502060401010101" pitchFamily="34" charset="-79"/>
                    <a:ea typeface="+mn-ea"/>
                    <a:cs typeface="+mn-cs"/>
                  </a:rPr>
                  <a:t>" )𝑃(</a:t>
                </a:r>
                <a:r>
                  <a:rPr lang="en-US" sz="1200" b="0" i="0" kern="1200">
                    <a:solidFill>
                      <a:schemeClr val="tx1"/>
                    </a:solidFill>
                    <a:latin typeface="David" panose="020E0502060401010101" pitchFamily="34" charset="-79"/>
                    <a:ea typeface="+mn-ea"/>
                    <a:cs typeface="+mn-cs"/>
                  </a:rPr>
                  <a:t>"model</a:t>
                </a:r>
                <a:r>
                  <a:rPr lang="ar-AE" sz="1200" b="0" i="0" kern="1200">
                    <a:solidFill>
                      <a:schemeClr val="tx1"/>
                    </a:solidFill>
                    <a:latin typeface="David" panose="020E0502060401010101" pitchFamily="34" charset="-79"/>
                    <a:ea typeface="+mn-ea"/>
                    <a:cs typeface="+mn-cs"/>
                  </a:rPr>
                  <a:t>" )</a:t>
                </a:r>
                <a:endParaRPr lang="ar-AE" b="0" dirty="0"/>
              </a:p>
              <a:p>
                <a:r>
                  <a:rPr lang="en-US" dirty="0"/>
                  <a:t>Since </a:t>
                </a:r>
                <a:r>
                  <a:rPr lang="en-US" sz="1200" i="0" kern="1200">
                    <a:solidFill>
                      <a:schemeClr val="tx1"/>
                    </a:solidFill>
                    <a:latin typeface="David" panose="020E0502060401010101" pitchFamily="34" charset="-79"/>
                    <a:ea typeface="+mn-ea"/>
                    <a:cs typeface="+mn-cs"/>
                  </a:rPr>
                  <a:t>𝑃</a:t>
                </a:r>
                <a:r>
                  <a:rPr lang="ar-AE" sz="1200" i="0" kern="1200">
                    <a:solidFill>
                      <a:schemeClr val="tx1"/>
                    </a:solidFill>
                    <a:latin typeface="David" panose="020E0502060401010101" pitchFamily="34" charset="-79"/>
                    <a:ea typeface="+mn-ea"/>
                    <a:cs typeface="+mn-cs"/>
                  </a:rPr>
                  <a:t>(</a:t>
                </a:r>
                <a:r>
                  <a:rPr lang="en-US" sz="1200" b="0" i="0" kern="1200">
                    <a:solidFill>
                      <a:schemeClr val="tx1"/>
                    </a:solidFill>
                    <a:latin typeface="David" panose="020E0502060401010101" pitchFamily="34" charset="-79"/>
                    <a:ea typeface="+mn-ea"/>
                    <a:cs typeface="+mn-cs"/>
                  </a:rPr>
                  <a:t>"data</a:t>
                </a:r>
                <a:r>
                  <a:rPr lang="ar-AE" sz="1200" b="0" i="0" kern="1200">
                    <a:solidFill>
                      <a:schemeClr val="tx1"/>
                    </a:solidFill>
                    <a:latin typeface="David" panose="020E0502060401010101" pitchFamily="34" charset="-79"/>
                    <a:ea typeface="+mn-ea"/>
                    <a:cs typeface="+mn-cs"/>
                  </a:rPr>
                  <a:t>" )</a:t>
                </a:r>
                <a:r>
                  <a:rPr lang="en-US" dirty="0"/>
                  <a:t>is a constant with respect to the model, the posterior is </a:t>
                </a:r>
                <a:r>
                  <a:rPr lang="en-US" b="1" dirty="0"/>
                  <a:t>proportional</a:t>
                </a:r>
                <a:r>
                  <a:rPr lang="en-US" dirty="0"/>
                  <a:t> to the numerator:</a:t>
                </a:r>
              </a:p>
              <a:p>
                <a:r>
                  <a:rPr lang="en-US" sz="1200" i="0" kern="1200">
                    <a:solidFill>
                      <a:schemeClr val="tx1"/>
                    </a:solidFill>
                    <a:latin typeface="David" panose="020E0502060401010101" pitchFamily="34" charset="-79"/>
                    <a:ea typeface="+mn-ea"/>
                    <a:cs typeface="+mn-cs"/>
                  </a:rPr>
                  <a:t>𝑃</a:t>
                </a:r>
                <a:r>
                  <a:rPr lang="ar-AE" sz="1200" i="0" kern="1200">
                    <a:solidFill>
                      <a:schemeClr val="tx1"/>
                    </a:solidFill>
                    <a:latin typeface="David" panose="020E0502060401010101" pitchFamily="34" charset="-79"/>
                    <a:ea typeface="+mn-ea"/>
                    <a:cs typeface="+mn-cs"/>
                  </a:rPr>
                  <a:t>(</a:t>
                </a:r>
                <a:r>
                  <a:rPr lang="en-US" sz="1200" b="0" i="0" kern="1200">
                    <a:solidFill>
                      <a:schemeClr val="tx1"/>
                    </a:solidFill>
                    <a:latin typeface="David" panose="020E0502060401010101" pitchFamily="34" charset="-79"/>
                    <a:ea typeface="+mn-ea"/>
                    <a:cs typeface="+mn-cs"/>
                  </a:rPr>
                  <a:t>"model" ∣"data</a:t>
                </a:r>
                <a:r>
                  <a:rPr lang="ar-AE" sz="1200" b="0" i="0" kern="1200">
                    <a:solidFill>
                      <a:schemeClr val="tx1"/>
                    </a:solidFill>
                    <a:latin typeface="David" panose="020E0502060401010101" pitchFamily="34" charset="-79"/>
                    <a:ea typeface="+mn-ea"/>
                    <a:cs typeface="+mn-cs"/>
                  </a:rPr>
                  <a:t>" )∝𝑃(</a:t>
                </a:r>
                <a:r>
                  <a:rPr lang="en-US" sz="1200" b="0" i="0" kern="1200">
                    <a:solidFill>
                      <a:schemeClr val="tx1"/>
                    </a:solidFill>
                    <a:latin typeface="David" panose="020E0502060401010101" pitchFamily="34" charset="-79"/>
                    <a:ea typeface="+mn-ea"/>
                    <a:cs typeface="+mn-cs"/>
                  </a:rPr>
                  <a:t>"data" ∣"model</a:t>
                </a:r>
                <a:r>
                  <a:rPr lang="ar-AE" sz="1200" b="0" i="0" kern="1200">
                    <a:solidFill>
                      <a:schemeClr val="tx1"/>
                    </a:solidFill>
                    <a:latin typeface="David" panose="020E0502060401010101" pitchFamily="34" charset="-79"/>
                    <a:ea typeface="+mn-ea"/>
                    <a:cs typeface="+mn-cs"/>
                  </a:rPr>
                  <a:t>" )𝑃(</a:t>
                </a:r>
                <a:r>
                  <a:rPr lang="en-US" sz="1200" b="0" i="0" kern="1200">
                    <a:solidFill>
                      <a:schemeClr val="tx1"/>
                    </a:solidFill>
                    <a:latin typeface="David" panose="020E0502060401010101" pitchFamily="34" charset="-79"/>
                    <a:ea typeface="+mn-ea"/>
                    <a:cs typeface="+mn-cs"/>
                  </a:rPr>
                  <a:t>"model</a:t>
                </a:r>
                <a:r>
                  <a:rPr lang="ar-AE" sz="1200" b="0" i="0" kern="1200">
                    <a:solidFill>
                      <a:schemeClr val="tx1"/>
                    </a:solidFill>
                    <a:latin typeface="David" panose="020E0502060401010101" pitchFamily="34" charset="-79"/>
                    <a:ea typeface="+mn-ea"/>
                    <a:cs typeface="+mn-cs"/>
                  </a:rPr>
                  <a:t>" )</a:t>
                </a:r>
                <a:endParaRPr lang="ar-AE" b="0" dirty="0"/>
              </a:p>
              <a:p>
                <a:r>
                  <a:rPr lang="en-US" dirty="0"/>
                  <a:t>The symbol </a:t>
                </a:r>
                <a:r>
                  <a:rPr lang="en-US" sz="1200" i="0" kern="1200">
                    <a:solidFill>
                      <a:schemeClr val="tx1"/>
                    </a:solidFill>
                    <a:latin typeface="David" panose="020E0502060401010101" pitchFamily="34" charset="-79"/>
                    <a:ea typeface="+mn-ea"/>
                    <a:cs typeface="+mn-cs"/>
                  </a:rPr>
                  <a:t>∝</a:t>
                </a:r>
                <a:r>
                  <a:rPr lang="en-US" sz="1200" b="0" i="0" kern="1200">
                    <a:solidFill>
                      <a:schemeClr val="tx1"/>
                    </a:solidFill>
                    <a:latin typeface="Cambria Math" panose="02040503050406030204" pitchFamily="18" charset="0"/>
                    <a:ea typeface="+mn-ea"/>
                    <a:cs typeface="+mn-cs"/>
                  </a:rPr>
                  <a:t> </a:t>
                </a:r>
                <a:r>
                  <a:rPr lang="en-US" dirty="0"/>
                  <a:t>means “proportional to”. It indicates that the right-hand side gives the </a:t>
                </a:r>
                <a:r>
                  <a:rPr lang="en-US" b="1" dirty="0"/>
                  <a:t>shape of the posterior</a:t>
                </a:r>
                <a:r>
                  <a:rPr lang="en-US" dirty="0"/>
                  <a:t>, but it is not yet normalized. The denominator (the evidence) serves only to </a:t>
                </a:r>
                <a:r>
                  <a:rPr lang="en-US" b="1" dirty="0"/>
                  <a:t>normalize the distribution so that the probabilities sum to 1</a:t>
                </a:r>
                <a:r>
                  <a:rPr lang="en-US" dirty="0"/>
                  <a:t>.</a:t>
                </a:r>
              </a:p>
              <a:p>
                <a:endParaRPr lang="en-US" dirty="0"/>
              </a:p>
              <a:p>
                <a:r>
                  <a:rPr lang="en-US" dirty="0"/>
                  <a:t>Reminder:</a:t>
                </a:r>
              </a:p>
              <a:p>
                <a:r>
                  <a:rPr lang="en-US" b="1" dirty="0"/>
                  <a:t>Likelihood</a:t>
                </a:r>
                <a:r>
                  <a:rPr lang="en-US" dirty="0"/>
                  <a:t> </a:t>
                </a:r>
                <a:r>
                  <a:rPr lang="en-US" sz="1200" i="0" kern="1200">
                    <a:solidFill>
                      <a:schemeClr val="tx1"/>
                    </a:solidFill>
                    <a:latin typeface="David" panose="020E0502060401010101" pitchFamily="34" charset="-79"/>
                    <a:ea typeface="+mn-ea"/>
                    <a:cs typeface="+mn-cs"/>
                  </a:rPr>
                  <a:t>𝑃</a:t>
                </a:r>
                <a:r>
                  <a:rPr lang="ar-AE" sz="1200" i="0" kern="1200">
                    <a:solidFill>
                      <a:schemeClr val="tx1"/>
                    </a:solidFill>
                    <a:latin typeface="David" panose="020E0502060401010101" pitchFamily="34" charset="-79"/>
                    <a:ea typeface="+mn-ea"/>
                    <a:cs typeface="+mn-cs"/>
                  </a:rPr>
                  <a:t>(</a:t>
                </a:r>
                <a:r>
                  <a:rPr lang="en-US" sz="1200" b="0" i="0" kern="1200">
                    <a:solidFill>
                      <a:schemeClr val="tx1"/>
                    </a:solidFill>
                    <a:latin typeface="David" panose="020E0502060401010101" pitchFamily="34" charset="-79"/>
                    <a:ea typeface="+mn-ea"/>
                    <a:cs typeface="+mn-cs"/>
                  </a:rPr>
                  <a:t>"data" ∣"model</a:t>
                </a:r>
                <a:r>
                  <a:rPr lang="ar-AE" sz="1200" b="0" i="0" kern="1200">
                    <a:solidFill>
                      <a:schemeClr val="tx1"/>
                    </a:solidFill>
                    <a:latin typeface="David" panose="020E0502060401010101" pitchFamily="34" charset="-79"/>
                    <a:ea typeface="+mn-ea"/>
                    <a:cs typeface="+mn-cs"/>
                  </a:rPr>
                  <a:t>" )</a:t>
                </a:r>
                <a:r>
                  <a:rPr lang="ar-AE" dirty="0"/>
                  <a:t>: </a:t>
                </a:r>
                <a:r>
                  <a:rPr lang="en-US" dirty="0"/>
                  <a:t>how well the model explains the data </a:t>
                </a:r>
              </a:p>
              <a:p>
                <a:r>
                  <a:rPr lang="en-US" b="1" dirty="0"/>
                  <a:t>Prior</a:t>
                </a:r>
                <a:r>
                  <a:rPr lang="en-US" dirty="0"/>
                  <a:t> </a:t>
                </a:r>
                <a:r>
                  <a:rPr lang="en-US" sz="1200" i="0" kern="1200">
                    <a:solidFill>
                      <a:schemeClr val="tx1"/>
                    </a:solidFill>
                    <a:latin typeface="David" panose="020E0502060401010101" pitchFamily="34" charset="-79"/>
                    <a:ea typeface="+mn-ea"/>
                    <a:cs typeface="+mn-cs"/>
                  </a:rPr>
                  <a:t>𝑃</a:t>
                </a:r>
                <a:r>
                  <a:rPr lang="ar-AE" sz="1200" i="0" kern="1200">
                    <a:solidFill>
                      <a:schemeClr val="tx1"/>
                    </a:solidFill>
                    <a:latin typeface="David" panose="020E0502060401010101" pitchFamily="34" charset="-79"/>
                    <a:ea typeface="+mn-ea"/>
                    <a:cs typeface="+mn-cs"/>
                  </a:rPr>
                  <a:t>(</a:t>
                </a:r>
                <a:r>
                  <a:rPr lang="en-US" sz="1200" b="0" i="0" kern="1200">
                    <a:solidFill>
                      <a:schemeClr val="tx1"/>
                    </a:solidFill>
                    <a:latin typeface="David" panose="020E0502060401010101" pitchFamily="34" charset="-79"/>
                    <a:ea typeface="+mn-ea"/>
                    <a:cs typeface="+mn-cs"/>
                  </a:rPr>
                  <a:t>"model</a:t>
                </a:r>
                <a:r>
                  <a:rPr lang="ar-AE" sz="1200" b="0" i="0" kern="1200">
                    <a:solidFill>
                      <a:schemeClr val="tx1"/>
                    </a:solidFill>
                    <a:latin typeface="David" panose="020E0502060401010101" pitchFamily="34" charset="-79"/>
                    <a:ea typeface="+mn-ea"/>
                    <a:cs typeface="+mn-cs"/>
                  </a:rPr>
                  <a:t>" )</a:t>
                </a:r>
                <a:r>
                  <a:rPr lang="ar-AE" dirty="0"/>
                  <a:t>: </a:t>
                </a:r>
                <a:r>
                  <a:rPr lang="en-US" dirty="0"/>
                  <a:t>belief about the model before seeing the data </a:t>
                </a:r>
              </a:p>
              <a:p>
                <a:r>
                  <a:rPr lang="en-US" b="1" dirty="0"/>
                  <a:t>Posterior</a:t>
                </a:r>
                <a:r>
                  <a:rPr lang="en-US" dirty="0"/>
                  <a:t> </a:t>
                </a:r>
                <a:r>
                  <a:rPr lang="en-US" sz="1200" i="0" kern="1200">
                    <a:solidFill>
                      <a:schemeClr val="tx1"/>
                    </a:solidFill>
                    <a:latin typeface="David" panose="020E0502060401010101" pitchFamily="34" charset="-79"/>
                    <a:ea typeface="+mn-ea"/>
                    <a:cs typeface="+mn-cs"/>
                  </a:rPr>
                  <a:t>𝑃</a:t>
                </a:r>
                <a:r>
                  <a:rPr lang="ar-AE" sz="1200" i="0" kern="1200">
                    <a:solidFill>
                      <a:schemeClr val="tx1"/>
                    </a:solidFill>
                    <a:latin typeface="David" panose="020E0502060401010101" pitchFamily="34" charset="-79"/>
                    <a:ea typeface="+mn-ea"/>
                    <a:cs typeface="+mn-cs"/>
                  </a:rPr>
                  <a:t>(</a:t>
                </a:r>
                <a:r>
                  <a:rPr lang="en-US" sz="1200" b="0" i="0" kern="1200">
                    <a:solidFill>
                      <a:schemeClr val="tx1"/>
                    </a:solidFill>
                    <a:latin typeface="David" panose="020E0502060401010101" pitchFamily="34" charset="-79"/>
                    <a:ea typeface="+mn-ea"/>
                    <a:cs typeface="+mn-cs"/>
                  </a:rPr>
                  <a:t>"model" ∣"data</a:t>
                </a:r>
                <a:r>
                  <a:rPr lang="ar-AE" sz="1200" b="0" i="0" kern="1200">
                    <a:solidFill>
                      <a:schemeClr val="tx1"/>
                    </a:solidFill>
                    <a:latin typeface="David" panose="020E0502060401010101" pitchFamily="34" charset="-79"/>
                    <a:ea typeface="+mn-ea"/>
                    <a:cs typeface="+mn-cs"/>
                  </a:rPr>
                  <a:t>" )</a:t>
                </a:r>
                <a:r>
                  <a:rPr lang="ar-AE" dirty="0"/>
                  <a:t>: </a:t>
                </a:r>
                <a:r>
                  <a:rPr lang="en-US" dirty="0"/>
                  <a:t>updated belief after observing the data </a:t>
                </a:r>
              </a:p>
              <a:p>
                <a:r>
                  <a:rPr lang="en-US" sz="1200" b="1" i="0" kern="1200">
                    <a:solidFill>
                      <a:schemeClr val="tx1"/>
                    </a:solidFill>
                    <a:latin typeface="Cambria Math" panose="02040503050406030204" pitchFamily="18" charset="0"/>
                    <a:ea typeface="+mn-ea"/>
                    <a:cs typeface="+mn-cs"/>
                  </a:rPr>
                  <a:t>𝑷</a:t>
                </a:r>
                <a:r>
                  <a:rPr lang="ar-AE" sz="1200" b="1" i="0" kern="1200">
                    <a:solidFill>
                      <a:schemeClr val="tx1"/>
                    </a:solidFill>
                    <a:latin typeface="Cambria Math" panose="02040503050406030204" pitchFamily="18" charset="0"/>
                    <a:ea typeface="+mn-ea"/>
                    <a:cs typeface="+mn-cs"/>
                  </a:rPr>
                  <a:t>(</a:t>
                </a:r>
                <a:r>
                  <a:rPr lang="en-US" sz="1200" b="1" i="0" kern="1200">
                    <a:solidFill>
                      <a:schemeClr val="tx1"/>
                    </a:solidFill>
                    <a:latin typeface="Cambria Math" panose="02040503050406030204" pitchFamily="18" charset="0"/>
                    <a:ea typeface="+mn-ea"/>
                    <a:cs typeface="+mn-cs"/>
                  </a:rPr>
                  <a:t>"</a:t>
                </a:r>
                <a:r>
                  <a:rPr lang="en-US" sz="1200" b="1" i="0" kern="1200">
                    <a:solidFill>
                      <a:schemeClr val="tx1"/>
                    </a:solidFill>
                    <a:latin typeface="David" panose="020E0502060401010101" pitchFamily="34" charset="-79"/>
                    <a:ea typeface="+mn-ea"/>
                    <a:cs typeface="+mn-cs"/>
                  </a:rPr>
                  <a:t>model</a:t>
                </a:r>
                <a:r>
                  <a:rPr lang="en-US" sz="1200" b="1" i="0" kern="1200">
                    <a:solidFill>
                      <a:schemeClr val="tx1"/>
                    </a:solidFill>
                    <a:latin typeface="Cambria Math" panose="02040503050406030204" pitchFamily="18" charset="0"/>
                    <a:ea typeface="+mn-ea"/>
                    <a:cs typeface="+mn-cs"/>
                  </a:rPr>
                  <a:t>" ∣"</a:t>
                </a:r>
                <a:r>
                  <a:rPr lang="en-US" sz="1200" b="1" i="0" kern="1200">
                    <a:solidFill>
                      <a:schemeClr val="tx1"/>
                    </a:solidFill>
                    <a:latin typeface="David" panose="020E0502060401010101" pitchFamily="34" charset="-79"/>
                    <a:ea typeface="+mn-ea"/>
                    <a:cs typeface="+mn-cs"/>
                  </a:rPr>
                  <a:t>data</a:t>
                </a:r>
                <a:r>
                  <a:rPr lang="en-US" sz="1200" b="1" i="0" kern="1200">
                    <a:solidFill>
                      <a:schemeClr val="tx1"/>
                    </a:solidFill>
                    <a:latin typeface="Cambria Math" panose="02040503050406030204" pitchFamily="18" charset="0"/>
                    <a:ea typeface="+mn-ea"/>
                    <a:cs typeface="+mn-cs"/>
                  </a:rPr>
                  <a:t>" )</a:t>
                </a:r>
                <a:r>
                  <a:rPr lang="ar-AE" sz="1200" b="1" i="0" kern="1200">
                    <a:solidFill>
                      <a:schemeClr val="tx1"/>
                    </a:solidFill>
                    <a:latin typeface="Cambria Math" panose="02040503050406030204" pitchFamily="18" charset="0"/>
                    <a:ea typeface="+mn-ea"/>
                    <a:cs typeface="+mn-cs"/>
                  </a:rPr>
                  <a:t>∝𝑷(</a:t>
                </a:r>
                <a:r>
                  <a:rPr lang="en-US" sz="1200" b="1" i="0" kern="1200">
                    <a:solidFill>
                      <a:schemeClr val="tx1"/>
                    </a:solidFill>
                    <a:latin typeface="Cambria Math" panose="02040503050406030204" pitchFamily="18" charset="0"/>
                    <a:ea typeface="+mn-ea"/>
                    <a:cs typeface="+mn-cs"/>
                  </a:rPr>
                  <a:t>"</a:t>
                </a:r>
                <a:r>
                  <a:rPr lang="en-US" sz="1200" b="1" i="0" kern="1200">
                    <a:solidFill>
                      <a:schemeClr val="tx1"/>
                    </a:solidFill>
                    <a:latin typeface="David" panose="020E0502060401010101" pitchFamily="34" charset="-79"/>
                    <a:ea typeface="+mn-ea"/>
                    <a:cs typeface="+mn-cs"/>
                  </a:rPr>
                  <a:t>data</a:t>
                </a:r>
                <a:r>
                  <a:rPr lang="en-US" sz="1200" b="1" i="0" kern="1200">
                    <a:solidFill>
                      <a:schemeClr val="tx1"/>
                    </a:solidFill>
                    <a:latin typeface="Cambria Math" panose="02040503050406030204" pitchFamily="18" charset="0"/>
                    <a:ea typeface="+mn-ea"/>
                    <a:cs typeface="+mn-cs"/>
                  </a:rPr>
                  <a:t>" ∣"</a:t>
                </a:r>
                <a:r>
                  <a:rPr lang="en-US" sz="1200" b="1" i="0" kern="1200">
                    <a:solidFill>
                      <a:schemeClr val="tx1"/>
                    </a:solidFill>
                    <a:latin typeface="David" panose="020E0502060401010101" pitchFamily="34" charset="-79"/>
                    <a:ea typeface="+mn-ea"/>
                    <a:cs typeface="+mn-cs"/>
                  </a:rPr>
                  <a:t>model</a:t>
                </a:r>
                <a:r>
                  <a:rPr lang="en-US" sz="1200" b="1" i="0" kern="1200">
                    <a:solidFill>
                      <a:schemeClr val="tx1"/>
                    </a:solidFill>
                    <a:latin typeface="Cambria Math" panose="02040503050406030204" pitchFamily="18" charset="0"/>
                    <a:ea typeface="+mn-ea"/>
                    <a:cs typeface="+mn-cs"/>
                  </a:rPr>
                  <a:t>" )</a:t>
                </a:r>
                <a:r>
                  <a:rPr lang="ar-AE" sz="1200" b="1" i="0" kern="1200">
                    <a:solidFill>
                      <a:schemeClr val="tx1"/>
                    </a:solidFill>
                    <a:latin typeface="Cambria Math" panose="02040503050406030204" pitchFamily="18" charset="0"/>
                    <a:ea typeface="+mn-ea"/>
                    <a:cs typeface="+mn-cs"/>
                  </a:rPr>
                  <a:t>𝑷(</a:t>
                </a:r>
                <a:r>
                  <a:rPr lang="en-US" sz="1200" b="1" i="0" kern="1200">
                    <a:solidFill>
                      <a:schemeClr val="tx1"/>
                    </a:solidFill>
                    <a:latin typeface="Cambria Math" panose="02040503050406030204" pitchFamily="18" charset="0"/>
                    <a:ea typeface="+mn-ea"/>
                    <a:cs typeface="+mn-cs"/>
                  </a:rPr>
                  <a:t>"</a:t>
                </a:r>
                <a:r>
                  <a:rPr lang="en-US" sz="1200" b="1" i="0" kern="1200">
                    <a:solidFill>
                      <a:schemeClr val="tx1"/>
                    </a:solidFill>
                    <a:latin typeface="David" panose="020E0502060401010101" pitchFamily="34" charset="-79"/>
                    <a:ea typeface="+mn-ea"/>
                    <a:cs typeface="+mn-cs"/>
                  </a:rPr>
                  <a:t>model</a:t>
                </a:r>
                <a:r>
                  <a:rPr lang="en-US" sz="1200" b="1" i="0" kern="1200">
                    <a:solidFill>
                      <a:schemeClr val="tx1"/>
                    </a:solidFill>
                    <a:latin typeface="Cambria Math" panose="02040503050406030204" pitchFamily="18" charset="0"/>
                    <a:ea typeface="+mn-ea"/>
                    <a:cs typeface="+mn-cs"/>
                  </a:rPr>
                  <a:t>" )</a:t>
                </a:r>
                <a:r>
                  <a:rPr lang="en-US" b="1" dirty="0"/>
                  <a:t> </a:t>
                </a:r>
                <a:r>
                  <a:rPr lang="en-US" dirty="0"/>
                  <a:t>is simply Bayes’ rule written </a:t>
                </a:r>
                <a:r>
                  <a:rPr lang="en-US" b="1" dirty="0"/>
                  <a:t>without the normalization constant</a:t>
                </a:r>
                <a:r>
                  <a:rPr lang="en-US" dirty="0"/>
                  <a:t>, emphasizing that</a:t>
                </a:r>
              </a:p>
              <a:p>
                <a:r>
                  <a:rPr lang="en-US" b="0" i="0">
                    <a:latin typeface="Cambria Math" panose="02040503050406030204" pitchFamily="18" charset="0"/>
                  </a:rPr>
                  <a:t>"posterior</a:t>
                </a:r>
                <a:r>
                  <a:rPr lang="en-US" sz="1200" b="0" i="0" kern="1200">
                    <a:solidFill>
                      <a:schemeClr val="tx1"/>
                    </a:solidFill>
                    <a:ea typeface="+mn-ea"/>
                    <a:cs typeface="+mn-cs"/>
                  </a:rPr>
                  <a:t>"</a:t>
                </a:r>
                <a:r>
                  <a:rPr lang="en-US" sz="1200" b="0" i="0" kern="1200">
                    <a:solidFill>
                      <a:schemeClr val="tx1"/>
                    </a:solidFill>
                    <a:latin typeface="David" panose="020E0502060401010101" pitchFamily="34" charset="-79"/>
                    <a:ea typeface="+mn-ea"/>
                    <a:cs typeface="+mn-cs"/>
                  </a:rPr>
                  <a:t>∝</a:t>
                </a:r>
                <a:r>
                  <a:rPr lang="en-US" sz="1200" b="0" i="0" kern="1200">
                    <a:solidFill>
                      <a:schemeClr val="tx1"/>
                    </a:solidFill>
                    <a:latin typeface="Cambria Math" panose="02040503050406030204" pitchFamily="18" charset="0"/>
                    <a:ea typeface="+mn-ea"/>
                    <a:cs typeface="+mn-cs"/>
                  </a:rPr>
                  <a:t>"likelihood</a:t>
                </a:r>
                <a:r>
                  <a:rPr lang="en-US" sz="1200" b="0" i="0" kern="1200">
                    <a:solidFill>
                      <a:schemeClr val="tx1"/>
                    </a:solidFill>
                    <a:latin typeface="David" panose="020E0502060401010101" pitchFamily="34" charset="-79"/>
                    <a:ea typeface="+mn-ea"/>
                    <a:cs typeface="+mn-cs"/>
                  </a:rPr>
                  <a:t>"×</a:t>
                </a:r>
                <a:r>
                  <a:rPr lang="en-US" sz="1200" b="0" i="0" kern="1200">
                    <a:solidFill>
                      <a:schemeClr val="tx1"/>
                    </a:solidFill>
                    <a:latin typeface="Cambria Math" panose="02040503050406030204" pitchFamily="18" charset="0"/>
                    <a:ea typeface="+mn-ea"/>
                    <a:cs typeface="+mn-cs"/>
                  </a:rPr>
                  <a:t>"prior</a:t>
                </a:r>
                <a:r>
                  <a:rPr lang="en-US" sz="1200" b="0" i="0" kern="1200">
                    <a:solidFill>
                      <a:schemeClr val="tx1"/>
                    </a:solidFill>
                    <a:latin typeface="David" panose="020E0502060401010101" pitchFamily="34" charset="-79"/>
                    <a:ea typeface="+mn-ea"/>
                    <a:cs typeface="+mn-cs"/>
                  </a:rPr>
                  <a:t>".</a:t>
                </a:r>
                <a:endParaRPr lang="en-US" b="0" dirty="0"/>
              </a:p>
              <a:p>
                <a:pPr algn="l"/>
                <a:endParaRPr lang="LID4096" dirty="0"/>
              </a:p>
            </p:txBody>
          </p:sp>
        </mc:Fallback>
      </mc:AlternateContent>
      <p:sp>
        <p:nvSpPr>
          <p:cNvPr id="4" name="Slide Number Placeholder 3">
            <a:extLst>
              <a:ext uri="{FF2B5EF4-FFF2-40B4-BE49-F238E27FC236}">
                <a16:creationId xmlns:a16="http://schemas.microsoft.com/office/drawing/2014/main" id="{B14E66CE-DE29-C3E7-B7CC-8990CC27EFE2}"/>
              </a:ext>
            </a:extLst>
          </p:cNvPr>
          <p:cNvSpPr>
            <a:spLocks noGrp="1"/>
          </p:cNvSpPr>
          <p:nvPr>
            <p:ph type="sldNum" sz="quarter" idx="5"/>
          </p:nvPr>
        </p:nvSpPr>
        <p:spPr/>
        <p:txBody>
          <a:bodyPr/>
          <a:lstStyle/>
          <a:p>
            <a:fld id="{FA96E01F-8DBD-4634-ACB5-33D503B64F6E}" type="slidenum">
              <a:rPr lang="LID4096" smtClean="0"/>
              <a:t>63</a:t>
            </a:fld>
            <a:endParaRPr lang="LID4096"/>
          </a:p>
        </p:txBody>
      </p:sp>
    </p:spTree>
    <p:extLst>
      <p:ext uri="{BB962C8B-B14F-4D97-AF65-F5344CB8AC3E}">
        <p14:creationId xmlns:p14="http://schemas.microsoft.com/office/powerpoint/2010/main" val="2151932070"/>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BB480F-29A0-DDCC-5A78-FF89702740C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A3B715-FC04-CEAD-8655-6E00C790EEF3}"/>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0C9435B0-6030-42CB-74CB-6E7B065408F6}"/>
                  </a:ext>
                </a:extLst>
              </p:cNvPr>
              <p:cNvSpPr>
                <a:spLocks noGrp="1"/>
              </p:cNvSpPr>
              <p:nvPr>
                <p:ph type="body" idx="1"/>
              </p:nvPr>
            </p:nvSpPr>
            <p:spPr/>
            <p:txBody>
              <a:bodyPr/>
              <a:lstStyle/>
              <a:p>
                <a:r>
                  <a:rPr lang="en-US" b="1" dirty="0"/>
                  <a:t>Likelihood</a:t>
                </a:r>
                <a:r>
                  <a:rPr lang="en-US" dirty="0"/>
                  <a:t> </a:t>
                </a:r>
                <a14:m>
                  <m:oMath xmlns:m="http://schemas.openxmlformats.org/officeDocument/2006/math">
                    <m:r>
                      <a:rPr lang="en-US" i="1">
                        <a:latin typeface="Cambria Math" panose="02040503050406030204" pitchFamily="18" charset="0"/>
                      </a:rPr>
                      <m:t>𝑃</m:t>
                    </m:r>
                    <m:d>
                      <m:dPr>
                        <m:ctrlPr>
                          <a:rPr lang="ar-AE" i="1">
                            <a:latin typeface="Cambria Math" panose="02040503050406030204" pitchFamily="18" charset="0"/>
                          </a:rPr>
                        </m:ctrlPr>
                      </m:dPr>
                      <m:e>
                        <m:r>
                          <m:rPr>
                            <m:nor/>
                          </m:rPr>
                          <a:rPr lang="en-US" i="1"/>
                          <m:t>data</m:t>
                        </m:r>
                        <m:r>
                          <a:rPr lang="en-US">
                            <a:latin typeface="Cambria Math" panose="02040503050406030204" pitchFamily="18" charset="0"/>
                          </a:rPr>
                          <m:t>∣</m:t>
                        </m:r>
                        <m:r>
                          <m:rPr>
                            <m:nor/>
                          </m:rPr>
                          <a:rPr lang="en-US" i="1"/>
                          <m:t>model</m:t>
                        </m:r>
                      </m:e>
                    </m:d>
                  </m:oMath>
                </a14:m>
                <a:r>
                  <a:rPr lang="ar-AE" dirty="0"/>
                  <a:t>: </a:t>
                </a:r>
                <a:r>
                  <a:rPr lang="en-US" dirty="0"/>
                  <a:t>how well the model explains the data </a:t>
                </a:r>
              </a:p>
              <a:p>
                <a:r>
                  <a:rPr lang="en-US" b="1" dirty="0"/>
                  <a:t>Prior</a:t>
                </a:r>
                <a:r>
                  <a:rPr lang="en-US" dirty="0"/>
                  <a:t> </a:t>
                </a:r>
                <a14:m>
                  <m:oMath xmlns:m="http://schemas.openxmlformats.org/officeDocument/2006/math">
                    <m:r>
                      <a:rPr lang="en-US" i="1">
                        <a:latin typeface="Cambria Math" panose="02040503050406030204" pitchFamily="18" charset="0"/>
                      </a:rPr>
                      <m:t>𝑃</m:t>
                    </m:r>
                    <m:d>
                      <m:dPr>
                        <m:ctrlPr>
                          <a:rPr lang="ar-AE" i="1">
                            <a:latin typeface="Cambria Math" panose="02040503050406030204" pitchFamily="18" charset="0"/>
                          </a:rPr>
                        </m:ctrlPr>
                      </m:dPr>
                      <m:e>
                        <m:r>
                          <m:rPr>
                            <m:nor/>
                          </m:rPr>
                          <a:rPr lang="en-US" i="1"/>
                          <m:t>model</m:t>
                        </m:r>
                      </m:e>
                    </m:d>
                  </m:oMath>
                </a14:m>
                <a:r>
                  <a:rPr lang="ar-AE" dirty="0"/>
                  <a:t>: </a:t>
                </a:r>
                <a:r>
                  <a:rPr lang="en-US" dirty="0"/>
                  <a:t>belief about the model before seeing the data </a:t>
                </a:r>
              </a:p>
              <a:p>
                <a:r>
                  <a:rPr lang="en-US" b="1" dirty="0"/>
                  <a:t>Posterior</a:t>
                </a:r>
                <a:r>
                  <a:rPr lang="en-US" dirty="0"/>
                  <a:t> </a:t>
                </a:r>
                <a14:m>
                  <m:oMath xmlns:m="http://schemas.openxmlformats.org/officeDocument/2006/math">
                    <m:r>
                      <a:rPr lang="en-US" i="1">
                        <a:latin typeface="Cambria Math" panose="02040503050406030204" pitchFamily="18" charset="0"/>
                      </a:rPr>
                      <m:t>𝑃</m:t>
                    </m:r>
                    <m:d>
                      <m:dPr>
                        <m:ctrlPr>
                          <a:rPr lang="ar-AE" i="1">
                            <a:latin typeface="Cambria Math" panose="02040503050406030204" pitchFamily="18" charset="0"/>
                          </a:rPr>
                        </m:ctrlPr>
                      </m:dPr>
                      <m:e>
                        <m:r>
                          <m:rPr>
                            <m:nor/>
                          </m:rPr>
                          <a:rPr lang="en-US" i="1"/>
                          <m:t>model</m:t>
                        </m:r>
                        <m:r>
                          <a:rPr lang="en-US">
                            <a:latin typeface="Cambria Math" panose="02040503050406030204" pitchFamily="18" charset="0"/>
                          </a:rPr>
                          <m:t>∣</m:t>
                        </m:r>
                        <m:r>
                          <m:rPr>
                            <m:nor/>
                          </m:rPr>
                          <a:rPr lang="en-US" i="1"/>
                          <m:t>data</m:t>
                        </m:r>
                      </m:e>
                    </m:d>
                  </m:oMath>
                </a14:m>
                <a:r>
                  <a:rPr lang="ar-AE" dirty="0"/>
                  <a:t>: </a:t>
                </a:r>
                <a:r>
                  <a:rPr lang="en-US" dirty="0"/>
                  <a:t>updated belief after observing the data </a:t>
                </a:r>
              </a:p>
              <a:p>
                <a14:m>
                  <m:oMath xmlns:m="http://schemas.openxmlformats.org/officeDocument/2006/math">
                    <m:r>
                      <a:rPr lang="en-US" b="1" i="1">
                        <a:latin typeface="Cambria Math" panose="02040503050406030204" pitchFamily="18" charset="0"/>
                      </a:rPr>
                      <m:t>𝑷</m:t>
                    </m:r>
                    <m:d>
                      <m:dPr>
                        <m:ctrlPr>
                          <a:rPr lang="ar-AE" b="1" i="1">
                            <a:latin typeface="Cambria Math" panose="02040503050406030204" pitchFamily="18" charset="0"/>
                          </a:rPr>
                        </m:ctrlPr>
                      </m:dPr>
                      <m:e>
                        <m:r>
                          <m:rPr>
                            <m:nor/>
                          </m:rPr>
                          <a:rPr lang="en-US" b="1" i="1"/>
                          <m:t>model</m:t>
                        </m:r>
                        <m:r>
                          <a:rPr lang="en-US" b="1">
                            <a:latin typeface="Cambria Math" panose="02040503050406030204" pitchFamily="18" charset="0"/>
                          </a:rPr>
                          <m:t>∣</m:t>
                        </m:r>
                        <m:r>
                          <m:rPr>
                            <m:nor/>
                          </m:rPr>
                          <a:rPr lang="en-US" b="1" i="1"/>
                          <m:t>data</m:t>
                        </m:r>
                      </m:e>
                    </m:d>
                    <m:r>
                      <a:rPr lang="ar-AE" b="1">
                        <a:latin typeface="Cambria Math" panose="02040503050406030204" pitchFamily="18" charset="0"/>
                      </a:rPr>
                      <m:t>∝</m:t>
                    </m:r>
                    <m:r>
                      <a:rPr lang="ar-AE" b="1" i="1">
                        <a:latin typeface="Cambria Math" panose="02040503050406030204" pitchFamily="18" charset="0"/>
                      </a:rPr>
                      <m:t>𝑷</m:t>
                    </m:r>
                    <m:d>
                      <m:dPr>
                        <m:ctrlPr>
                          <a:rPr lang="ar-AE" b="1" i="1">
                            <a:latin typeface="Cambria Math" panose="02040503050406030204" pitchFamily="18" charset="0"/>
                          </a:rPr>
                        </m:ctrlPr>
                      </m:dPr>
                      <m:e>
                        <m:r>
                          <m:rPr>
                            <m:nor/>
                          </m:rPr>
                          <a:rPr lang="en-US" b="1" i="1"/>
                          <m:t>data</m:t>
                        </m:r>
                        <m:r>
                          <a:rPr lang="en-US" b="1">
                            <a:latin typeface="Cambria Math" panose="02040503050406030204" pitchFamily="18" charset="0"/>
                          </a:rPr>
                          <m:t>∣</m:t>
                        </m:r>
                        <m:r>
                          <m:rPr>
                            <m:nor/>
                          </m:rPr>
                          <a:rPr lang="en-US" b="1" i="1"/>
                          <m:t>model</m:t>
                        </m:r>
                      </m:e>
                    </m:d>
                    <m:r>
                      <a:rPr lang="ar-AE" b="1" i="1">
                        <a:latin typeface="Cambria Math" panose="02040503050406030204" pitchFamily="18" charset="0"/>
                      </a:rPr>
                      <m:t>𝑷</m:t>
                    </m:r>
                    <m:d>
                      <m:dPr>
                        <m:ctrlPr>
                          <a:rPr lang="ar-AE" b="1" i="1">
                            <a:latin typeface="Cambria Math" panose="02040503050406030204" pitchFamily="18" charset="0"/>
                          </a:rPr>
                        </m:ctrlPr>
                      </m:dPr>
                      <m:e>
                        <m:r>
                          <m:rPr>
                            <m:nor/>
                          </m:rPr>
                          <a:rPr lang="en-US" b="1" i="1"/>
                          <m:t>model</m:t>
                        </m:r>
                      </m:e>
                    </m:d>
                  </m:oMath>
                </a14:m>
                <a:r>
                  <a:rPr lang="en-US" b="1" dirty="0"/>
                  <a:t> </a:t>
                </a:r>
                <a:r>
                  <a:rPr lang="en-US" dirty="0"/>
                  <a:t>is simply Bayes’ rule written </a:t>
                </a:r>
                <a:r>
                  <a:rPr lang="en-US" b="1" dirty="0"/>
                  <a:t>without the normalization constant</a:t>
                </a:r>
                <a:r>
                  <a:rPr lang="en-US" dirty="0"/>
                  <a:t>, emphasizing that</a:t>
                </a:r>
              </a:p>
              <a:p>
                <a:pPr/>
                <a14:m>
                  <m:oMathPara xmlns:m="http://schemas.openxmlformats.org/officeDocument/2006/math">
                    <m:oMathParaPr>
                      <m:jc m:val="centerGroup"/>
                    </m:oMathParaPr>
                    <m:oMath xmlns:m="http://schemas.openxmlformats.org/officeDocument/2006/math">
                      <m:r>
                        <m:rPr>
                          <m:nor/>
                        </m:rPr>
                        <a:rPr lang="en-US"/>
                        <m:t>posterior</m:t>
                      </m:r>
                      <m:r>
                        <a:rPr lang="en-US">
                          <a:latin typeface="Cambria Math" panose="02040503050406030204" pitchFamily="18" charset="0"/>
                        </a:rPr>
                        <m:t>∝</m:t>
                      </m:r>
                      <m:r>
                        <m:rPr>
                          <m:nor/>
                        </m:rPr>
                        <a:rPr lang="en-US" i="1"/>
                        <m:t>likelihood</m:t>
                      </m:r>
                      <m:r>
                        <a:rPr lang="en-US">
                          <a:latin typeface="Cambria Math" panose="02040503050406030204" pitchFamily="18" charset="0"/>
                        </a:rPr>
                        <m:t>×</m:t>
                      </m:r>
                      <m:r>
                        <m:rPr>
                          <m:nor/>
                        </m:rPr>
                        <a:rPr lang="en-US" i="1"/>
                        <m:t>prior</m:t>
                      </m:r>
                      <m:r>
                        <a:rPr lang="en-US">
                          <a:latin typeface="Cambria Math" panose="02040503050406030204" pitchFamily="18" charset="0"/>
                        </a:rPr>
                        <m:t>.</m:t>
                      </m:r>
                    </m:oMath>
                  </m:oMathPara>
                </a14:m>
                <a:endParaRPr lang="LID4096" dirty="0"/>
              </a:p>
            </p:txBody>
          </p:sp>
        </mc:Choice>
        <mc:Fallback xmlns="">
          <p:sp>
            <p:nvSpPr>
              <p:cNvPr id="3" name="Notes Placeholder 2">
                <a:extLst>
                  <a:ext uri="{FF2B5EF4-FFF2-40B4-BE49-F238E27FC236}">
                    <a16:creationId xmlns:a16="http://schemas.microsoft.com/office/drawing/2014/main" id="{0C9435B0-6030-42CB-74CB-6E7B065408F6}"/>
                  </a:ext>
                </a:extLst>
              </p:cNvPr>
              <p:cNvSpPr>
                <a:spLocks noGrp="1"/>
              </p:cNvSpPr>
              <p:nvPr>
                <p:ph type="body" idx="1"/>
              </p:nvPr>
            </p:nvSpPr>
            <p:spPr/>
            <p:txBody>
              <a:bodyPr/>
              <a:lstStyle/>
              <a:p>
                <a:r>
                  <a:rPr lang="en-US" b="1" dirty="0"/>
                  <a:t>Likelihood</a:t>
                </a:r>
                <a:r>
                  <a:rPr lang="en-US" dirty="0"/>
                  <a:t> </a:t>
                </a:r>
                <a:r>
                  <a:rPr lang="en-US" i="0">
                    <a:latin typeface="Cambria Math" panose="02040503050406030204" pitchFamily="18" charset="0"/>
                  </a:rPr>
                  <a:t>𝑃</a:t>
                </a:r>
                <a:r>
                  <a:rPr lang="ar-AE" i="0">
                    <a:latin typeface="Cambria Math" panose="02040503050406030204" pitchFamily="18" charset="0"/>
                  </a:rPr>
                  <a:t>(</a:t>
                </a:r>
                <a:r>
                  <a:rPr lang="en-US" i="0">
                    <a:latin typeface="Cambria Math" panose="02040503050406030204" pitchFamily="18" charset="0"/>
                  </a:rPr>
                  <a:t>"</a:t>
                </a:r>
                <a:r>
                  <a:rPr lang="en-US" i="0"/>
                  <a:t>data</a:t>
                </a:r>
                <a:r>
                  <a:rPr lang="en-US" i="0">
                    <a:latin typeface="Cambria Math" panose="02040503050406030204" pitchFamily="18" charset="0"/>
                  </a:rPr>
                  <a:t>" ∣"</a:t>
                </a:r>
                <a:r>
                  <a:rPr lang="en-US" i="0"/>
                  <a:t>model</a:t>
                </a:r>
                <a:r>
                  <a:rPr lang="en-US" i="0">
                    <a:latin typeface="Cambria Math" panose="02040503050406030204" pitchFamily="18" charset="0"/>
                  </a:rPr>
                  <a:t>" )</a:t>
                </a:r>
                <a:r>
                  <a:rPr lang="ar-AE" dirty="0"/>
                  <a:t>: </a:t>
                </a:r>
                <a:r>
                  <a:rPr lang="en-US" dirty="0"/>
                  <a:t>how well the model explains the data </a:t>
                </a:r>
              </a:p>
              <a:p>
                <a:r>
                  <a:rPr lang="en-US" b="1" dirty="0"/>
                  <a:t>Prior</a:t>
                </a:r>
                <a:r>
                  <a:rPr lang="en-US" dirty="0"/>
                  <a:t> </a:t>
                </a:r>
                <a:r>
                  <a:rPr lang="en-US" i="0">
                    <a:latin typeface="Cambria Math" panose="02040503050406030204" pitchFamily="18" charset="0"/>
                  </a:rPr>
                  <a:t>𝑃</a:t>
                </a:r>
                <a:r>
                  <a:rPr lang="ar-AE" i="0">
                    <a:latin typeface="Cambria Math" panose="02040503050406030204" pitchFamily="18" charset="0"/>
                  </a:rPr>
                  <a:t>(</a:t>
                </a:r>
                <a:r>
                  <a:rPr lang="en-US" i="0">
                    <a:latin typeface="Cambria Math" panose="02040503050406030204" pitchFamily="18" charset="0"/>
                  </a:rPr>
                  <a:t>"</a:t>
                </a:r>
                <a:r>
                  <a:rPr lang="en-US" i="0"/>
                  <a:t>model</a:t>
                </a:r>
                <a:r>
                  <a:rPr lang="en-US" i="0">
                    <a:latin typeface="Cambria Math" panose="02040503050406030204" pitchFamily="18" charset="0"/>
                  </a:rPr>
                  <a:t>" )</a:t>
                </a:r>
                <a:r>
                  <a:rPr lang="ar-AE" dirty="0"/>
                  <a:t>: </a:t>
                </a:r>
                <a:r>
                  <a:rPr lang="en-US" dirty="0"/>
                  <a:t>belief about the model before seeing the data </a:t>
                </a:r>
              </a:p>
              <a:p>
                <a:r>
                  <a:rPr lang="en-US" b="1" dirty="0"/>
                  <a:t>Posterior</a:t>
                </a:r>
                <a:r>
                  <a:rPr lang="en-US" dirty="0"/>
                  <a:t> </a:t>
                </a:r>
                <a:r>
                  <a:rPr lang="en-US" i="0">
                    <a:latin typeface="Cambria Math" panose="02040503050406030204" pitchFamily="18" charset="0"/>
                  </a:rPr>
                  <a:t>𝑃</a:t>
                </a:r>
                <a:r>
                  <a:rPr lang="ar-AE" i="0">
                    <a:latin typeface="Cambria Math" panose="02040503050406030204" pitchFamily="18" charset="0"/>
                  </a:rPr>
                  <a:t>(</a:t>
                </a:r>
                <a:r>
                  <a:rPr lang="en-US" i="0">
                    <a:latin typeface="Cambria Math" panose="02040503050406030204" pitchFamily="18" charset="0"/>
                  </a:rPr>
                  <a:t>"</a:t>
                </a:r>
                <a:r>
                  <a:rPr lang="en-US" i="0"/>
                  <a:t>model</a:t>
                </a:r>
                <a:r>
                  <a:rPr lang="en-US" i="0">
                    <a:latin typeface="Cambria Math" panose="02040503050406030204" pitchFamily="18" charset="0"/>
                  </a:rPr>
                  <a:t>" ∣"</a:t>
                </a:r>
                <a:r>
                  <a:rPr lang="en-US" i="0"/>
                  <a:t>data</a:t>
                </a:r>
                <a:r>
                  <a:rPr lang="en-US" i="0">
                    <a:latin typeface="Cambria Math" panose="02040503050406030204" pitchFamily="18" charset="0"/>
                  </a:rPr>
                  <a:t>" )</a:t>
                </a:r>
                <a:r>
                  <a:rPr lang="ar-AE" dirty="0"/>
                  <a:t>: </a:t>
                </a:r>
                <a:r>
                  <a:rPr lang="en-US" dirty="0"/>
                  <a:t>updated belief after observing the data </a:t>
                </a:r>
              </a:p>
              <a:p>
                <a:r>
                  <a:rPr lang="en-US" b="1" i="0">
                    <a:latin typeface="Cambria Math" panose="02040503050406030204" pitchFamily="18" charset="0"/>
                  </a:rPr>
                  <a:t>𝑷</a:t>
                </a:r>
                <a:r>
                  <a:rPr lang="ar-AE" b="1" i="0">
                    <a:latin typeface="Cambria Math" panose="02040503050406030204" pitchFamily="18" charset="0"/>
                  </a:rPr>
                  <a:t>(</a:t>
                </a:r>
                <a:r>
                  <a:rPr lang="en-US" b="1" i="0">
                    <a:latin typeface="Cambria Math" panose="02040503050406030204" pitchFamily="18" charset="0"/>
                  </a:rPr>
                  <a:t>"</a:t>
                </a:r>
                <a:r>
                  <a:rPr lang="en-US" b="1" i="0"/>
                  <a:t>model</a:t>
                </a:r>
                <a:r>
                  <a:rPr lang="en-US" b="1" i="0">
                    <a:latin typeface="Cambria Math" panose="02040503050406030204" pitchFamily="18" charset="0"/>
                  </a:rPr>
                  <a:t>" ∣"</a:t>
                </a:r>
                <a:r>
                  <a:rPr lang="en-US" b="1" i="0"/>
                  <a:t>data</a:t>
                </a:r>
                <a:r>
                  <a:rPr lang="en-US" b="1" i="0">
                    <a:latin typeface="Cambria Math" panose="02040503050406030204" pitchFamily="18" charset="0"/>
                  </a:rPr>
                  <a:t>" )</a:t>
                </a:r>
                <a:r>
                  <a:rPr lang="ar-AE" b="1" i="0">
                    <a:latin typeface="Cambria Math" panose="02040503050406030204" pitchFamily="18" charset="0"/>
                  </a:rPr>
                  <a:t>∝𝑷(</a:t>
                </a:r>
                <a:r>
                  <a:rPr lang="en-US" b="1" i="0">
                    <a:latin typeface="Cambria Math" panose="02040503050406030204" pitchFamily="18" charset="0"/>
                  </a:rPr>
                  <a:t>"</a:t>
                </a:r>
                <a:r>
                  <a:rPr lang="en-US" b="1" i="0"/>
                  <a:t>data</a:t>
                </a:r>
                <a:r>
                  <a:rPr lang="en-US" b="1" i="0">
                    <a:latin typeface="Cambria Math" panose="02040503050406030204" pitchFamily="18" charset="0"/>
                  </a:rPr>
                  <a:t>" ∣"</a:t>
                </a:r>
                <a:r>
                  <a:rPr lang="en-US" b="1" i="0"/>
                  <a:t>model</a:t>
                </a:r>
                <a:r>
                  <a:rPr lang="en-US" b="1" i="0">
                    <a:latin typeface="Cambria Math" panose="02040503050406030204" pitchFamily="18" charset="0"/>
                  </a:rPr>
                  <a:t>" )</a:t>
                </a:r>
                <a:r>
                  <a:rPr lang="ar-AE" b="1" i="0">
                    <a:latin typeface="Cambria Math" panose="02040503050406030204" pitchFamily="18" charset="0"/>
                  </a:rPr>
                  <a:t>𝑷(</a:t>
                </a:r>
                <a:r>
                  <a:rPr lang="en-US" b="1" i="0">
                    <a:latin typeface="Cambria Math" panose="02040503050406030204" pitchFamily="18" charset="0"/>
                  </a:rPr>
                  <a:t>"</a:t>
                </a:r>
                <a:r>
                  <a:rPr lang="en-US" b="1" i="0"/>
                  <a:t>model</a:t>
                </a:r>
                <a:r>
                  <a:rPr lang="en-US" b="1" i="0">
                    <a:latin typeface="Cambria Math" panose="02040503050406030204" pitchFamily="18" charset="0"/>
                  </a:rPr>
                  <a:t>" )</a:t>
                </a:r>
                <a:r>
                  <a:rPr lang="en-US" b="1" dirty="0"/>
                  <a:t> </a:t>
                </a:r>
                <a:r>
                  <a:rPr lang="en-US" dirty="0"/>
                  <a:t>is simply Bayes’ rule written </a:t>
                </a:r>
                <a:r>
                  <a:rPr lang="en-US" b="1" dirty="0"/>
                  <a:t>without the normalization constant</a:t>
                </a:r>
                <a:r>
                  <a:rPr lang="en-US" dirty="0"/>
                  <a:t>, emphasizing that</a:t>
                </a:r>
              </a:p>
              <a:p>
                <a:r>
                  <a:rPr lang="en-US" i="0">
                    <a:latin typeface="Cambria Math" panose="02040503050406030204" pitchFamily="18" charset="0"/>
                  </a:rPr>
                  <a:t>"posterior"∝"likelihood"×"prior".</a:t>
                </a:r>
                <a:endParaRPr lang="LID4096" dirty="0"/>
              </a:p>
            </p:txBody>
          </p:sp>
        </mc:Fallback>
      </mc:AlternateContent>
      <p:sp>
        <p:nvSpPr>
          <p:cNvPr id="4" name="Slide Number Placeholder 3">
            <a:extLst>
              <a:ext uri="{FF2B5EF4-FFF2-40B4-BE49-F238E27FC236}">
                <a16:creationId xmlns:a16="http://schemas.microsoft.com/office/drawing/2014/main" id="{6E7F4AA5-A22C-1E24-D697-557FED6E0790}"/>
              </a:ext>
            </a:extLst>
          </p:cNvPr>
          <p:cNvSpPr>
            <a:spLocks noGrp="1"/>
          </p:cNvSpPr>
          <p:nvPr>
            <p:ph type="sldNum" sz="quarter" idx="5"/>
          </p:nvPr>
        </p:nvSpPr>
        <p:spPr/>
        <p:txBody>
          <a:bodyPr/>
          <a:lstStyle/>
          <a:p>
            <a:fld id="{FA96E01F-8DBD-4634-ACB5-33D503B64F6E}" type="slidenum">
              <a:rPr lang="LID4096" smtClean="0"/>
              <a:t>64</a:t>
            </a:fld>
            <a:endParaRPr lang="LID4096"/>
          </a:p>
        </p:txBody>
      </p:sp>
    </p:spTree>
    <p:extLst>
      <p:ext uri="{BB962C8B-B14F-4D97-AF65-F5344CB8AC3E}">
        <p14:creationId xmlns:p14="http://schemas.microsoft.com/office/powerpoint/2010/main" val="160498132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65EA5D-9082-8B50-C2CB-8C194BFD4B6B}"/>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LID4096"/>
          </a:p>
        </p:txBody>
      </p:sp>
      <p:sp>
        <p:nvSpPr>
          <p:cNvPr id="3" name="Subtitle 2">
            <a:extLst>
              <a:ext uri="{FF2B5EF4-FFF2-40B4-BE49-F238E27FC236}">
                <a16:creationId xmlns:a16="http://schemas.microsoft.com/office/drawing/2014/main" id="{8CC9C88C-53ED-A99C-164C-B66D55AA7BB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LID4096"/>
          </a:p>
        </p:txBody>
      </p:sp>
      <p:sp>
        <p:nvSpPr>
          <p:cNvPr id="4" name="Date Placeholder 3">
            <a:extLst>
              <a:ext uri="{FF2B5EF4-FFF2-40B4-BE49-F238E27FC236}">
                <a16:creationId xmlns:a16="http://schemas.microsoft.com/office/drawing/2014/main" id="{3A26CD88-4E86-62E8-F9AD-DFC272931303}"/>
              </a:ext>
            </a:extLst>
          </p:cNvPr>
          <p:cNvSpPr>
            <a:spLocks noGrp="1"/>
          </p:cNvSpPr>
          <p:nvPr>
            <p:ph type="dt" sz="half" idx="10"/>
          </p:nvPr>
        </p:nvSpPr>
        <p:spPr/>
        <p:txBody>
          <a:bodyPr/>
          <a:lstStyle/>
          <a:p>
            <a:fld id="{9CB5AC4C-53E4-4355-9BB0-EDA42A62AC3D}" type="datetime1">
              <a:rPr lang="LID4096" smtClean="0"/>
              <a:t>04/14/2026</a:t>
            </a:fld>
            <a:endParaRPr lang="LID4096"/>
          </a:p>
        </p:txBody>
      </p:sp>
      <p:sp>
        <p:nvSpPr>
          <p:cNvPr id="5" name="Footer Placeholder 4">
            <a:extLst>
              <a:ext uri="{FF2B5EF4-FFF2-40B4-BE49-F238E27FC236}">
                <a16:creationId xmlns:a16="http://schemas.microsoft.com/office/drawing/2014/main" id="{0F0ADA09-9293-FE46-C0B0-CBD283A83A27}"/>
              </a:ext>
            </a:extLst>
          </p:cNvPr>
          <p:cNvSpPr>
            <a:spLocks noGrp="1"/>
          </p:cNvSpPr>
          <p:nvPr>
            <p:ph type="ftr" sz="quarter" idx="11"/>
          </p:nvPr>
        </p:nvSpPr>
        <p:spPr/>
        <p:txBody>
          <a:bodyPr/>
          <a:lstStyle/>
          <a:p>
            <a:endParaRPr lang="LID4096"/>
          </a:p>
        </p:txBody>
      </p:sp>
      <p:sp>
        <p:nvSpPr>
          <p:cNvPr id="6" name="Slide Number Placeholder 5">
            <a:extLst>
              <a:ext uri="{FF2B5EF4-FFF2-40B4-BE49-F238E27FC236}">
                <a16:creationId xmlns:a16="http://schemas.microsoft.com/office/drawing/2014/main" id="{5F793D30-9C24-C87C-DFA4-563456129608}"/>
              </a:ext>
            </a:extLst>
          </p:cNvPr>
          <p:cNvSpPr>
            <a:spLocks noGrp="1"/>
          </p:cNvSpPr>
          <p:nvPr>
            <p:ph type="sldNum" sz="quarter" idx="12"/>
          </p:nvPr>
        </p:nvSpPr>
        <p:spPr/>
        <p:txBody>
          <a:bodyPr/>
          <a:lstStyle/>
          <a:p>
            <a:fld id="{B6796F57-8306-40D4-9229-37A3D19F0B5F}" type="slidenum">
              <a:rPr lang="LID4096" smtClean="0"/>
              <a:t>‹#›</a:t>
            </a:fld>
            <a:endParaRPr lang="LID4096"/>
          </a:p>
        </p:txBody>
      </p:sp>
    </p:spTree>
    <p:extLst>
      <p:ext uri="{BB962C8B-B14F-4D97-AF65-F5344CB8AC3E}">
        <p14:creationId xmlns:p14="http://schemas.microsoft.com/office/powerpoint/2010/main" val="4086470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10CFB-94FB-899A-6F7D-9A3C4A8A8B43}"/>
              </a:ext>
            </a:extLst>
          </p:cNvPr>
          <p:cNvSpPr>
            <a:spLocks noGrp="1"/>
          </p:cNvSpPr>
          <p:nvPr>
            <p:ph type="title"/>
          </p:nvPr>
        </p:nvSpPr>
        <p:spPr/>
        <p:txBody>
          <a:bodyPr/>
          <a:lstStyle/>
          <a:p>
            <a:r>
              <a:rPr lang="en-GB"/>
              <a:t>Click to edit Master title style</a:t>
            </a:r>
            <a:endParaRPr lang="LID4096"/>
          </a:p>
        </p:txBody>
      </p:sp>
      <p:sp>
        <p:nvSpPr>
          <p:cNvPr id="3" name="Content Placeholder 2">
            <a:extLst>
              <a:ext uri="{FF2B5EF4-FFF2-40B4-BE49-F238E27FC236}">
                <a16:creationId xmlns:a16="http://schemas.microsoft.com/office/drawing/2014/main" id="{4E2E0BF3-E866-B2F5-FD7E-348E477E13DF}"/>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LID4096"/>
          </a:p>
        </p:txBody>
      </p:sp>
      <p:sp>
        <p:nvSpPr>
          <p:cNvPr id="4" name="Date Placeholder 3">
            <a:extLst>
              <a:ext uri="{FF2B5EF4-FFF2-40B4-BE49-F238E27FC236}">
                <a16:creationId xmlns:a16="http://schemas.microsoft.com/office/drawing/2014/main" id="{590DACFE-DF7A-E74F-415E-167982C62008}"/>
              </a:ext>
            </a:extLst>
          </p:cNvPr>
          <p:cNvSpPr>
            <a:spLocks noGrp="1"/>
          </p:cNvSpPr>
          <p:nvPr>
            <p:ph type="dt" sz="half" idx="10"/>
          </p:nvPr>
        </p:nvSpPr>
        <p:spPr/>
        <p:txBody>
          <a:bodyPr/>
          <a:lstStyle/>
          <a:p>
            <a:fld id="{84E60143-9AA5-40F5-AA31-9F78A25BE247}" type="datetime1">
              <a:rPr lang="LID4096" smtClean="0"/>
              <a:t>04/14/2026</a:t>
            </a:fld>
            <a:endParaRPr lang="LID4096"/>
          </a:p>
        </p:txBody>
      </p:sp>
      <p:sp>
        <p:nvSpPr>
          <p:cNvPr id="5" name="Footer Placeholder 4">
            <a:extLst>
              <a:ext uri="{FF2B5EF4-FFF2-40B4-BE49-F238E27FC236}">
                <a16:creationId xmlns:a16="http://schemas.microsoft.com/office/drawing/2014/main" id="{89D1DAD7-B6E6-BD5E-1DD8-D78C33883D7A}"/>
              </a:ext>
            </a:extLst>
          </p:cNvPr>
          <p:cNvSpPr>
            <a:spLocks noGrp="1"/>
          </p:cNvSpPr>
          <p:nvPr>
            <p:ph type="ftr" sz="quarter" idx="11"/>
          </p:nvPr>
        </p:nvSpPr>
        <p:spPr/>
        <p:txBody>
          <a:bodyPr/>
          <a:lstStyle/>
          <a:p>
            <a:endParaRPr lang="LID4096"/>
          </a:p>
        </p:txBody>
      </p:sp>
      <p:sp>
        <p:nvSpPr>
          <p:cNvPr id="6" name="Slide Number Placeholder 5">
            <a:extLst>
              <a:ext uri="{FF2B5EF4-FFF2-40B4-BE49-F238E27FC236}">
                <a16:creationId xmlns:a16="http://schemas.microsoft.com/office/drawing/2014/main" id="{E824AA16-39B0-9A68-3C40-9FB0740E7CA4}"/>
              </a:ext>
            </a:extLst>
          </p:cNvPr>
          <p:cNvSpPr>
            <a:spLocks noGrp="1"/>
          </p:cNvSpPr>
          <p:nvPr>
            <p:ph type="sldNum" sz="quarter" idx="12"/>
          </p:nvPr>
        </p:nvSpPr>
        <p:spPr/>
        <p:txBody>
          <a:bodyPr/>
          <a:lstStyle/>
          <a:p>
            <a:fld id="{B6796F57-8306-40D4-9229-37A3D19F0B5F}" type="slidenum">
              <a:rPr lang="LID4096" smtClean="0"/>
              <a:t>‹#›</a:t>
            </a:fld>
            <a:endParaRPr lang="LID4096"/>
          </a:p>
        </p:txBody>
      </p:sp>
    </p:spTree>
    <p:extLst>
      <p:ext uri="{BB962C8B-B14F-4D97-AF65-F5344CB8AC3E}">
        <p14:creationId xmlns:p14="http://schemas.microsoft.com/office/powerpoint/2010/main" val="7275273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5AF091-154E-BD2F-E6AF-24575C5C101E}"/>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LID4096"/>
          </a:p>
        </p:txBody>
      </p:sp>
      <p:sp>
        <p:nvSpPr>
          <p:cNvPr id="3" name="Text Placeholder 2">
            <a:extLst>
              <a:ext uri="{FF2B5EF4-FFF2-40B4-BE49-F238E27FC236}">
                <a16:creationId xmlns:a16="http://schemas.microsoft.com/office/drawing/2014/main" id="{1D30A529-131C-E126-2116-183280C605E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8387E6FB-66D8-D724-6038-8731456D283F}"/>
              </a:ext>
            </a:extLst>
          </p:cNvPr>
          <p:cNvSpPr>
            <a:spLocks noGrp="1"/>
          </p:cNvSpPr>
          <p:nvPr>
            <p:ph type="dt" sz="half" idx="10"/>
          </p:nvPr>
        </p:nvSpPr>
        <p:spPr/>
        <p:txBody>
          <a:bodyPr/>
          <a:lstStyle/>
          <a:p>
            <a:fld id="{AFF98E30-0A28-4657-A6FE-604506BBC7CF}" type="datetime1">
              <a:rPr lang="LID4096" smtClean="0"/>
              <a:t>04/14/2026</a:t>
            </a:fld>
            <a:endParaRPr lang="LID4096"/>
          </a:p>
        </p:txBody>
      </p:sp>
      <p:sp>
        <p:nvSpPr>
          <p:cNvPr id="5" name="Footer Placeholder 4">
            <a:extLst>
              <a:ext uri="{FF2B5EF4-FFF2-40B4-BE49-F238E27FC236}">
                <a16:creationId xmlns:a16="http://schemas.microsoft.com/office/drawing/2014/main" id="{97461F62-D767-ECE0-D357-3FC63E0DA87C}"/>
              </a:ext>
            </a:extLst>
          </p:cNvPr>
          <p:cNvSpPr>
            <a:spLocks noGrp="1"/>
          </p:cNvSpPr>
          <p:nvPr>
            <p:ph type="ftr" sz="quarter" idx="11"/>
          </p:nvPr>
        </p:nvSpPr>
        <p:spPr/>
        <p:txBody>
          <a:bodyPr/>
          <a:lstStyle/>
          <a:p>
            <a:endParaRPr lang="LID4096"/>
          </a:p>
        </p:txBody>
      </p:sp>
      <p:sp>
        <p:nvSpPr>
          <p:cNvPr id="6" name="Slide Number Placeholder 5">
            <a:extLst>
              <a:ext uri="{FF2B5EF4-FFF2-40B4-BE49-F238E27FC236}">
                <a16:creationId xmlns:a16="http://schemas.microsoft.com/office/drawing/2014/main" id="{D9E35B5C-E7C6-6119-7A96-6532F1355E90}"/>
              </a:ext>
            </a:extLst>
          </p:cNvPr>
          <p:cNvSpPr>
            <a:spLocks noGrp="1"/>
          </p:cNvSpPr>
          <p:nvPr>
            <p:ph type="sldNum" sz="quarter" idx="12"/>
          </p:nvPr>
        </p:nvSpPr>
        <p:spPr/>
        <p:txBody>
          <a:bodyPr/>
          <a:lstStyle/>
          <a:p>
            <a:fld id="{B6796F57-8306-40D4-9229-37A3D19F0B5F}" type="slidenum">
              <a:rPr lang="LID4096" smtClean="0"/>
              <a:t>‹#›</a:t>
            </a:fld>
            <a:endParaRPr lang="LID4096"/>
          </a:p>
        </p:txBody>
      </p:sp>
    </p:spTree>
    <p:extLst>
      <p:ext uri="{BB962C8B-B14F-4D97-AF65-F5344CB8AC3E}">
        <p14:creationId xmlns:p14="http://schemas.microsoft.com/office/powerpoint/2010/main" val="14439318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7E0956-058F-808E-39B3-AA05081C1DDC}"/>
              </a:ext>
            </a:extLst>
          </p:cNvPr>
          <p:cNvSpPr>
            <a:spLocks noGrp="1"/>
          </p:cNvSpPr>
          <p:nvPr>
            <p:ph type="title"/>
          </p:nvPr>
        </p:nvSpPr>
        <p:spPr/>
        <p:txBody>
          <a:bodyPr/>
          <a:lstStyle/>
          <a:p>
            <a:r>
              <a:rPr lang="en-GB"/>
              <a:t>Click to edit Master title style</a:t>
            </a:r>
            <a:endParaRPr lang="LID4096"/>
          </a:p>
        </p:txBody>
      </p:sp>
      <p:sp>
        <p:nvSpPr>
          <p:cNvPr id="3" name="Content Placeholder 2">
            <a:extLst>
              <a:ext uri="{FF2B5EF4-FFF2-40B4-BE49-F238E27FC236}">
                <a16:creationId xmlns:a16="http://schemas.microsoft.com/office/drawing/2014/main" id="{0F7D539F-FC59-B6A8-994C-189EA266EF75}"/>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LID4096"/>
          </a:p>
        </p:txBody>
      </p:sp>
      <p:sp>
        <p:nvSpPr>
          <p:cNvPr id="4" name="Content Placeholder 3">
            <a:extLst>
              <a:ext uri="{FF2B5EF4-FFF2-40B4-BE49-F238E27FC236}">
                <a16:creationId xmlns:a16="http://schemas.microsoft.com/office/drawing/2014/main" id="{D2EEC07F-1177-2E70-8082-C6B81DCB56C4}"/>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LID4096"/>
          </a:p>
        </p:txBody>
      </p:sp>
      <p:sp>
        <p:nvSpPr>
          <p:cNvPr id="5" name="Date Placeholder 4">
            <a:extLst>
              <a:ext uri="{FF2B5EF4-FFF2-40B4-BE49-F238E27FC236}">
                <a16:creationId xmlns:a16="http://schemas.microsoft.com/office/drawing/2014/main" id="{4B0D3672-7429-CD91-0DF7-0020375CF34A}"/>
              </a:ext>
            </a:extLst>
          </p:cNvPr>
          <p:cNvSpPr>
            <a:spLocks noGrp="1"/>
          </p:cNvSpPr>
          <p:nvPr>
            <p:ph type="dt" sz="half" idx="10"/>
          </p:nvPr>
        </p:nvSpPr>
        <p:spPr/>
        <p:txBody>
          <a:bodyPr/>
          <a:lstStyle/>
          <a:p>
            <a:fld id="{6CF45A31-BC38-408E-900A-880ED8A401B8}" type="datetime1">
              <a:rPr lang="LID4096" smtClean="0"/>
              <a:t>04/14/2026</a:t>
            </a:fld>
            <a:endParaRPr lang="LID4096"/>
          </a:p>
        </p:txBody>
      </p:sp>
      <p:sp>
        <p:nvSpPr>
          <p:cNvPr id="6" name="Footer Placeholder 5">
            <a:extLst>
              <a:ext uri="{FF2B5EF4-FFF2-40B4-BE49-F238E27FC236}">
                <a16:creationId xmlns:a16="http://schemas.microsoft.com/office/drawing/2014/main" id="{1EDC6F78-6047-887B-93E7-6ED4BE9A535F}"/>
              </a:ext>
            </a:extLst>
          </p:cNvPr>
          <p:cNvSpPr>
            <a:spLocks noGrp="1"/>
          </p:cNvSpPr>
          <p:nvPr>
            <p:ph type="ftr" sz="quarter" idx="11"/>
          </p:nvPr>
        </p:nvSpPr>
        <p:spPr/>
        <p:txBody>
          <a:bodyPr/>
          <a:lstStyle/>
          <a:p>
            <a:endParaRPr lang="LID4096"/>
          </a:p>
        </p:txBody>
      </p:sp>
      <p:sp>
        <p:nvSpPr>
          <p:cNvPr id="7" name="Slide Number Placeholder 6">
            <a:extLst>
              <a:ext uri="{FF2B5EF4-FFF2-40B4-BE49-F238E27FC236}">
                <a16:creationId xmlns:a16="http://schemas.microsoft.com/office/drawing/2014/main" id="{00286C30-618F-19F9-5F37-6C51000705F5}"/>
              </a:ext>
            </a:extLst>
          </p:cNvPr>
          <p:cNvSpPr>
            <a:spLocks noGrp="1"/>
          </p:cNvSpPr>
          <p:nvPr>
            <p:ph type="sldNum" sz="quarter" idx="12"/>
          </p:nvPr>
        </p:nvSpPr>
        <p:spPr/>
        <p:txBody>
          <a:bodyPr/>
          <a:lstStyle/>
          <a:p>
            <a:fld id="{B6796F57-8306-40D4-9229-37A3D19F0B5F}" type="slidenum">
              <a:rPr lang="LID4096" smtClean="0"/>
              <a:t>‹#›</a:t>
            </a:fld>
            <a:endParaRPr lang="LID4096"/>
          </a:p>
        </p:txBody>
      </p:sp>
    </p:spTree>
    <p:extLst>
      <p:ext uri="{BB962C8B-B14F-4D97-AF65-F5344CB8AC3E}">
        <p14:creationId xmlns:p14="http://schemas.microsoft.com/office/powerpoint/2010/main" val="30477797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2B4DE0-356D-7E84-2F9A-7595780A9A3A}"/>
              </a:ext>
            </a:extLst>
          </p:cNvPr>
          <p:cNvSpPr>
            <a:spLocks noGrp="1"/>
          </p:cNvSpPr>
          <p:nvPr>
            <p:ph type="title"/>
          </p:nvPr>
        </p:nvSpPr>
        <p:spPr>
          <a:xfrm>
            <a:off x="839788" y="365125"/>
            <a:ext cx="10515600" cy="1325563"/>
          </a:xfrm>
        </p:spPr>
        <p:txBody>
          <a:bodyPr/>
          <a:lstStyle/>
          <a:p>
            <a:r>
              <a:rPr lang="en-GB"/>
              <a:t>Click to edit Master title style</a:t>
            </a:r>
            <a:endParaRPr lang="LID4096"/>
          </a:p>
        </p:txBody>
      </p:sp>
      <p:sp>
        <p:nvSpPr>
          <p:cNvPr id="3" name="Text Placeholder 2">
            <a:extLst>
              <a:ext uri="{FF2B5EF4-FFF2-40B4-BE49-F238E27FC236}">
                <a16:creationId xmlns:a16="http://schemas.microsoft.com/office/drawing/2014/main" id="{3A1A16DA-9440-95C9-5EA8-C18E3A72080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F970D21E-2B31-F453-41BD-10E3D4543C0B}"/>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LID4096"/>
          </a:p>
        </p:txBody>
      </p:sp>
      <p:sp>
        <p:nvSpPr>
          <p:cNvPr id="5" name="Text Placeholder 4">
            <a:extLst>
              <a:ext uri="{FF2B5EF4-FFF2-40B4-BE49-F238E27FC236}">
                <a16:creationId xmlns:a16="http://schemas.microsoft.com/office/drawing/2014/main" id="{AF39BC02-5B4E-D0BC-0398-7D98F72B943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ABF1F848-E9CF-B18E-89BB-FFF72B6A03AC}"/>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LID4096"/>
          </a:p>
        </p:txBody>
      </p:sp>
      <p:sp>
        <p:nvSpPr>
          <p:cNvPr id="7" name="Date Placeholder 6">
            <a:extLst>
              <a:ext uri="{FF2B5EF4-FFF2-40B4-BE49-F238E27FC236}">
                <a16:creationId xmlns:a16="http://schemas.microsoft.com/office/drawing/2014/main" id="{0D9775C7-FF66-2F68-1764-3541D01661DF}"/>
              </a:ext>
            </a:extLst>
          </p:cNvPr>
          <p:cNvSpPr>
            <a:spLocks noGrp="1"/>
          </p:cNvSpPr>
          <p:nvPr>
            <p:ph type="dt" sz="half" idx="10"/>
          </p:nvPr>
        </p:nvSpPr>
        <p:spPr/>
        <p:txBody>
          <a:bodyPr/>
          <a:lstStyle/>
          <a:p>
            <a:fld id="{D0AD09EB-F32D-4765-810C-2F6E17911203}" type="datetime1">
              <a:rPr lang="LID4096" smtClean="0"/>
              <a:t>04/14/2026</a:t>
            </a:fld>
            <a:endParaRPr lang="LID4096"/>
          </a:p>
        </p:txBody>
      </p:sp>
      <p:sp>
        <p:nvSpPr>
          <p:cNvPr id="8" name="Footer Placeholder 7">
            <a:extLst>
              <a:ext uri="{FF2B5EF4-FFF2-40B4-BE49-F238E27FC236}">
                <a16:creationId xmlns:a16="http://schemas.microsoft.com/office/drawing/2014/main" id="{7006387B-F658-E383-3DDD-517362394041}"/>
              </a:ext>
            </a:extLst>
          </p:cNvPr>
          <p:cNvSpPr>
            <a:spLocks noGrp="1"/>
          </p:cNvSpPr>
          <p:nvPr>
            <p:ph type="ftr" sz="quarter" idx="11"/>
          </p:nvPr>
        </p:nvSpPr>
        <p:spPr/>
        <p:txBody>
          <a:bodyPr/>
          <a:lstStyle/>
          <a:p>
            <a:endParaRPr lang="LID4096"/>
          </a:p>
        </p:txBody>
      </p:sp>
      <p:sp>
        <p:nvSpPr>
          <p:cNvPr id="9" name="Slide Number Placeholder 8">
            <a:extLst>
              <a:ext uri="{FF2B5EF4-FFF2-40B4-BE49-F238E27FC236}">
                <a16:creationId xmlns:a16="http://schemas.microsoft.com/office/drawing/2014/main" id="{EA547C07-7FA3-5181-F7D5-350F664B29B3}"/>
              </a:ext>
            </a:extLst>
          </p:cNvPr>
          <p:cNvSpPr>
            <a:spLocks noGrp="1"/>
          </p:cNvSpPr>
          <p:nvPr>
            <p:ph type="sldNum" sz="quarter" idx="12"/>
          </p:nvPr>
        </p:nvSpPr>
        <p:spPr/>
        <p:txBody>
          <a:bodyPr/>
          <a:lstStyle/>
          <a:p>
            <a:fld id="{B6796F57-8306-40D4-9229-37A3D19F0B5F}" type="slidenum">
              <a:rPr lang="LID4096" smtClean="0"/>
              <a:t>‹#›</a:t>
            </a:fld>
            <a:endParaRPr lang="LID4096"/>
          </a:p>
        </p:txBody>
      </p:sp>
    </p:spTree>
    <p:extLst>
      <p:ext uri="{BB962C8B-B14F-4D97-AF65-F5344CB8AC3E}">
        <p14:creationId xmlns:p14="http://schemas.microsoft.com/office/powerpoint/2010/main" val="20316474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43B1F1-2E4A-EC20-A9C4-FCDC8032BCE3}"/>
              </a:ext>
            </a:extLst>
          </p:cNvPr>
          <p:cNvSpPr>
            <a:spLocks noGrp="1"/>
          </p:cNvSpPr>
          <p:nvPr>
            <p:ph type="title"/>
          </p:nvPr>
        </p:nvSpPr>
        <p:spPr/>
        <p:txBody>
          <a:bodyPr/>
          <a:lstStyle/>
          <a:p>
            <a:r>
              <a:rPr lang="en-GB"/>
              <a:t>Click to edit Master title style</a:t>
            </a:r>
            <a:endParaRPr lang="LID4096"/>
          </a:p>
        </p:txBody>
      </p:sp>
      <p:sp>
        <p:nvSpPr>
          <p:cNvPr id="3" name="Date Placeholder 2">
            <a:extLst>
              <a:ext uri="{FF2B5EF4-FFF2-40B4-BE49-F238E27FC236}">
                <a16:creationId xmlns:a16="http://schemas.microsoft.com/office/drawing/2014/main" id="{554B357B-0C70-4B99-CB46-FF5645FF5707}"/>
              </a:ext>
            </a:extLst>
          </p:cNvPr>
          <p:cNvSpPr>
            <a:spLocks noGrp="1"/>
          </p:cNvSpPr>
          <p:nvPr>
            <p:ph type="dt" sz="half" idx="10"/>
          </p:nvPr>
        </p:nvSpPr>
        <p:spPr/>
        <p:txBody>
          <a:bodyPr/>
          <a:lstStyle/>
          <a:p>
            <a:fld id="{7B61FF9B-78D0-4948-BBFB-90DF8CEF7F58}" type="datetime1">
              <a:rPr lang="LID4096" smtClean="0"/>
              <a:t>04/14/2026</a:t>
            </a:fld>
            <a:endParaRPr lang="LID4096"/>
          </a:p>
        </p:txBody>
      </p:sp>
      <p:sp>
        <p:nvSpPr>
          <p:cNvPr id="4" name="Footer Placeholder 3">
            <a:extLst>
              <a:ext uri="{FF2B5EF4-FFF2-40B4-BE49-F238E27FC236}">
                <a16:creationId xmlns:a16="http://schemas.microsoft.com/office/drawing/2014/main" id="{C7ED5F11-06CC-4FF6-9800-04C1B0E2AB28}"/>
              </a:ext>
            </a:extLst>
          </p:cNvPr>
          <p:cNvSpPr>
            <a:spLocks noGrp="1"/>
          </p:cNvSpPr>
          <p:nvPr>
            <p:ph type="ftr" sz="quarter" idx="11"/>
          </p:nvPr>
        </p:nvSpPr>
        <p:spPr/>
        <p:txBody>
          <a:bodyPr/>
          <a:lstStyle/>
          <a:p>
            <a:endParaRPr lang="LID4096"/>
          </a:p>
        </p:txBody>
      </p:sp>
      <p:sp>
        <p:nvSpPr>
          <p:cNvPr id="5" name="Slide Number Placeholder 4">
            <a:extLst>
              <a:ext uri="{FF2B5EF4-FFF2-40B4-BE49-F238E27FC236}">
                <a16:creationId xmlns:a16="http://schemas.microsoft.com/office/drawing/2014/main" id="{394389A5-4ECD-C6CC-4A14-43DC50F22EB7}"/>
              </a:ext>
            </a:extLst>
          </p:cNvPr>
          <p:cNvSpPr>
            <a:spLocks noGrp="1"/>
          </p:cNvSpPr>
          <p:nvPr>
            <p:ph type="sldNum" sz="quarter" idx="12"/>
          </p:nvPr>
        </p:nvSpPr>
        <p:spPr/>
        <p:txBody>
          <a:bodyPr/>
          <a:lstStyle/>
          <a:p>
            <a:fld id="{B6796F57-8306-40D4-9229-37A3D19F0B5F}" type="slidenum">
              <a:rPr lang="LID4096" smtClean="0"/>
              <a:t>‹#›</a:t>
            </a:fld>
            <a:endParaRPr lang="LID4096"/>
          </a:p>
        </p:txBody>
      </p:sp>
    </p:spTree>
    <p:extLst>
      <p:ext uri="{BB962C8B-B14F-4D97-AF65-F5344CB8AC3E}">
        <p14:creationId xmlns:p14="http://schemas.microsoft.com/office/powerpoint/2010/main" val="10996323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A6836A7-1230-5AD4-53EE-6E4296E9424C}"/>
              </a:ext>
            </a:extLst>
          </p:cNvPr>
          <p:cNvSpPr>
            <a:spLocks noGrp="1"/>
          </p:cNvSpPr>
          <p:nvPr>
            <p:ph type="dt" sz="half" idx="10"/>
          </p:nvPr>
        </p:nvSpPr>
        <p:spPr/>
        <p:txBody>
          <a:bodyPr/>
          <a:lstStyle/>
          <a:p>
            <a:fld id="{C3092476-9A9B-49D1-AE84-3E1D4C137DC6}" type="datetime1">
              <a:rPr lang="LID4096" smtClean="0"/>
              <a:t>04/14/2026</a:t>
            </a:fld>
            <a:endParaRPr lang="LID4096"/>
          </a:p>
        </p:txBody>
      </p:sp>
      <p:sp>
        <p:nvSpPr>
          <p:cNvPr id="3" name="Footer Placeholder 2">
            <a:extLst>
              <a:ext uri="{FF2B5EF4-FFF2-40B4-BE49-F238E27FC236}">
                <a16:creationId xmlns:a16="http://schemas.microsoft.com/office/drawing/2014/main" id="{DD107943-AA07-9089-464A-38817EF5CB75}"/>
              </a:ext>
            </a:extLst>
          </p:cNvPr>
          <p:cNvSpPr>
            <a:spLocks noGrp="1"/>
          </p:cNvSpPr>
          <p:nvPr>
            <p:ph type="ftr" sz="quarter" idx="11"/>
          </p:nvPr>
        </p:nvSpPr>
        <p:spPr/>
        <p:txBody>
          <a:bodyPr/>
          <a:lstStyle/>
          <a:p>
            <a:endParaRPr lang="LID4096"/>
          </a:p>
        </p:txBody>
      </p:sp>
      <p:sp>
        <p:nvSpPr>
          <p:cNvPr id="4" name="Slide Number Placeholder 3">
            <a:extLst>
              <a:ext uri="{FF2B5EF4-FFF2-40B4-BE49-F238E27FC236}">
                <a16:creationId xmlns:a16="http://schemas.microsoft.com/office/drawing/2014/main" id="{7EA56913-7FC4-3665-8713-755BF97D0C16}"/>
              </a:ext>
            </a:extLst>
          </p:cNvPr>
          <p:cNvSpPr>
            <a:spLocks noGrp="1"/>
          </p:cNvSpPr>
          <p:nvPr>
            <p:ph type="sldNum" sz="quarter" idx="12"/>
          </p:nvPr>
        </p:nvSpPr>
        <p:spPr/>
        <p:txBody>
          <a:bodyPr/>
          <a:lstStyle/>
          <a:p>
            <a:fld id="{B6796F57-8306-40D4-9229-37A3D19F0B5F}" type="slidenum">
              <a:rPr lang="LID4096" smtClean="0"/>
              <a:t>‹#›</a:t>
            </a:fld>
            <a:endParaRPr lang="LID4096"/>
          </a:p>
        </p:txBody>
      </p:sp>
    </p:spTree>
    <p:extLst>
      <p:ext uri="{BB962C8B-B14F-4D97-AF65-F5344CB8AC3E}">
        <p14:creationId xmlns:p14="http://schemas.microsoft.com/office/powerpoint/2010/main" val="14012544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1949A5-878A-277C-9979-9DC703922D64}"/>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LID4096"/>
          </a:p>
        </p:txBody>
      </p:sp>
      <p:sp>
        <p:nvSpPr>
          <p:cNvPr id="3" name="Content Placeholder 2">
            <a:extLst>
              <a:ext uri="{FF2B5EF4-FFF2-40B4-BE49-F238E27FC236}">
                <a16:creationId xmlns:a16="http://schemas.microsoft.com/office/drawing/2014/main" id="{20BC887C-0D58-9B79-85C8-AE5DCC7F533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LID4096"/>
          </a:p>
        </p:txBody>
      </p:sp>
      <p:sp>
        <p:nvSpPr>
          <p:cNvPr id="4" name="Text Placeholder 3">
            <a:extLst>
              <a:ext uri="{FF2B5EF4-FFF2-40B4-BE49-F238E27FC236}">
                <a16:creationId xmlns:a16="http://schemas.microsoft.com/office/drawing/2014/main" id="{EF5C2B4D-C2F4-8F81-F8E3-1A5936C0EFF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06F12F21-6FE5-F6B9-BD8B-61163D62539B}"/>
              </a:ext>
            </a:extLst>
          </p:cNvPr>
          <p:cNvSpPr>
            <a:spLocks noGrp="1"/>
          </p:cNvSpPr>
          <p:nvPr>
            <p:ph type="dt" sz="half" idx="10"/>
          </p:nvPr>
        </p:nvSpPr>
        <p:spPr/>
        <p:txBody>
          <a:bodyPr/>
          <a:lstStyle/>
          <a:p>
            <a:fld id="{05CD8E8B-0CF6-4758-A0F1-6C9963BDB5D1}" type="datetime1">
              <a:rPr lang="LID4096" smtClean="0"/>
              <a:t>04/14/2026</a:t>
            </a:fld>
            <a:endParaRPr lang="LID4096"/>
          </a:p>
        </p:txBody>
      </p:sp>
      <p:sp>
        <p:nvSpPr>
          <p:cNvPr id="6" name="Footer Placeholder 5">
            <a:extLst>
              <a:ext uri="{FF2B5EF4-FFF2-40B4-BE49-F238E27FC236}">
                <a16:creationId xmlns:a16="http://schemas.microsoft.com/office/drawing/2014/main" id="{E079CE8D-FC36-FDC9-E949-C7AD84812B48}"/>
              </a:ext>
            </a:extLst>
          </p:cNvPr>
          <p:cNvSpPr>
            <a:spLocks noGrp="1"/>
          </p:cNvSpPr>
          <p:nvPr>
            <p:ph type="ftr" sz="quarter" idx="11"/>
          </p:nvPr>
        </p:nvSpPr>
        <p:spPr/>
        <p:txBody>
          <a:bodyPr/>
          <a:lstStyle/>
          <a:p>
            <a:endParaRPr lang="LID4096"/>
          </a:p>
        </p:txBody>
      </p:sp>
      <p:sp>
        <p:nvSpPr>
          <p:cNvPr id="7" name="Slide Number Placeholder 6">
            <a:extLst>
              <a:ext uri="{FF2B5EF4-FFF2-40B4-BE49-F238E27FC236}">
                <a16:creationId xmlns:a16="http://schemas.microsoft.com/office/drawing/2014/main" id="{919B04B8-2DBC-7977-E013-9BE99308AA45}"/>
              </a:ext>
            </a:extLst>
          </p:cNvPr>
          <p:cNvSpPr>
            <a:spLocks noGrp="1"/>
          </p:cNvSpPr>
          <p:nvPr>
            <p:ph type="sldNum" sz="quarter" idx="12"/>
          </p:nvPr>
        </p:nvSpPr>
        <p:spPr/>
        <p:txBody>
          <a:bodyPr/>
          <a:lstStyle/>
          <a:p>
            <a:fld id="{B6796F57-8306-40D4-9229-37A3D19F0B5F}" type="slidenum">
              <a:rPr lang="LID4096" smtClean="0"/>
              <a:t>‹#›</a:t>
            </a:fld>
            <a:endParaRPr lang="LID4096"/>
          </a:p>
        </p:txBody>
      </p:sp>
    </p:spTree>
    <p:extLst>
      <p:ext uri="{BB962C8B-B14F-4D97-AF65-F5344CB8AC3E}">
        <p14:creationId xmlns:p14="http://schemas.microsoft.com/office/powerpoint/2010/main" val="12800648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D31D25-6DEF-30A7-C4A7-F013C7BA75CC}"/>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LID4096"/>
          </a:p>
        </p:txBody>
      </p:sp>
      <p:sp>
        <p:nvSpPr>
          <p:cNvPr id="3" name="Picture Placeholder 2">
            <a:extLst>
              <a:ext uri="{FF2B5EF4-FFF2-40B4-BE49-F238E27FC236}">
                <a16:creationId xmlns:a16="http://schemas.microsoft.com/office/drawing/2014/main" id="{8488D0D1-CCA5-7875-975C-A4E57510645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LID4096"/>
          </a:p>
        </p:txBody>
      </p:sp>
      <p:sp>
        <p:nvSpPr>
          <p:cNvPr id="4" name="Text Placeholder 3">
            <a:extLst>
              <a:ext uri="{FF2B5EF4-FFF2-40B4-BE49-F238E27FC236}">
                <a16:creationId xmlns:a16="http://schemas.microsoft.com/office/drawing/2014/main" id="{20A41E8B-7D75-71E4-9599-229536A611E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CD881348-4474-AC3F-8AEC-E257F9A3CCC7}"/>
              </a:ext>
            </a:extLst>
          </p:cNvPr>
          <p:cNvSpPr>
            <a:spLocks noGrp="1"/>
          </p:cNvSpPr>
          <p:nvPr>
            <p:ph type="dt" sz="half" idx="10"/>
          </p:nvPr>
        </p:nvSpPr>
        <p:spPr/>
        <p:txBody>
          <a:bodyPr/>
          <a:lstStyle/>
          <a:p>
            <a:fld id="{99FD12F5-77E7-4EFC-82B4-F8F1F2AA2B11}" type="datetime1">
              <a:rPr lang="LID4096" smtClean="0"/>
              <a:t>04/14/2026</a:t>
            </a:fld>
            <a:endParaRPr lang="LID4096"/>
          </a:p>
        </p:txBody>
      </p:sp>
      <p:sp>
        <p:nvSpPr>
          <p:cNvPr id="6" name="Footer Placeholder 5">
            <a:extLst>
              <a:ext uri="{FF2B5EF4-FFF2-40B4-BE49-F238E27FC236}">
                <a16:creationId xmlns:a16="http://schemas.microsoft.com/office/drawing/2014/main" id="{0648FC70-F32D-DB5F-9508-06B2C30CEEA5}"/>
              </a:ext>
            </a:extLst>
          </p:cNvPr>
          <p:cNvSpPr>
            <a:spLocks noGrp="1"/>
          </p:cNvSpPr>
          <p:nvPr>
            <p:ph type="ftr" sz="quarter" idx="11"/>
          </p:nvPr>
        </p:nvSpPr>
        <p:spPr/>
        <p:txBody>
          <a:bodyPr/>
          <a:lstStyle/>
          <a:p>
            <a:endParaRPr lang="LID4096"/>
          </a:p>
        </p:txBody>
      </p:sp>
      <p:sp>
        <p:nvSpPr>
          <p:cNvPr id="7" name="Slide Number Placeholder 6">
            <a:extLst>
              <a:ext uri="{FF2B5EF4-FFF2-40B4-BE49-F238E27FC236}">
                <a16:creationId xmlns:a16="http://schemas.microsoft.com/office/drawing/2014/main" id="{90A057F1-3FB9-9772-AB8C-CD2D96A421BC}"/>
              </a:ext>
            </a:extLst>
          </p:cNvPr>
          <p:cNvSpPr>
            <a:spLocks noGrp="1"/>
          </p:cNvSpPr>
          <p:nvPr>
            <p:ph type="sldNum" sz="quarter" idx="12"/>
          </p:nvPr>
        </p:nvSpPr>
        <p:spPr/>
        <p:txBody>
          <a:bodyPr/>
          <a:lstStyle/>
          <a:p>
            <a:fld id="{B6796F57-8306-40D4-9229-37A3D19F0B5F}" type="slidenum">
              <a:rPr lang="LID4096" smtClean="0"/>
              <a:t>‹#›</a:t>
            </a:fld>
            <a:endParaRPr lang="LID4096"/>
          </a:p>
        </p:txBody>
      </p:sp>
    </p:spTree>
    <p:extLst>
      <p:ext uri="{BB962C8B-B14F-4D97-AF65-F5344CB8AC3E}">
        <p14:creationId xmlns:p14="http://schemas.microsoft.com/office/powerpoint/2010/main" val="27442830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54AD82-967C-F3DB-D7BA-ADE3A341EB3C}"/>
              </a:ext>
            </a:extLst>
          </p:cNvPr>
          <p:cNvSpPr>
            <a:spLocks noGrp="1"/>
          </p:cNvSpPr>
          <p:nvPr>
            <p:ph type="title"/>
          </p:nvPr>
        </p:nvSpPr>
        <p:spPr/>
        <p:txBody>
          <a:bodyPr/>
          <a:lstStyle/>
          <a:p>
            <a:r>
              <a:rPr lang="en-GB"/>
              <a:t>Click to edit Master title style</a:t>
            </a:r>
            <a:endParaRPr lang="LID4096"/>
          </a:p>
        </p:txBody>
      </p:sp>
      <p:sp>
        <p:nvSpPr>
          <p:cNvPr id="3" name="Vertical Text Placeholder 2">
            <a:extLst>
              <a:ext uri="{FF2B5EF4-FFF2-40B4-BE49-F238E27FC236}">
                <a16:creationId xmlns:a16="http://schemas.microsoft.com/office/drawing/2014/main" id="{432AB70C-A54D-DF29-D2F0-D190B6F55E34}"/>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LID4096"/>
          </a:p>
        </p:txBody>
      </p:sp>
      <p:sp>
        <p:nvSpPr>
          <p:cNvPr id="4" name="Date Placeholder 3">
            <a:extLst>
              <a:ext uri="{FF2B5EF4-FFF2-40B4-BE49-F238E27FC236}">
                <a16:creationId xmlns:a16="http://schemas.microsoft.com/office/drawing/2014/main" id="{77BDA0C6-CAD8-C40A-2BE3-A48F20CEB66C}"/>
              </a:ext>
            </a:extLst>
          </p:cNvPr>
          <p:cNvSpPr>
            <a:spLocks noGrp="1"/>
          </p:cNvSpPr>
          <p:nvPr>
            <p:ph type="dt" sz="half" idx="10"/>
          </p:nvPr>
        </p:nvSpPr>
        <p:spPr/>
        <p:txBody>
          <a:bodyPr/>
          <a:lstStyle/>
          <a:p>
            <a:fld id="{C4FFD0CD-AD53-45AD-9D99-A31AAD5036BD}" type="datetime1">
              <a:rPr lang="LID4096" smtClean="0"/>
              <a:t>04/14/2026</a:t>
            </a:fld>
            <a:endParaRPr lang="LID4096"/>
          </a:p>
        </p:txBody>
      </p:sp>
      <p:sp>
        <p:nvSpPr>
          <p:cNvPr id="5" name="Footer Placeholder 4">
            <a:extLst>
              <a:ext uri="{FF2B5EF4-FFF2-40B4-BE49-F238E27FC236}">
                <a16:creationId xmlns:a16="http://schemas.microsoft.com/office/drawing/2014/main" id="{42E9214B-0371-2E01-3ABB-7924107A8DCE}"/>
              </a:ext>
            </a:extLst>
          </p:cNvPr>
          <p:cNvSpPr>
            <a:spLocks noGrp="1"/>
          </p:cNvSpPr>
          <p:nvPr>
            <p:ph type="ftr" sz="quarter" idx="11"/>
          </p:nvPr>
        </p:nvSpPr>
        <p:spPr/>
        <p:txBody>
          <a:bodyPr/>
          <a:lstStyle/>
          <a:p>
            <a:endParaRPr lang="LID4096"/>
          </a:p>
        </p:txBody>
      </p:sp>
      <p:sp>
        <p:nvSpPr>
          <p:cNvPr id="6" name="Slide Number Placeholder 5">
            <a:extLst>
              <a:ext uri="{FF2B5EF4-FFF2-40B4-BE49-F238E27FC236}">
                <a16:creationId xmlns:a16="http://schemas.microsoft.com/office/drawing/2014/main" id="{C9C49898-8164-C09F-3C10-7262D72987D2}"/>
              </a:ext>
            </a:extLst>
          </p:cNvPr>
          <p:cNvSpPr>
            <a:spLocks noGrp="1"/>
          </p:cNvSpPr>
          <p:nvPr>
            <p:ph type="sldNum" sz="quarter" idx="12"/>
          </p:nvPr>
        </p:nvSpPr>
        <p:spPr/>
        <p:txBody>
          <a:bodyPr/>
          <a:lstStyle/>
          <a:p>
            <a:fld id="{B6796F57-8306-40D4-9229-37A3D19F0B5F}" type="slidenum">
              <a:rPr lang="LID4096" smtClean="0"/>
              <a:t>‹#›</a:t>
            </a:fld>
            <a:endParaRPr lang="LID4096"/>
          </a:p>
        </p:txBody>
      </p:sp>
    </p:spTree>
    <p:extLst>
      <p:ext uri="{BB962C8B-B14F-4D97-AF65-F5344CB8AC3E}">
        <p14:creationId xmlns:p14="http://schemas.microsoft.com/office/powerpoint/2010/main" val="7204996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22DA5A9-50BD-759F-AE0C-329A56583874}"/>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LID4096"/>
          </a:p>
        </p:txBody>
      </p:sp>
      <p:sp>
        <p:nvSpPr>
          <p:cNvPr id="3" name="Vertical Text Placeholder 2">
            <a:extLst>
              <a:ext uri="{FF2B5EF4-FFF2-40B4-BE49-F238E27FC236}">
                <a16:creationId xmlns:a16="http://schemas.microsoft.com/office/drawing/2014/main" id="{EDDEC2BF-3CDE-D7BA-2BD3-9F66DF6E7659}"/>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LID4096"/>
          </a:p>
        </p:txBody>
      </p:sp>
      <p:sp>
        <p:nvSpPr>
          <p:cNvPr id="4" name="Date Placeholder 3">
            <a:extLst>
              <a:ext uri="{FF2B5EF4-FFF2-40B4-BE49-F238E27FC236}">
                <a16:creationId xmlns:a16="http://schemas.microsoft.com/office/drawing/2014/main" id="{FA93F827-D925-D561-3543-1E5ECC35F192}"/>
              </a:ext>
            </a:extLst>
          </p:cNvPr>
          <p:cNvSpPr>
            <a:spLocks noGrp="1"/>
          </p:cNvSpPr>
          <p:nvPr>
            <p:ph type="dt" sz="half" idx="10"/>
          </p:nvPr>
        </p:nvSpPr>
        <p:spPr/>
        <p:txBody>
          <a:bodyPr/>
          <a:lstStyle/>
          <a:p>
            <a:fld id="{D53D4F26-5447-41C6-BB6B-D4E7BE06FFD6}" type="datetime1">
              <a:rPr lang="LID4096" smtClean="0"/>
              <a:t>04/14/2026</a:t>
            </a:fld>
            <a:endParaRPr lang="LID4096"/>
          </a:p>
        </p:txBody>
      </p:sp>
      <p:sp>
        <p:nvSpPr>
          <p:cNvPr id="5" name="Footer Placeholder 4">
            <a:extLst>
              <a:ext uri="{FF2B5EF4-FFF2-40B4-BE49-F238E27FC236}">
                <a16:creationId xmlns:a16="http://schemas.microsoft.com/office/drawing/2014/main" id="{8795F0B3-735C-EECF-DC2D-7C30967383D6}"/>
              </a:ext>
            </a:extLst>
          </p:cNvPr>
          <p:cNvSpPr>
            <a:spLocks noGrp="1"/>
          </p:cNvSpPr>
          <p:nvPr>
            <p:ph type="ftr" sz="quarter" idx="11"/>
          </p:nvPr>
        </p:nvSpPr>
        <p:spPr/>
        <p:txBody>
          <a:bodyPr/>
          <a:lstStyle/>
          <a:p>
            <a:endParaRPr lang="LID4096"/>
          </a:p>
        </p:txBody>
      </p:sp>
      <p:sp>
        <p:nvSpPr>
          <p:cNvPr id="6" name="Slide Number Placeholder 5">
            <a:extLst>
              <a:ext uri="{FF2B5EF4-FFF2-40B4-BE49-F238E27FC236}">
                <a16:creationId xmlns:a16="http://schemas.microsoft.com/office/drawing/2014/main" id="{8795D63A-E7FF-CB05-AB0C-B6BA7A05ACC6}"/>
              </a:ext>
            </a:extLst>
          </p:cNvPr>
          <p:cNvSpPr>
            <a:spLocks noGrp="1"/>
          </p:cNvSpPr>
          <p:nvPr>
            <p:ph type="sldNum" sz="quarter" idx="12"/>
          </p:nvPr>
        </p:nvSpPr>
        <p:spPr/>
        <p:txBody>
          <a:bodyPr/>
          <a:lstStyle/>
          <a:p>
            <a:fld id="{B6796F57-8306-40D4-9229-37A3D19F0B5F}" type="slidenum">
              <a:rPr lang="LID4096" smtClean="0"/>
              <a:t>‹#›</a:t>
            </a:fld>
            <a:endParaRPr lang="LID4096"/>
          </a:p>
        </p:txBody>
      </p:sp>
    </p:spTree>
    <p:extLst>
      <p:ext uri="{BB962C8B-B14F-4D97-AF65-F5344CB8AC3E}">
        <p14:creationId xmlns:p14="http://schemas.microsoft.com/office/powerpoint/2010/main" val="21607922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CF00A38-8196-1EF1-2634-123CD66B738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dirty="0"/>
              <a:t>Click to edit Master title style</a:t>
            </a:r>
            <a:endParaRPr lang="LID4096" dirty="0"/>
          </a:p>
        </p:txBody>
      </p:sp>
      <p:sp>
        <p:nvSpPr>
          <p:cNvPr id="3" name="Text Placeholder 2">
            <a:extLst>
              <a:ext uri="{FF2B5EF4-FFF2-40B4-BE49-F238E27FC236}">
                <a16:creationId xmlns:a16="http://schemas.microsoft.com/office/drawing/2014/main" id="{3F04DE0E-D934-E8BE-B56A-B045D2F3F76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LID4096" dirty="0"/>
          </a:p>
        </p:txBody>
      </p:sp>
      <p:sp>
        <p:nvSpPr>
          <p:cNvPr id="4" name="Date Placeholder 3">
            <a:extLst>
              <a:ext uri="{FF2B5EF4-FFF2-40B4-BE49-F238E27FC236}">
                <a16:creationId xmlns:a16="http://schemas.microsoft.com/office/drawing/2014/main" id="{FA8EB8E1-28F4-B938-9A4F-0FDD1790768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latin typeface="David" panose="020E0502060401010101" pitchFamily="34" charset="-79"/>
              </a:defRPr>
            </a:lvl1pPr>
          </a:lstStyle>
          <a:p>
            <a:fld id="{EF9F3E48-D1D7-40EB-A7C0-026E156204B8}" type="datetime1">
              <a:rPr lang="LID4096" smtClean="0"/>
              <a:t>04/14/2026</a:t>
            </a:fld>
            <a:endParaRPr lang="LID4096" dirty="0"/>
          </a:p>
        </p:txBody>
      </p:sp>
      <p:sp>
        <p:nvSpPr>
          <p:cNvPr id="5" name="Footer Placeholder 4">
            <a:extLst>
              <a:ext uri="{FF2B5EF4-FFF2-40B4-BE49-F238E27FC236}">
                <a16:creationId xmlns:a16="http://schemas.microsoft.com/office/drawing/2014/main" id="{C83B577B-D1AC-D180-B6E4-A6FBD9215F7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latin typeface="David" panose="020E0502060401010101" pitchFamily="34" charset="-79"/>
              </a:defRPr>
            </a:lvl1pPr>
          </a:lstStyle>
          <a:p>
            <a:endParaRPr lang="LID4096" dirty="0"/>
          </a:p>
        </p:txBody>
      </p:sp>
      <p:sp>
        <p:nvSpPr>
          <p:cNvPr id="6" name="Slide Number Placeholder 5">
            <a:extLst>
              <a:ext uri="{FF2B5EF4-FFF2-40B4-BE49-F238E27FC236}">
                <a16:creationId xmlns:a16="http://schemas.microsoft.com/office/drawing/2014/main" id="{90825EEA-DA44-8179-BA57-C77D0A793F3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latin typeface="David" panose="020E0502060401010101" pitchFamily="34" charset="-79"/>
              </a:defRPr>
            </a:lvl1pPr>
          </a:lstStyle>
          <a:p>
            <a:fld id="{B6796F57-8306-40D4-9229-37A3D19F0B5F}" type="slidenum">
              <a:rPr lang="LID4096" smtClean="0"/>
              <a:pPr/>
              <a:t>‹#›</a:t>
            </a:fld>
            <a:endParaRPr lang="LID4096" dirty="0"/>
          </a:p>
        </p:txBody>
      </p:sp>
    </p:spTree>
    <p:extLst>
      <p:ext uri="{BB962C8B-B14F-4D97-AF65-F5344CB8AC3E}">
        <p14:creationId xmlns:p14="http://schemas.microsoft.com/office/powerpoint/2010/main" val="255727005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David" panose="020E0502060401010101" pitchFamily="34" charset="-79"/>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David" panose="020E0502060401010101" pitchFamily="34" charset="-79"/>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David" panose="020E0502060401010101" pitchFamily="34" charset="-79"/>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David" panose="020E0502060401010101" pitchFamily="34" charset="-79"/>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David" panose="020E0502060401010101" pitchFamily="34" charset="-79"/>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David" panose="020E0502060401010101" pitchFamily="34" charset="-79"/>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LID4096"/>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3" Type="http://schemas.openxmlformats.org/officeDocument/2006/relationships/image" Target="../media/image210.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310.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25.xml.rels><?xml version="1.0" encoding="UTF-8" standalone="yes"?>
<Relationships xmlns="http://schemas.openxmlformats.org/package/2006/relationships"><Relationship Id="rId3" Type="http://schemas.openxmlformats.org/officeDocument/2006/relationships/image" Target="../media/image131.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2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27.xml.rels><?xml version="1.0" encoding="UTF-8" standalone="yes"?>
<Relationships xmlns="http://schemas.openxmlformats.org/package/2006/relationships"><Relationship Id="rId3" Type="http://schemas.openxmlformats.org/officeDocument/2006/relationships/image" Target="../media/image172.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80.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29.xml.rels><?xml version="1.0" encoding="UTF-8" standalone="yes"?>
<Relationships xmlns="http://schemas.openxmlformats.org/package/2006/relationships"><Relationship Id="rId3" Type="http://schemas.openxmlformats.org/officeDocument/2006/relationships/image" Target="../media/image171.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3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40.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3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33.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320.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330.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39.png"/></Relationships>
</file>

<file path=ppt/slides/_rels/slide48.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110.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110.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120.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130.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140.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150.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160.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170.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300.png"/><Relationship Id="rId2" Type="http://schemas.openxmlformats.org/officeDocument/2006/relationships/notesSlide" Target="../notesSlides/notesSlide43.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64.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44.xml"/><Relationship Id="rId1" Type="http://schemas.openxmlformats.org/officeDocument/2006/relationships/slideLayout" Target="../slideLayouts/slideLayout2.xml"/><Relationship Id="rId4" Type="http://schemas.openxmlformats.org/officeDocument/2006/relationships/image" Target="../media/image4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739AA4-DC6F-AC25-85E9-23B70AA841D1}"/>
              </a:ext>
            </a:extLst>
          </p:cNvPr>
          <p:cNvSpPr>
            <a:spLocks noGrp="1"/>
          </p:cNvSpPr>
          <p:nvPr>
            <p:ph type="ctrTitle"/>
          </p:nvPr>
        </p:nvSpPr>
        <p:spPr>
          <a:xfrm>
            <a:off x="1524000" y="1415332"/>
            <a:ext cx="9144000" cy="1267695"/>
          </a:xfrm>
        </p:spPr>
        <p:txBody>
          <a:bodyPr/>
          <a:lstStyle/>
          <a:p>
            <a:r>
              <a:rPr lang="en-US" dirty="0"/>
              <a:t>Tutorial 2</a:t>
            </a:r>
            <a:endParaRPr lang="LID4096" dirty="0"/>
          </a:p>
        </p:txBody>
      </p:sp>
      <p:sp>
        <p:nvSpPr>
          <p:cNvPr id="3" name="Subtitle 2">
            <a:extLst>
              <a:ext uri="{FF2B5EF4-FFF2-40B4-BE49-F238E27FC236}">
                <a16:creationId xmlns:a16="http://schemas.microsoft.com/office/drawing/2014/main" id="{06ABFF89-9CAA-78A3-9827-25C0441AF86F}"/>
              </a:ext>
            </a:extLst>
          </p:cNvPr>
          <p:cNvSpPr>
            <a:spLocks noGrp="1"/>
          </p:cNvSpPr>
          <p:nvPr>
            <p:ph type="subTitle" idx="1"/>
          </p:nvPr>
        </p:nvSpPr>
        <p:spPr/>
        <p:txBody>
          <a:bodyPr/>
          <a:lstStyle/>
          <a:p>
            <a:r>
              <a:rPr lang="en-US" dirty="0"/>
              <a:t>Statistical Computation and Analysis</a:t>
            </a:r>
          </a:p>
          <a:p>
            <a:r>
              <a:rPr lang="en-US" dirty="0"/>
              <a:t>Spring 2026</a:t>
            </a:r>
            <a:endParaRPr lang="LID4096" dirty="0"/>
          </a:p>
        </p:txBody>
      </p:sp>
      <p:sp>
        <p:nvSpPr>
          <p:cNvPr id="4" name="מציין מיקום של מספר שקופית 3">
            <a:extLst>
              <a:ext uri="{FF2B5EF4-FFF2-40B4-BE49-F238E27FC236}">
                <a16:creationId xmlns:a16="http://schemas.microsoft.com/office/drawing/2014/main" id="{5A626382-5653-EECD-4173-5FECADC55935}"/>
              </a:ext>
            </a:extLst>
          </p:cNvPr>
          <p:cNvSpPr>
            <a:spLocks noGrp="1"/>
          </p:cNvSpPr>
          <p:nvPr>
            <p:ph type="sldNum" sz="quarter" idx="12"/>
          </p:nvPr>
        </p:nvSpPr>
        <p:spPr/>
        <p:txBody>
          <a:bodyPr/>
          <a:lstStyle/>
          <a:p>
            <a:fld id="{B6796F57-8306-40D4-9229-37A3D19F0B5F}" type="slidenum">
              <a:rPr lang="LID4096" smtClean="0"/>
              <a:t>1</a:t>
            </a:fld>
            <a:endParaRPr lang="LID4096" dirty="0"/>
          </a:p>
        </p:txBody>
      </p:sp>
    </p:spTree>
    <p:extLst>
      <p:ext uri="{BB962C8B-B14F-4D97-AF65-F5344CB8AC3E}">
        <p14:creationId xmlns:p14="http://schemas.microsoft.com/office/powerpoint/2010/main" val="16337776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8BA4C07F-BEED-1164-FD80-0D95DB50EE36}"/>
              </a:ext>
            </a:extLst>
          </p:cNvPr>
          <p:cNvSpPr>
            <a:spLocks noGrp="1"/>
          </p:cNvSpPr>
          <p:nvPr>
            <p:ph type="title"/>
          </p:nvPr>
        </p:nvSpPr>
        <p:spPr/>
        <p:txBody>
          <a:bodyPr/>
          <a:lstStyle/>
          <a:p>
            <a:r>
              <a:rPr lang="en-US" dirty="0"/>
              <a:t>Before we start</a:t>
            </a:r>
            <a:endParaRPr lang="he-IL" dirty="0"/>
          </a:p>
        </p:txBody>
      </p:sp>
      <p:sp>
        <p:nvSpPr>
          <p:cNvPr id="3" name="מציין מיקום תוכן 2">
            <a:extLst>
              <a:ext uri="{FF2B5EF4-FFF2-40B4-BE49-F238E27FC236}">
                <a16:creationId xmlns:a16="http://schemas.microsoft.com/office/drawing/2014/main" id="{3BBBCCE6-D21C-37D0-8D8C-F0D346D6D7A7}"/>
              </a:ext>
            </a:extLst>
          </p:cNvPr>
          <p:cNvSpPr>
            <a:spLocks noGrp="1"/>
          </p:cNvSpPr>
          <p:nvPr>
            <p:ph idx="1"/>
          </p:nvPr>
        </p:nvSpPr>
        <p:spPr/>
        <p:txBody>
          <a:bodyPr/>
          <a:lstStyle/>
          <a:p>
            <a:r>
              <a:rPr lang="en-US" dirty="0"/>
              <a:t>Reserve duty policy</a:t>
            </a:r>
          </a:p>
          <a:p>
            <a:r>
              <a:rPr lang="en-US" dirty="0"/>
              <a:t>Assignment 1 is up- </a:t>
            </a:r>
          </a:p>
          <a:p>
            <a:pPr lvl="1"/>
            <a:r>
              <a:rPr lang="en-US" dirty="0"/>
              <a:t>submission data 05.05.2026 at 12:00</a:t>
            </a:r>
          </a:p>
          <a:p>
            <a:r>
              <a:rPr lang="en-US" dirty="0"/>
              <a:t>No tutorial next week (Memorial day)</a:t>
            </a:r>
            <a:endParaRPr lang="he-IL" dirty="0"/>
          </a:p>
        </p:txBody>
      </p:sp>
      <p:sp>
        <p:nvSpPr>
          <p:cNvPr id="4" name="מציין מיקום של מספר שקופית 3">
            <a:extLst>
              <a:ext uri="{FF2B5EF4-FFF2-40B4-BE49-F238E27FC236}">
                <a16:creationId xmlns:a16="http://schemas.microsoft.com/office/drawing/2014/main" id="{7A4B9A81-5FD8-D869-B9C3-1AEBC79E6995}"/>
              </a:ext>
            </a:extLst>
          </p:cNvPr>
          <p:cNvSpPr>
            <a:spLocks noGrp="1"/>
          </p:cNvSpPr>
          <p:nvPr>
            <p:ph type="sldNum" sz="quarter" idx="12"/>
          </p:nvPr>
        </p:nvSpPr>
        <p:spPr/>
        <p:txBody>
          <a:bodyPr/>
          <a:lstStyle/>
          <a:p>
            <a:fld id="{B6796F57-8306-40D4-9229-37A3D19F0B5F}" type="slidenum">
              <a:rPr lang="LID4096" smtClean="0"/>
              <a:t>2</a:t>
            </a:fld>
            <a:endParaRPr lang="LID4096"/>
          </a:p>
        </p:txBody>
      </p:sp>
    </p:spTree>
    <p:extLst>
      <p:ext uri="{BB962C8B-B14F-4D97-AF65-F5344CB8AC3E}">
        <p14:creationId xmlns:p14="http://schemas.microsoft.com/office/powerpoint/2010/main" val="12781020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E61A04-C626-C5E4-A3C2-591358CD94C4}"/>
              </a:ext>
            </a:extLst>
          </p:cNvPr>
          <p:cNvSpPr>
            <a:spLocks noGrp="1"/>
          </p:cNvSpPr>
          <p:nvPr>
            <p:ph type="title"/>
          </p:nvPr>
        </p:nvSpPr>
        <p:spPr>
          <a:xfrm>
            <a:off x="838200" y="20997"/>
            <a:ext cx="10515600" cy="1325563"/>
          </a:xfrm>
        </p:spPr>
        <p:txBody>
          <a:bodyPr/>
          <a:lstStyle/>
          <a:p>
            <a:r>
              <a:rPr lang="en-US" dirty="0"/>
              <a:t>Tutorial Outline</a:t>
            </a:r>
            <a:endParaRPr lang="LID4096" dirty="0"/>
          </a:p>
        </p:txBody>
      </p:sp>
      <p:sp>
        <p:nvSpPr>
          <p:cNvPr id="3" name="Content Placeholder 2">
            <a:extLst>
              <a:ext uri="{FF2B5EF4-FFF2-40B4-BE49-F238E27FC236}">
                <a16:creationId xmlns:a16="http://schemas.microsoft.com/office/drawing/2014/main" id="{7220153A-0E02-CB25-A797-F3303E23640F}"/>
              </a:ext>
            </a:extLst>
          </p:cNvPr>
          <p:cNvSpPr>
            <a:spLocks noGrp="1"/>
          </p:cNvSpPr>
          <p:nvPr>
            <p:ph idx="1"/>
          </p:nvPr>
        </p:nvSpPr>
        <p:spPr>
          <a:xfrm>
            <a:off x="838200" y="1342770"/>
            <a:ext cx="10515600" cy="5378705"/>
          </a:xfrm>
        </p:spPr>
        <p:txBody>
          <a:bodyPr>
            <a:normAutofit/>
          </a:bodyPr>
          <a:lstStyle/>
          <a:p>
            <a:pPr>
              <a:lnSpc>
                <a:spcPct val="150000"/>
              </a:lnSpc>
            </a:pPr>
            <a:r>
              <a:rPr lang="en-US" sz="2400" dirty="0">
                <a:latin typeface="David" panose="020E0502060401010101" pitchFamily="34" charset="-79"/>
                <a:cs typeface="David" panose="020E0502060401010101" pitchFamily="34" charset="-79"/>
              </a:rPr>
              <a:t>Modeling data</a:t>
            </a:r>
            <a:endParaRPr lang="he-IL" sz="2400" dirty="0">
              <a:latin typeface="David" panose="020E0502060401010101" pitchFamily="34" charset="-79"/>
              <a:cs typeface="David" panose="020E0502060401010101" pitchFamily="34" charset="-79"/>
            </a:endParaRPr>
          </a:p>
          <a:p>
            <a:pPr>
              <a:lnSpc>
                <a:spcPct val="150000"/>
              </a:lnSpc>
            </a:pPr>
            <a:r>
              <a:rPr lang="en-US" sz="2400" dirty="0">
                <a:cs typeface="David" panose="020E0502060401010101" pitchFamily="34" charset="-79"/>
              </a:rPr>
              <a:t>Conditional probability</a:t>
            </a:r>
          </a:p>
          <a:p>
            <a:pPr>
              <a:lnSpc>
                <a:spcPct val="150000"/>
              </a:lnSpc>
            </a:pPr>
            <a:r>
              <a:rPr lang="en-US" sz="2400" dirty="0">
                <a:latin typeface="David" panose="020E0502060401010101" pitchFamily="34" charset="-79"/>
                <a:cs typeface="David" panose="020E0502060401010101" pitchFamily="34" charset="-79"/>
              </a:rPr>
              <a:t>Bayes rule</a:t>
            </a:r>
            <a:endParaRPr lang="he-IL" sz="2400" dirty="0">
              <a:latin typeface="David" panose="020E0502060401010101" pitchFamily="34" charset="-79"/>
              <a:cs typeface="David" panose="020E0502060401010101" pitchFamily="34" charset="-79"/>
            </a:endParaRPr>
          </a:p>
          <a:p>
            <a:pPr>
              <a:lnSpc>
                <a:spcPct val="150000"/>
              </a:lnSpc>
            </a:pPr>
            <a:r>
              <a:rPr lang="en-US" sz="2400" dirty="0">
                <a:cs typeface="David" panose="020E0502060401010101" pitchFamily="34" charset="-79"/>
              </a:rPr>
              <a:t>Bayes and modeling</a:t>
            </a:r>
            <a:endParaRPr lang="en-US" sz="2400" dirty="0">
              <a:latin typeface="David" panose="020E0502060401010101" pitchFamily="34" charset="-79"/>
              <a:cs typeface="David" panose="020E0502060401010101" pitchFamily="34" charset="-79"/>
            </a:endParaRPr>
          </a:p>
          <a:p>
            <a:pPr>
              <a:lnSpc>
                <a:spcPct val="150000"/>
              </a:lnSpc>
            </a:pPr>
            <a:r>
              <a:rPr lang="en-US" sz="2400" dirty="0">
                <a:latin typeface="David" panose="020E0502060401010101" pitchFamily="34" charset="-79"/>
                <a:cs typeface="David" panose="020E0502060401010101" pitchFamily="34" charset="-79"/>
              </a:rPr>
              <a:t>Conjugate priors</a:t>
            </a:r>
          </a:p>
          <a:p>
            <a:pPr>
              <a:lnSpc>
                <a:spcPct val="150000"/>
              </a:lnSpc>
            </a:pPr>
            <a:r>
              <a:rPr lang="en-US" sz="2400" dirty="0">
                <a:cs typeface="David" panose="020E0502060401010101" pitchFamily="34" charset="-79"/>
              </a:rPr>
              <a:t>Grid method </a:t>
            </a:r>
          </a:p>
        </p:txBody>
      </p:sp>
      <p:sp>
        <p:nvSpPr>
          <p:cNvPr id="4" name="מציין מיקום של מספר שקופית 3">
            <a:extLst>
              <a:ext uri="{FF2B5EF4-FFF2-40B4-BE49-F238E27FC236}">
                <a16:creationId xmlns:a16="http://schemas.microsoft.com/office/drawing/2014/main" id="{49FB8A29-817C-0AE9-3536-E610EF5AEFA9}"/>
              </a:ext>
            </a:extLst>
          </p:cNvPr>
          <p:cNvSpPr>
            <a:spLocks noGrp="1"/>
          </p:cNvSpPr>
          <p:nvPr>
            <p:ph type="sldNum" sz="quarter" idx="12"/>
          </p:nvPr>
        </p:nvSpPr>
        <p:spPr/>
        <p:txBody>
          <a:bodyPr/>
          <a:lstStyle/>
          <a:p>
            <a:fld id="{B6796F57-8306-40D4-9229-37A3D19F0B5F}" type="slidenum">
              <a:rPr lang="LID4096" smtClean="0"/>
              <a:t>3</a:t>
            </a:fld>
            <a:endParaRPr lang="LID4096"/>
          </a:p>
        </p:txBody>
      </p:sp>
    </p:spTree>
    <p:extLst>
      <p:ext uri="{BB962C8B-B14F-4D97-AF65-F5344CB8AC3E}">
        <p14:creationId xmlns:p14="http://schemas.microsoft.com/office/powerpoint/2010/main" val="29326393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E6740C-AB39-E142-C607-0611F444D9A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73DB481-144D-2929-E66B-42555A6223BF}"/>
              </a:ext>
            </a:extLst>
          </p:cNvPr>
          <p:cNvSpPr>
            <a:spLocks noGrp="1"/>
          </p:cNvSpPr>
          <p:nvPr>
            <p:ph type="title"/>
          </p:nvPr>
        </p:nvSpPr>
        <p:spPr>
          <a:xfrm>
            <a:off x="838200" y="20997"/>
            <a:ext cx="10515600" cy="1325563"/>
          </a:xfrm>
        </p:spPr>
        <p:txBody>
          <a:bodyPr/>
          <a:lstStyle/>
          <a:p>
            <a:r>
              <a:rPr lang="en-US" dirty="0"/>
              <a:t>Models</a:t>
            </a:r>
            <a:endParaRPr lang="LID4096" dirty="0"/>
          </a:p>
        </p:txBody>
      </p:sp>
      <p:sp>
        <p:nvSpPr>
          <p:cNvPr id="3" name="Content Placeholder 2">
            <a:extLst>
              <a:ext uri="{FF2B5EF4-FFF2-40B4-BE49-F238E27FC236}">
                <a16:creationId xmlns:a16="http://schemas.microsoft.com/office/drawing/2014/main" id="{F57394E0-78A7-65A3-92AA-2558B8605498}"/>
              </a:ext>
            </a:extLst>
          </p:cNvPr>
          <p:cNvSpPr>
            <a:spLocks noGrp="1"/>
          </p:cNvSpPr>
          <p:nvPr>
            <p:ph idx="1"/>
          </p:nvPr>
        </p:nvSpPr>
        <p:spPr>
          <a:xfrm>
            <a:off x="838200" y="1561714"/>
            <a:ext cx="10515600" cy="4267856"/>
          </a:xfrm>
        </p:spPr>
        <p:txBody>
          <a:bodyPr>
            <a:normAutofit/>
          </a:bodyPr>
          <a:lstStyle/>
          <a:p>
            <a:r>
              <a:rPr lang="en-GB" sz="3200" dirty="0"/>
              <a:t>A model is a specific idea about the shape of the population</a:t>
            </a:r>
          </a:p>
          <a:p>
            <a:pPr lvl="1"/>
            <a:r>
              <a:rPr lang="en-GB" sz="2800" dirty="0"/>
              <a:t>A particular distribution</a:t>
            </a:r>
          </a:p>
          <a:p>
            <a:pPr lvl="1"/>
            <a:r>
              <a:rPr lang="en-GB" sz="2800" dirty="0"/>
              <a:t>With specific parameters</a:t>
            </a:r>
          </a:p>
          <a:p>
            <a:r>
              <a:rPr lang="en-GB" sz="3200" dirty="0"/>
              <a:t>We can use models to:</a:t>
            </a:r>
          </a:p>
          <a:p>
            <a:pPr lvl="1"/>
            <a:r>
              <a:rPr lang="en-GB" sz="2800" dirty="0"/>
              <a:t>Express ideas about the population.</a:t>
            </a:r>
          </a:p>
          <a:p>
            <a:pPr lvl="1"/>
            <a:r>
              <a:rPr lang="en-GB" sz="2800" dirty="0"/>
              <a:t>Check ideas about the population.</a:t>
            </a:r>
          </a:p>
          <a:p>
            <a:pPr lvl="1"/>
            <a:r>
              <a:rPr lang="en-GB" sz="2800" dirty="0"/>
              <a:t>Provide alternative ideas about the population</a:t>
            </a:r>
            <a:r>
              <a:rPr lang="en-GB" dirty="0"/>
              <a:t>.</a:t>
            </a:r>
          </a:p>
        </p:txBody>
      </p:sp>
      <p:sp>
        <p:nvSpPr>
          <p:cNvPr id="4" name="מציין מיקום של מספר שקופית 3">
            <a:extLst>
              <a:ext uri="{FF2B5EF4-FFF2-40B4-BE49-F238E27FC236}">
                <a16:creationId xmlns:a16="http://schemas.microsoft.com/office/drawing/2014/main" id="{4258FCA2-9D49-59F5-17A8-6CA1F45E7348}"/>
              </a:ext>
            </a:extLst>
          </p:cNvPr>
          <p:cNvSpPr>
            <a:spLocks noGrp="1"/>
          </p:cNvSpPr>
          <p:nvPr>
            <p:ph type="sldNum" sz="quarter" idx="12"/>
          </p:nvPr>
        </p:nvSpPr>
        <p:spPr/>
        <p:txBody>
          <a:bodyPr/>
          <a:lstStyle/>
          <a:p>
            <a:fld id="{B6796F57-8306-40D4-9229-37A3D19F0B5F}" type="slidenum">
              <a:rPr lang="LID4096" smtClean="0"/>
              <a:t>4</a:t>
            </a:fld>
            <a:endParaRPr lang="LID4096"/>
          </a:p>
        </p:txBody>
      </p:sp>
    </p:spTree>
    <p:extLst>
      <p:ext uri="{BB962C8B-B14F-4D97-AF65-F5344CB8AC3E}">
        <p14:creationId xmlns:p14="http://schemas.microsoft.com/office/powerpoint/2010/main" val="36738980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5C5F65-D239-3950-7B54-BA524631515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8132C22-4C02-03B9-8D9C-BF4CC2F3BDED}"/>
              </a:ext>
            </a:extLst>
          </p:cNvPr>
          <p:cNvSpPr>
            <a:spLocks noGrp="1"/>
          </p:cNvSpPr>
          <p:nvPr>
            <p:ph type="title"/>
          </p:nvPr>
        </p:nvSpPr>
        <p:spPr>
          <a:xfrm>
            <a:off x="838200" y="20997"/>
            <a:ext cx="10515600" cy="1325563"/>
          </a:xfrm>
        </p:spPr>
        <p:txBody>
          <a:bodyPr/>
          <a:lstStyle/>
          <a:p>
            <a:r>
              <a:rPr lang="en-US" dirty="0"/>
              <a:t>Model</a:t>
            </a:r>
            <a:endParaRPr lang="LID4096" dirty="0">
              <a:solidFill>
                <a:srgbClr val="FF0000"/>
              </a:solidFill>
            </a:endParaRPr>
          </a:p>
        </p:txBody>
      </p:sp>
      <p:sp>
        <p:nvSpPr>
          <p:cNvPr id="3" name="Content Placeholder 2">
            <a:extLst>
              <a:ext uri="{FF2B5EF4-FFF2-40B4-BE49-F238E27FC236}">
                <a16:creationId xmlns:a16="http://schemas.microsoft.com/office/drawing/2014/main" id="{2D515286-E461-21B2-1466-4471C6171467}"/>
              </a:ext>
            </a:extLst>
          </p:cNvPr>
          <p:cNvSpPr>
            <a:spLocks noGrp="1"/>
          </p:cNvSpPr>
          <p:nvPr>
            <p:ph idx="1"/>
          </p:nvPr>
        </p:nvSpPr>
        <p:spPr>
          <a:xfrm>
            <a:off x="838200" y="1346560"/>
            <a:ext cx="10515600" cy="5378705"/>
          </a:xfrm>
        </p:spPr>
        <p:txBody>
          <a:bodyPr>
            <a:normAutofit/>
          </a:bodyPr>
          <a:lstStyle/>
          <a:p>
            <a:pPr>
              <a:lnSpc>
                <a:spcPct val="150000"/>
              </a:lnSpc>
            </a:pPr>
            <a:r>
              <a:rPr lang="en-US" dirty="0"/>
              <a:t>A good model is a simplified description of a system or process</a:t>
            </a:r>
          </a:p>
          <a:p>
            <a:pPr lvl="1">
              <a:lnSpc>
                <a:spcPct val="150000"/>
              </a:lnSpc>
            </a:pPr>
            <a:r>
              <a:rPr lang="en-US" dirty="0"/>
              <a:t>Capture the most relevant aspects of the system</a:t>
            </a:r>
          </a:p>
          <a:p>
            <a:pPr lvl="1">
              <a:lnSpc>
                <a:spcPct val="150000"/>
              </a:lnSpc>
            </a:pPr>
            <a:r>
              <a:rPr lang="en-US" dirty="0"/>
              <a:t>Do not explain every minor detail</a:t>
            </a:r>
          </a:p>
          <a:p>
            <a:pPr lvl="1">
              <a:lnSpc>
                <a:spcPct val="150000"/>
              </a:lnSpc>
            </a:pPr>
            <a:r>
              <a:rPr lang="en-US" dirty="0"/>
              <a:t>A more complex model is not always better</a:t>
            </a:r>
          </a:p>
        </p:txBody>
      </p:sp>
      <p:sp>
        <p:nvSpPr>
          <p:cNvPr id="4" name="מציין מיקום של מספר שקופית 3">
            <a:extLst>
              <a:ext uri="{FF2B5EF4-FFF2-40B4-BE49-F238E27FC236}">
                <a16:creationId xmlns:a16="http://schemas.microsoft.com/office/drawing/2014/main" id="{EF47FAED-E975-A63C-C3DF-1D1A6D3F8217}"/>
              </a:ext>
            </a:extLst>
          </p:cNvPr>
          <p:cNvSpPr>
            <a:spLocks noGrp="1"/>
          </p:cNvSpPr>
          <p:nvPr>
            <p:ph type="sldNum" sz="quarter" idx="12"/>
          </p:nvPr>
        </p:nvSpPr>
        <p:spPr/>
        <p:txBody>
          <a:bodyPr/>
          <a:lstStyle/>
          <a:p>
            <a:fld id="{B6796F57-8306-40D4-9229-37A3D19F0B5F}" type="slidenum">
              <a:rPr lang="LID4096" smtClean="0"/>
              <a:t>5</a:t>
            </a:fld>
            <a:endParaRPr lang="LID4096"/>
          </a:p>
        </p:txBody>
      </p:sp>
    </p:spTree>
    <p:extLst>
      <p:ext uri="{BB962C8B-B14F-4D97-AF65-F5344CB8AC3E}">
        <p14:creationId xmlns:p14="http://schemas.microsoft.com/office/powerpoint/2010/main" val="18667313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31FCC3-44F3-B3DC-1A04-E0E3C13C2AFC}"/>
              </a:ext>
            </a:extLst>
          </p:cNvPr>
          <p:cNvSpPr>
            <a:spLocks noGrp="1"/>
          </p:cNvSpPr>
          <p:nvPr>
            <p:ph type="title"/>
          </p:nvPr>
        </p:nvSpPr>
        <p:spPr/>
        <p:txBody>
          <a:bodyPr/>
          <a:lstStyle/>
          <a:p>
            <a:r>
              <a:rPr lang="en-US" dirty="0"/>
              <a:t>The Basic Approach</a:t>
            </a:r>
          </a:p>
        </p:txBody>
      </p:sp>
      <p:sp>
        <p:nvSpPr>
          <p:cNvPr id="3" name="Content Placeholder 2">
            <a:extLst>
              <a:ext uri="{FF2B5EF4-FFF2-40B4-BE49-F238E27FC236}">
                <a16:creationId xmlns:a16="http://schemas.microsoft.com/office/drawing/2014/main" id="{722135B9-BA3C-DEFA-4EAD-BF0EF4F077AC}"/>
              </a:ext>
            </a:extLst>
          </p:cNvPr>
          <p:cNvSpPr>
            <a:spLocks noGrp="1"/>
          </p:cNvSpPr>
          <p:nvPr>
            <p:ph idx="1"/>
          </p:nvPr>
        </p:nvSpPr>
        <p:spPr/>
        <p:txBody>
          <a:bodyPr/>
          <a:lstStyle/>
          <a:p>
            <a:r>
              <a:rPr lang="en-US" dirty="0"/>
              <a:t>Start with data</a:t>
            </a:r>
          </a:p>
          <a:p>
            <a:r>
              <a:rPr lang="en-US" dirty="0"/>
              <a:t>Make model of data</a:t>
            </a:r>
          </a:p>
          <a:p>
            <a:r>
              <a:rPr lang="en-US" dirty="0"/>
              <a:t>Combine data with model</a:t>
            </a:r>
          </a:p>
          <a:p>
            <a:pPr lvl="1"/>
            <a:r>
              <a:rPr lang="en-US" dirty="0"/>
              <a:t>To reach conclusions</a:t>
            </a:r>
          </a:p>
          <a:p>
            <a:r>
              <a:rPr lang="en-US" dirty="0"/>
              <a:t>Evaluate model </a:t>
            </a:r>
          </a:p>
          <a:p>
            <a:pPr lvl="1"/>
            <a:r>
              <a:rPr lang="en-US" dirty="0"/>
              <a:t>Update</a:t>
            </a:r>
          </a:p>
          <a:p>
            <a:r>
              <a:rPr lang="en-US" dirty="0"/>
              <a:t>Repeat</a:t>
            </a:r>
          </a:p>
        </p:txBody>
      </p:sp>
      <p:pic>
        <p:nvPicPr>
          <p:cNvPr id="4" name="Picture 3">
            <a:extLst>
              <a:ext uri="{FF2B5EF4-FFF2-40B4-BE49-F238E27FC236}">
                <a16:creationId xmlns:a16="http://schemas.microsoft.com/office/drawing/2014/main" id="{8A7736B4-C704-D79A-D9C1-879C690AF139}"/>
              </a:ext>
            </a:extLst>
          </p:cNvPr>
          <p:cNvPicPr>
            <a:picLocks noChangeAspect="1"/>
          </p:cNvPicPr>
          <p:nvPr/>
        </p:nvPicPr>
        <p:blipFill>
          <a:blip r:embed="rId2"/>
          <a:srcRect l="25235" r="25904" b="9101"/>
          <a:stretch/>
        </p:blipFill>
        <p:spPr>
          <a:xfrm>
            <a:off x="6379779" y="1655983"/>
            <a:ext cx="5370787" cy="4666080"/>
          </a:xfrm>
          <a:prstGeom prst="rect">
            <a:avLst/>
          </a:prstGeom>
        </p:spPr>
      </p:pic>
      <p:sp>
        <p:nvSpPr>
          <p:cNvPr id="5" name="מציין מיקום של מספר שקופית 4">
            <a:extLst>
              <a:ext uri="{FF2B5EF4-FFF2-40B4-BE49-F238E27FC236}">
                <a16:creationId xmlns:a16="http://schemas.microsoft.com/office/drawing/2014/main" id="{FEDD333E-641E-4364-0DCB-6F62ABD00B5F}"/>
              </a:ext>
            </a:extLst>
          </p:cNvPr>
          <p:cNvSpPr>
            <a:spLocks noGrp="1"/>
          </p:cNvSpPr>
          <p:nvPr>
            <p:ph type="sldNum" sz="quarter" idx="12"/>
          </p:nvPr>
        </p:nvSpPr>
        <p:spPr/>
        <p:txBody>
          <a:bodyPr/>
          <a:lstStyle/>
          <a:p>
            <a:fld id="{B6796F57-8306-40D4-9229-37A3D19F0B5F}" type="slidenum">
              <a:rPr lang="LID4096" smtClean="0"/>
              <a:t>6</a:t>
            </a:fld>
            <a:endParaRPr lang="LID4096"/>
          </a:p>
        </p:txBody>
      </p:sp>
    </p:spTree>
    <p:extLst>
      <p:ext uri="{BB962C8B-B14F-4D97-AF65-F5344CB8AC3E}">
        <p14:creationId xmlns:p14="http://schemas.microsoft.com/office/powerpoint/2010/main" val="29775357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F76F41-FB5A-6816-819A-187962C092C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C91E73A-8859-7166-47A5-CCD4D7A929B8}"/>
              </a:ext>
            </a:extLst>
          </p:cNvPr>
          <p:cNvSpPr>
            <a:spLocks noGrp="1"/>
          </p:cNvSpPr>
          <p:nvPr>
            <p:ph type="title"/>
          </p:nvPr>
        </p:nvSpPr>
        <p:spPr>
          <a:xfrm>
            <a:off x="838200" y="20997"/>
            <a:ext cx="10515600" cy="1325563"/>
          </a:xfrm>
        </p:spPr>
        <p:txBody>
          <a:bodyPr/>
          <a:lstStyle/>
          <a:p>
            <a:r>
              <a:rPr lang="en-US" dirty="0"/>
              <a:t>Conditional Probability - Reminder</a:t>
            </a:r>
            <a:endParaRPr lang="LID4096"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A961B59-7064-313B-B113-19E03D28378E}"/>
                  </a:ext>
                </a:extLst>
              </p:cNvPr>
              <p:cNvSpPr>
                <a:spLocks noGrp="1"/>
              </p:cNvSpPr>
              <p:nvPr>
                <p:ph idx="1"/>
              </p:nvPr>
            </p:nvSpPr>
            <p:spPr>
              <a:xfrm>
                <a:off x="838200" y="1159747"/>
                <a:ext cx="10881852" cy="5378705"/>
              </a:xfrm>
            </p:spPr>
            <p:txBody>
              <a:bodyPr>
                <a:normAutofit/>
              </a:bodyPr>
              <a:lstStyle/>
              <a:p>
                <a:pPr>
                  <a:lnSpc>
                    <a:spcPct val="150000"/>
                  </a:lnSpc>
                  <a:buFont typeface="Wingdings" panose="05000000000000000000" pitchFamily="2" charset="2"/>
                  <a:buChar char="§"/>
                </a:pPr>
                <a:r>
                  <a:rPr lang="en-GB" dirty="0"/>
                  <a:t>What is the chance of event A if we know that event B has occurred?</a:t>
                </a:r>
              </a:p>
              <a:p>
                <a:pPr marL="457200" lvl="1" indent="0">
                  <a:lnSpc>
                    <a:spcPct val="150000"/>
                  </a:lnSpc>
                  <a:buNone/>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𝑃</m:t>
                      </m:r>
                      <m:d>
                        <m:dPr>
                          <m:ctrlPr>
                            <a:rPr lang="en-GB" b="0" i="1" smtClean="0">
                              <a:latin typeface="Cambria Math" panose="02040503050406030204" pitchFamily="18" charset="0"/>
                            </a:rPr>
                          </m:ctrlPr>
                        </m:dPr>
                        <m:e>
                          <m:r>
                            <a:rPr lang="en-GB" b="0" i="1" smtClean="0">
                              <a:latin typeface="Cambria Math" panose="02040503050406030204" pitchFamily="18" charset="0"/>
                            </a:rPr>
                            <m:t>𝐴</m:t>
                          </m:r>
                        </m:e>
                        <m:e>
                          <m:r>
                            <a:rPr lang="en-GB" b="0" i="1" smtClean="0">
                              <a:latin typeface="Cambria Math" panose="02040503050406030204" pitchFamily="18" charset="0"/>
                            </a:rPr>
                            <m:t>𝐵</m:t>
                          </m:r>
                        </m:e>
                      </m:d>
                      <m:r>
                        <a:rPr lang="en-GB" b="0" i="1" smtClean="0">
                          <a:latin typeface="Cambria Math" panose="02040503050406030204" pitchFamily="18" charset="0"/>
                        </a:rPr>
                        <m:t>=</m:t>
                      </m:r>
                      <m:f>
                        <m:fPr>
                          <m:ctrlPr>
                            <a:rPr lang="en-GB" b="0" i="1" smtClean="0">
                              <a:latin typeface="Cambria Math" panose="02040503050406030204" pitchFamily="18" charset="0"/>
                            </a:rPr>
                          </m:ctrlPr>
                        </m:fPr>
                        <m:num>
                          <m:r>
                            <a:rPr lang="en-GB" b="0" i="1" smtClean="0">
                              <a:latin typeface="Cambria Math" panose="02040503050406030204" pitchFamily="18" charset="0"/>
                            </a:rPr>
                            <m:t>𝑃</m:t>
                          </m:r>
                          <m:d>
                            <m:dPr>
                              <m:ctrlPr>
                                <a:rPr lang="en-GB" b="0" i="1" smtClean="0">
                                  <a:latin typeface="Cambria Math" panose="02040503050406030204" pitchFamily="18" charset="0"/>
                                </a:rPr>
                              </m:ctrlPr>
                            </m:dPr>
                            <m:e>
                              <m:r>
                                <a:rPr lang="en-GB" b="0" i="1" smtClean="0">
                                  <a:latin typeface="Cambria Math" panose="02040503050406030204" pitchFamily="18" charset="0"/>
                                </a:rPr>
                                <m:t>𝐴</m:t>
                              </m:r>
                              <m:r>
                                <a:rPr lang="en-GB" b="0" i="1" smtClean="0">
                                  <a:latin typeface="Cambria Math" panose="02040503050406030204" pitchFamily="18" charset="0"/>
                                </a:rPr>
                                <m:t>, </m:t>
                              </m:r>
                              <m:r>
                                <a:rPr lang="en-GB" b="0" i="1" smtClean="0">
                                  <a:latin typeface="Cambria Math" panose="02040503050406030204" pitchFamily="18" charset="0"/>
                                </a:rPr>
                                <m:t>𝐵</m:t>
                              </m:r>
                            </m:e>
                          </m:d>
                        </m:num>
                        <m:den>
                          <m:r>
                            <a:rPr lang="en-GB" b="0" i="1" smtClean="0">
                              <a:latin typeface="Cambria Math" panose="02040503050406030204" pitchFamily="18" charset="0"/>
                            </a:rPr>
                            <m:t>𝑃</m:t>
                          </m:r>
                          <m:d>
                            <m:dPr>
                              <m:ctrlPr>
                                <a:rPr lang="en-GB" b="0" i="1" smtClean="0">
                                  <a:latin typeface="Cambria Math" panose="02040503050406030204" pitchFamily="18" charset="0"/>
                                </a:rPr>
                              </m:ctrlPr>
                            </m:dPr>
                            <m:e>
                              <m:r>
                                <a:rPr lang="en-GB" b="0" i="1" smtClean="0">
                                  <a:latin typeface="Cambria Math" panose="02040503050406030204" pitchFamily="18" charset="0"/>
                                </a:rPr>
                                <m:t>𝐵</m:t>
                              </m:r>
                            </m:e>
                          </m:d>
                        </m:den>
                      </m:f>
                      <m:r>
                        <a:rPr lang="en-GB" b="0" i="1" smtClean="0">
                          <a:latin typeface="Cambria Math" panose="02040503050406030204" pitchFamily="18" charset="0"/>
                        </a:rPr>
                        <m:t>, </m:t>
                      </m:r>
                      <m:r>
                        <a:rPr lang="en-GB" b="0" i="1" smtClean="0">
                          <a:latin typeface="Cambria Math" panose="02040503050406030204" pitchFamily="18" charset="0"/>
                        </a:rPr>
                        <m:t>𝑃</m:t>
                      </m:r>
                      <m:d>
                        <m:dPr>
                          <m:ctrlPr>
                            <a:rPr lang="en-GB" b="0" i="1" smtClean="0">
                              <a:latin typeface="Cambria Math" panose="02040503050406030204" pitchFamily="18" charset="0"/>
                            </a:rPr>
                          </m:ctrlPr>
                        </m:dPr>
                        <m:e>
                          <m:r>
                            <a:rPr lang="en-GB" b="0" i="1" smtClean="0">
                              <a:latin typeface="Cambria Math" panose="02040503050406030204" pitchFamily="18" charset="0"/>
                            </a:rPr>
                            <m:t>𝐵</m:t>
                          </m:r>
                        </m:e>
                      </m:d>
                      <m:r>
                        <a:rPr lang="en-GB" b="0" i="1" smtClean="0">
                          <a:latin typeface="Cambria Math" panose="02040503050406030204" pitchFamily="18" charset="0"/>
                        </a:rPr>
                        <m:t>&gt;</m:t>
                      </m:r>
                      <m:r>
                        <a:rPr lang="en-GB" b="0" i="1" smtClean="0">
                          <a:latin typeface="Cambria Math" panose="02040503050406030204" pitchFamily="18" charset="0"/>
                        </a:rPr>
                        <m:t>0</m:t>
                      </m:r>
                    </m:oMath>
                  </m:oMathPara>
                </a14:m>
                <a:endParaRPr lang="en-GB" b="0" dirty="0"/>
              </a:p>
              <a:p>
                <a:pPr marL="0" indent="0">
                  <a:buNone/>
                </a:pPr>
                <a:endParaRPr lang="en-US" dirty="0"/>
              </a:p>
            </p:txBody>
          </p:sp>
        </mc:Choice>
        <mc:Fallback xmlns="">
          <p:sp>
            <p:nvSpPr>
              <p:cNvPr id="3" name="Content Placeholder 2">
                <a:extLst>
                  <a:ext uri="{FF2B5EF4-FFF2-40B4-BE49-F238E27FC236}">
                    <a16:creationId xmlns:a16="http://schemas.microsoft.com/office/drawing/2014/main" id="{292E075D-8ED4-F345-024B-6E656BE29345}"/>
                  </a:ext>
                </a:extLst>
              </p:cNvPr>
              <p:cNvSpPr>
                <a:spLocks noGrp="1" noRot="1" noChangeAspect="1" noMove="1" noResize="1" noEditPoints="1" noAdjustHandles="1" noChangeArrowheads="1" noChangeShapeType="1" noTextEdit="1"/>
              </p:cNvSpPr>
              <p:nvPr>
                <p:ph idx="1"/>
              </p:nvPr>
            </p:nvSpPr>
            <p:spPr>
              <a:xfrm>
                <a:off x="838200" y="1159747"/>
                <a:ext cx="10881852" cy="5378705"/>
              </a:xfrm>
              <a:blipFill>
                <a:blip r:embed="rId3"/>
                <a:stretch>
                  <a:fillRect l="-1008"/>
                </a:stretch>
              </a:blipFill>
            </p:spPr>
            <p:txBody>
              <a:bodyPr/>
              <a:lstStyle/>
              <a:p>
                <a:r>
                  <a:rPr lang="he-IL">
                    <a:noFill/>
                  </a:rPr>
                  <a:t> </a:t>
                </a:r>
              </a:p>
            </p:txBody>
          </p:sp>
        </mc:Fallback>
      </mc:AlternateContent>
      <p:sp>
        <p:nvSpPr>
          <p:cNvPr id="4" name="מציין מיקום של מספר שקופית 3">
            <a:extLst>
              <a:ext uri="{FF2B5EF4-FFF2-40B4-BE49-F238E27FC236}">
                <a16:creationId xmlns:a16="http://schemas.microsoft.com/office/drawing/2014/main" id="{D56A3913-5AC2-E1D8-11D6-AD092EE6197A}"/>
              </a:ext>
            </a:extLst>
          </p:cNvPr>
          <p:cNvSpPr>
            <a:spLocks noGrp="1"/>
          </p:cNvSpPr>
          <p:nvPr>
            <p:ph type="sldNum" sz="quarter" idx="12"/>
          </p:nvPr>
        </p:nvSpPr>
        <p:spPr/>
        <p:txBody>
          <a:bodyPr/>
          <a:lstStyle/>
          <a:p>
            <a:fld id="{B6796F57-8306-40D4-9229-37A3D19F0B5F}" type="slidenum">
              <a:rPr lang="LID4096" smtClean="0"/>
              <a:t>7</a:t>
            </a:fld>
            <a:endParaRPr lang="LID4096"/>
          </a:p>
        </p:txBody>
      </p:sp>
    </p:spTree>
    <p:extLst>
      <p:ext uri="{BB962C8B-B14F-4D97-AF65-F5344CB8AC3E}">
        <p14:creationId xmlns:p14="http://schemas.microsoft.com/office/powerpoint/2010/main" val="20248167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5116CF-6C89-91EF-891E-5E792C92D64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E7F2EB5-E7CA-F247-6E78-4D9150C80D05}"/>
              </a:ext>
            </a:extLst>
          </p:cNvPr>
          <p:cNvSpPr>
            <a:spLocks noGrp="1"/>
          </p:cNvSpPr>
          <p:nvPr>
            <p:ph type="title"/>
          </p:nvPr>
        </p:nvSpPr>
        <p:spPr>
          <a:xfrm>
            <a:off x="838200" y="20997"/>
            <a:ext cx="10515600" cy="1325563"/>
          </a:xfrm>
        </p:spPr>
        <p:txBody>
          <a:bodyPr/>
          <a:lstStyle/>
          <a:p>
            <a:r>
              <a:rPr lang="en-US" dirty="0"/>
              <a:t>Conditional Probability - Reminder</a:t>
            </a:r>
            <a:endParaRPr lang="LID4096" dirty="0"/>
          </a:p>
        </p:txBody>
      </p:sp>
      <p:sp>
        <p:nvSpPr>
          <p:cNvPr id="4" name="מציין מיקום של מספר שקופית 3">
            <a:extLst>
              <a:ext uri="{FF2B5EF4-FFF2-40B4-BE49-F238E27FC236}">
                <a16:creationId xmlns:a16="http://schemas.microsoft.com/office/drawing/2014/main" id="{64CC5793-A3DE-B548-46D1-18F30B761AE4}"/>
              </a:ext>
            </a:extLst>
          </p:cNvPr>
          <p:cNvSpPr>
            <a:spLocks noGrp="1"/>
          </p:cNvSpPr>
          <p:nvPr>
            <p:ph type="sldNum" sz="quarter" idx="12"/>
          </p:nvPr>
        </p:nvSpPr>
        <p:spPr/>
        <p:txBody>
          <a:bodyPr/>
          <a:lstStyle/>
          <a:p>
            <a:fld id="{B6796F57-8306-40D4-9229-37A3D19F0B5F}" type="slidenum">
              <a:rPr lang="LID4096" smtClean="0"/>
              <a:t>8</a:t>
            </a:fld>
            <a:endParaRPr lang="LID4096" dirty="0"/>
          </a:p>
        </p:txBody>
      </p:sp>
      <mc:AlternateContent xmlns:mc="http://schemas.openxmlformats.org/markup-compatibility/2006" xmlns:a14="http://schemas.microsoft.com/office/drawing/2010/main">
        <mc:Choice Requires="a14">
          <p:sp>
            <p:nvSpPr>
              <p:cNvPr id="7" name="מציין מיקום תוכן 6">
                <a:extLst>
                  <a:ext uri="{FF2B5EF4-FFF2-40B4-BE49-F238E27FC236}">
                    <a16:creationId xmlns:a16="http://schemas.microsoft.com/office/drawing/2014/main" id="{9C354480-E7B4-38DF-B49A-ACED0A4A2E91}"/>
                  </a:ext>
                </a:extLst>
              </p:cNvPr>
              <p:cNvSpPr>
                <a:spLocks noGrp="1"/>
              </p:cNvSpPr>
              <p:nvPr>
                <p:ph idx="1"/>
              </p:nvPr>
            </p:nvSpPr>
            <p:spPr>
              <a:xfrm>
                <a:off x="528484" y="1346560"/>
                <a:ext cx="10515600" cy="4351338"/>
              </a:xfrm>
            </p:spPr>
            <p:txBody>
              <a:bodyPr>
                <a:normAutofit fontScale="92500" lnSpcReduction="20000"/>
              </a:bodyPr>
              <a:lstStyle/>
              <a:p>
                <a:r>
                  <a:rPr lang="en-US" dirty="0"/>
                  <a:t>Remember</a:t>
                </a:r>
                <a:endParaRPr lang="en-US" sz="2400" dirty="0"/>
              </a:p>
              <a:p>
                <a:pPr marL="0" indent="0">
                  <a:buNone/>
                </a:pPr>
                <a14:m>
                  <m:oMathPara xmlns:m="http://schemas.openxmlformats.org/officeDocument/2006/math">
                    <m:oMathParaPr>
                      <m:jc m:val="centerGroup"/>
                    </m:oMathParaPr>
                    <m:oMath xmlns:m="http://schemas.openxmlformats.org/officeDocument/2006/math">
                      <m:r>
                        <a:rPr lang="en-US" i="1" dirty="0" smtClean="0">
                          <a:latin typeface="Cambria Math" panose="02040503050406030204" pitchFamily="18" charset="0"/>
                        </a:rPr>
                        <m:t>𝑃</m:t>
                      </m:r>
                      <m:d>
                        <m:dPr>
                          <m:ctrlPr>
                            <a:rPr lang="en-US" i="1" dirty="0" smtClean="0">
                              <a:latin typeface="Cambria Math" panose="02040503050406030204" pitchFamily="18" charset="0"/>
                            </a:rPr>
                          </m:ctrlPr>
                        </m:dPr>
                        <m:e>
                          <m:r>
                            <a:rPr lang="en-US" i="1" dirty="0" smtClean="0">
                              <a:latin typeface="Cambria Math" panose="02040503050406030204" pitchFamily="18" charset="0"/>
                            </a:rPr>
                            <m:t>𝐴</m:t>
                          </m:r>
                        </m:e>
                        <m:e>
                          <m:r>
                            <a:rPr lang="en-US" i="1" dirty="0" smtClean="0">
                              <a:latin typeface="Cambria Math" panose="02040503050406030204" pitchFamily="18" charset="0"/>
                            </a:rPr>
                            <m:t>𝐵</m:t>
                          </m:r>
                        </m:e>
                      </m:d>
                      <m:r>
                        <a:rPr lang="en-US" i="1" dirty="0" smtClean="0">
                          <a:latin typeface="Cambria Math" panose="02040503050406030204" pitchFamily="18" charset="0"/>
                        </a:rPr>
                        <m:t>≠ </m:t>
                      </m:r>
                      <m:r>
                        <a:rPr lang="en-US" i="1" dirty="0" smtClean="0">
                          <a:latin typeface="Cambria Math" panose="02040503050406030204" pitchFamily="18" charset="0"/>
                        </a:rPr>
                        <m:t>𝑃</m:t>
                      </m:r>
                      <m:d>
                        <m:dPr>
                          <m:ctrlPr>
                            <a:rPr lang="en-US" i="1" dirty="0" smtClean="0">
                              <a:latin typeface="Cambria Math" panose="02040503050406030204" pitchFamily="18" charset="0"/>
                            </a:rPr>
                          </m:ctrlPr>
                        </m:dPr>
                        <m:e>
                          <m:r>
                            <a:rPr lang="en-US" i="1" dirty="0" smtClean="0">
                              <a:latin typeface="Cambria Math" panose="02040503050406030204" pitchFamily="18" charset="0"/>
                            </a:rPr>
                            <m:t>𝐵</m:t>
                          </m:r>
                        </m:e>
                        <m:e>
                          <m:r>
                            <a:rPr lang="en-US" i="1" dirty="0" smtClean="0">
                              <a:latin typeface="Cambria Math" panose="02040503050406030204" pitchFamily="18" charset="0"/>
                            </a:rPr>
                            <m:t>𝐴</m:t>
                          </m:r>
                        </m:e>
                      </m:d>
                    </m:oMath>
                  </m:oMathPara>
                </a14:m>
                <a:endParaRPr lang="en-US" sz="2400" i="1" dirty="0">
                  <a:latin typeface="Cambria Math" panose="02040503050406030204" pitchFamily="18" charset="0"/>
                </a:endParaRPr>
              </a:p>
              <a:p>
                <a:pPr marL="0" indent="0">
                  <a:buNone/>
                </a:pPr>
                <a:endParaRPr lang="en-US" sz="2400" dirty="0"/>
              </a:p>
              <a:p>
                <a:pPr>
                  <a:lnSpc>
                    <a:spcPct val="150000"/>
                  </a:lnSpc>
                </a:pPr>
                <a:r>
                  <a:rPr lang="en-GB" sz="3200" dirty="0"/>
                  <a:t>The probability of a person being the Pope given that this person is Argentinian is not the same as the probability of being Argentinian given that this person is the Pope. </a:t>
                </a:r>
              </a:p>
              <a:p>
                <a:pPr lvl="1">
                  <a:lnSpc>
                    <a:spcPct val="150000"/>
                  </a:lnSpc>
                </a:pPr>
                <a:r>
                  <a:rPr lang="en-GB" sz="2800" dirty="0"/>
                  <a:t>There are around 47,000,000 Argentinians alive and a single one of them is the current Pope - </a:t>
                </a:r>
                <a14:m>
                  <m:oMath xmlns:m="http://schemas.openxmlformats.org/officeDocument/2006/math">
                    <m:r>
                      <a:rPr lang="en-GB" sz="2800">
                        <a:latin typeface="Cambria Math" panose="02040503050406030204" pitchFamily="18" charset="0"/>
                      </a:rPr>
                      <m:t>𝑃</m:t>
                    </m:r>
                    <m:d>
                      <m:dPr>
                        <m:ctrlPr>
                          <a:rPr lang="en-GB" sz="2800" i="1">
                            <a:latin typeface="Cambria Math" panose="02040503050406030204" pitchFamily="18" charset="0"/>
                          </a:rPr>
                        </m:ctrlPr>
                      </m:dPr>
                      <m:e>
                        <m:r>
                          <a:rPr lang="en-GB" sz="2800">
                            <a:latin typeface="Cambria Math" panose="02040503050406030204" pitchFamily="18" charset="0"/>
                          </a:rPr>
                          <m:t>𝑝𝑜𝑝𝑒</m:t>
                        </m:r>
                      </m:e>
                      <m:e>
                        <m:r>
                          <a:rPr lang="en-GB" sz="2800">
                            <a:latin typeface="Cambria Math" panose="02040503050406030204" pitchFamily="18" charset="0"/>
                          </a:rPr>
                          <m:t>𝐴𝑟𝑔𝑒𝑛𝑡𝑖𝑛𝑖𝑎𝑛</m:t>
                        </m:r>
                      </m:e>
                    </m:d>
                    <m:r>
                      <a:rPr lang="en-GB" sz="2800">
                        <a:latin typeface="Cambria Math" panose="02040503050406030204" pitchFamily="18" charset="0"/>
                      </a:rPr>
                      <m:t>=</m:t>
                    </m:r>
                    <m:f>
                      <m:fPr>
                        <m:ctrlPr>
                          <a:rPr lang="en-GB" sz="2800" i="1">
                            <a:latin typeface="Cambria Math" panose="02040503050406030204" pitchFamily="18" charset="0"/>
                          </a:rPr>
                        </m:ctrlPr>
                      </m:fPr>
                      <m:num>
                        <m:r>
                          <a:rPr lang="en-GB" sz="2800">
                            <a:latin typeface="Cambria Math" panose="02040503050406030204" pitchFamily="18" charset="0"/>
                          </a:rPr>
                          <m:t>1</m:t>
                        </m:r>
                      </m:num>
                      <m:den>
                        <m:r>
                          <a:rPr lang="en-GB" sz="2800">
                            <a:latin typeface="Cambria Math" panose="02040503050406030204" pitchFamily="18" charset="0"/>
                          </a:rPr>
                          <m:t>47</m:t>
                        </m:r>
                        <m:r>
                          <a:rPr lang="en-GB" sz="2800">
                            <a:latin typeface="Cambria Math" panose="02040503050406030204" pitchFamily="18" charset="0"/>
                          </a:rPr>
                          <m:t>,</m:t>
                        </m:r>
                        <m:r>
                          <a:rPr lang="en-GB" sz="2800">
                            <a:latin typeface="Cambria Math" panose="02040503050406030204" pitchFamily="18" charset="0"/>
                          </a:rPr>
                          <m:t>000</m:t>
                        </m:r>
                        <m:r>
                          <a:rPr lang="en-GB" sz="2800">
                            <a:latin typeface="Cambria Math" panose="02040503050406030204" pitchFamily="18" charset="0"/>
                          </a:rPr>
                          <m:t>,</m:t>
                        </m:r>
                        <m:r>
                          <a:rPr lang="en-GB" sz="2800">
                            <a:latin typeface="Cambria Math" panose="02040503050406030204" pitchFamily="18" charset="0"/>
                          </a:rPr>
                          <m:t>000</m:t>
                        </m:r>
                      </m:den>
                    </m:f>
                  </m:oMath>
                </a14:m>
                <a:endParaRPr lang="en-US" sz="2400" dirty="0"/>
              </a:p>
              <a:p>
                <a:pPr marL="0" indent="0">
                  <a:buNone/>
                </a:pPr>
                <a:endParaRPr lang="en-US" sz="2400" dirty="0"/>
              </a:p>
              <a:p>
                <a:endParaRPr lang="en-US" sz="2400" dirty="0"/>
              </a:p>
              <a:p>
                <a:pPr marL="0" indent="0">
                  <a:buNone/>
                </a:pPr>
                <a:endParaRPr lang="he-IL" sz="2400" dirty="0"/>
              </a:p>
            </p:txBody>
          </p:sp>
        </mc:Choice>
        <mc:Fallback xmlns="">
          <p:sp>
            <p:nvSpPr>
              <p:cNvPr id="7" name="מציין מיקום תוכן 6">
                <a:extLst>
                  <a:ext uri="{FF2B5EF4-FFF2-40B4-BE49-F238E27FC236}">
                    <a16:creationId xmlns:a16="http://schemas.microsoft.com/office/drawing/2014/main" id="{DC4A87F3-43CF-C2EE-965D-06F2CBFA5020}"/>
                  </a:ext>
                </a:extLst>
              </p:cNvPr>
              <p:cNvSpPr>
                <a:spLocks noGrp="1" noRot="1" noChangeAspect="1" noMove="1" noResize="1" noEditPoints="1" noAdjustHandles="1" noChangeArrowheads="1" noChangeShapeType="1" noTextEdit="1"/>
              </p:cNvSpPr>
              <p:nvPr>
                <p:ph idx="1"/>
              </p:nvPr>
            </p:nvSpPr>
            <p:spPr>
              <a:xfrm>
                <a:off x="528484" y="1346560"/>
                <a:ext cx="10515600" cy="4351338"/>
              </a:xfrm>
              <a:blipFill>
                <a:blip r:embed="rId3"/>
                <a:stretch>
                  <a:fillRect l="-1217" t="-3361" r="-2087" b="-980"/>
                </a:stretch>
              </a:blipFill>
            </p:spPr>
            <p:txBody>
              <a:bodyPr/>
              <a:lstStyle/>
              <a:p>
                <a:r>
                  <a:rPr lang="he-IL">
                    <a:noFill/>
                  </a:rPr>
                  <a:t> </a:t>
                </a:r>
              </a:p>
            </p:txBody>
          </p:sp>
        </mc:Fallback>
      </mc:AlternateContent>
    </p:spTree>
    <p:extLst>
      <p:ext uri="{BB962C8B-B14F-4D97-AF65-F5344CB8AC3E}">
        <p14:creationId xmlns:p14="http://schemas.microsoft.com/office/powerpoint/2010/main" val="12829188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1A7B38-CC99-1DD8-4AFF-5DA8E2C8A505}"/>
            </a:ext>
          </a:extLst>
        </p:cNvPr>
        <p:cNvGrpSpPr/>
        <p:nvPr/>
      </p:nvGrpSpPr>
      <p:grpSpPr>
        <a:xfrm>
          <a:off x="0" y="0"/>
          <a:ext cx="0" cy="0"/>
          <a:chOff x="0" y="0"/>
          <a:chExt cx="0" cy="0"/>
        </a:xfrm>
      </p:grpSpPr>
      <p:sp>
        <p:nvSpPr>
          <p:cNvPr id="2" name="כותרת 1">
            <a:extLst>
              <a:ext uri="{FF2B5EF4-FFF2-40B4-BE49-F238E27FC236}">
                <a16:creationId xmlns:a16="http://schemas.microsoft.com/office/drawing/2014/main" id="{543843AF-AACF-E317-8D7A-57C434BE614F}"/>
              </a:ext>
            </a:extLst>
          </p:cNvPr>
          <p:cNvSpPr>
            <a:spLocks noGrp="1"/>
          </p:cNvSpPr>
          <p:nvPr>
            <p:ph type="title"/>
          </p:nvPr>
        </p:nvSpPr>
        <p:spPr/>
        <p:txBody>
          <a:bodyPr/>
          <a:lstStyle/>
          <a:p>
            <a:r>
              <a:rPr lang="en-US" dirty="0"/>
              <a:t>From Conditional Probability to Bayes Rule</a:t>
            </a:r>
            <a:endParaRPr lang="he-IL" dirty="0"/>
          </a:p>
        </p:txBody>
      </p:sp>
      <mc:AlternateContent xmlns:mc="http://schemas.openxmlformats.org/markup-compatibility/2006" xmlns:a14="http://schemas.microsoft.com/office/drawing/2010/main">
        <mc:Choice Requires="a14">
          <p:sp>
            <p:nvSpPr>
              <p:cNvPr id="3" name="מציין מיקום תוכן 2">
                <a:extLst>
                  <a:ext uri="{FF2B5EF4-FFF2-40B4-BE49-F238E27FC236}">
                    <a16:creationId xmlns:a16="http://schemas.microsoft.com/office/drawing/2014/main" id="{235BCD56-D914-F417-A2A8-C6404C60F525}"/>
                  </a:ext>
                </a:extLst>
              </p:cNvPr>
              <p:cNvSpPr>
                <a:spLocks noGrp="1"/>
              </p:cNvSpPr>
              <p:nvPr>
                <p:ph idx="1"/>
              </p:nvPr>
            </p:nvSpPr>
            <p:spPr/>
            <p:txBody>
              <a:bodyPr>
                <a:normAutofit/>
              </a:bodyPr>
              <a:lstStyle/>
              <a:p>
                <a:pPr marL="0" indent="0">
                  <a:buNone/>
                </a:pPr>
                <a14:m>
                  <m:oMath xmlns:m="http://schemas.openxmlformats.org/officeDocument/2006/math">
                    <m:r>
                      <a:rPr lang="en-GB" i="1">
                        <a:latin typeface="Cambria Math" panose="02040503050406030204" pitchFamily="18" charset="0"/>
                      </a:rPr>
                      <m:t>𝑃</m:t>
                    </m:r>
                    <m:d>
                      <m:dPr>
                        <m:ctrlPr>
                          <a:rPr lang="en-GB" i="1">
                            <a:latin typeface="Cambria Math" panose="02040503050406030204" pitchFamily="18" charset="0"/>
                          </a:rPr>
                        </m:ctrlPr>
                      </m:dPr>
                      <m:e>
                        <m:r>
                          <a:rPr lang="en-GB" i="1">
                            <a:latin typeface="Cambria Math" panose="02040503050406030204" pitchFamily="18" charset="0"/>
                          </a:rPr>
                          <m:t>𝐴</m:t>
                        </m:r>
                      </m:e>
                      <m:e>
                        <m:r>
                          <a:rPr lang="en-GB" i="1">
                            <a:latin typeface="Cambria Math" panose="02040503050406030204" pitchFamily="18" charset="0"/>
                          </a:rPr>
                          <m:t>𝐵</m:t>
                        </m:r>
                      </m:e>
                    </m:d>
                    <m:r>
                      <a:rPr lang="en-GB" i="1">
                        <a:latin typeface="Cambria Math" panose="02040503050406030204" pitchFamily="18" charset="0"/>
                      </a:rPr>
                      <m:t>=</m:t>
                    </m:r>
                    <m:f>
                      <m:fPr>
                        <m:ctrlPr>
                          <a:rPr lang="en-GB" i="1">
                            <a:latin typeface="Cambria Math" panose="02040503050406030204" pitchFamily="18" charset="0"/>
                          </a:rPr>
                        </m:ctrlPr>
                      </m:fPr>
                      <m:num>
                        <m:r>
                          <a:rPr lang="en-GB" i="1" smtClean="0">
                            <a:solidFill>
                              <a:srgbClr val="7030A0"/>
                            </a:solidFill>
                            <a:latin typeface="Cambria Math" panose="02040503050406030204" pitchFamily="18" charset="0"/>
                          </a:rPr>
                          <m:t>𝑃</m:t>
                        </m:r>
                        <m:d>
                          <m:dPr>
                            <m:ctrlPr>
                              <a:rPr lang="en-GB" i="1">
                                <a:solidFill>
                                  <a:srgbClr val="7030A0"/>
                                </a:solidFill>
                                <a:latin typeface="Cambria Math" panose="02040503050406030204" pitchFamily="18" charset="0"/>
                              </a:rPr>
                            </m:ctrlPr>
                          </m:dPr>
                          <m:e>
                            <m:r>
                              <a:rPr lang="en-GB" i="1">
                                <a:solidFill>
                                  <a:srgbClr val="7030A0"/>
                                </a:solidFill>
                                <a:latin typeface="Cambria Math" panose="02040503050406030204" pitchFamily="18" charset="0"/>
                              </a:rPr>
                              <m:t>𝐴</m:t>
                            </m:r>
                            <m:r>
                              <a:rPr lang="en-GB" i="1">
                                <a:solidFill>
                                  <a:srgbClr val="7030A0"/>
                                </a:solidFill>
                                <a:latin typeface="Cambria Math" panose="02040503050406030204" pitchFamily="18" charset="0"/>
                              </a:rPr>
                              <m:t>, </m:t>
                            </m:r>
                            <m:r>
                              <a:rPr lang="en-GB" i="1">
                                <a:solidFill>
                                  <a:srgbClr val="7030A0"/>
                                </a:solidFill>
                                <a:latin typeface="Cambria Math" panose="02040503050406030204" pitchFamily="18" charset="0"/>
                              </a:rPr>
                              <m:t>𝐵</m:t>
                            </m:r>
                          </m:e>
                        </m:d>
                      </m:num>
                      <m:den>
                        <m:r>
                          <a:rPr lang="en-GB" i="1">
                            <a:latin typeface="Cambria Math" panose="02040503050406030204" pitchFamily="18" charset="0"/>
                          </a:rPr>
                          <m:t>𝑃</m:t>
                        </m:r>
                        <m:d>
                          <m:dPr>
                            <m:ctrlPr>
                              <a:rPr lang="en-GB" i="1">
                                <a:latin typeface="Cambria Math" panose="02040503050406030204" pitchFamily="18" charset="0"/>
                              </a:rPr>
                            </m:ctrlPr>
                          </m:dPr>
                          <m:e>
                            <m:r>
                              <a:rPr lang="en-GB" i="1">
                                <a:latin typeface="Cambria Math" panose="02040503050406030204" pitchFamily="18" charset="0"/>
                              </a:rPr>
                              <m:t>𝐵</m:t>
                            </m:r>
                          </m:e>
                        </m:d>
                      </m:den>
                    </m:f>
                  </m:oMath>
                </a14:m>
                <a:r>
                  <a:rPr lang="en-US" dirty="0"/>
                  <a:t>                                </a:t>
                </a:r>
                <a14:m>
                  <m:oMath xmlns:m="http://schemas.openxmlformats.org/officeDocument/2006/math">
                    <m:r>
                      <a:rPr lang="en-GB" i="1">
                        <a:latin typeface="Cambria Math" panose="02040503050406030204" pitchFamily="18" charset="0"/>
                      </a:rPr>
                      <m:t>𝑃</m:t>
                    </m:r>
                    <m:d>
                      <m:dPr>
                        <m:ctrlPr>
                          <a:rPr lang="en-GB" i="1">
                            <a:latin typeface="Cambria Math" panose="02040503050406030204" pitchFamily="18" charset="0"/>
                          </a:rPr>
                        </m:ctrlPr>
                      </m:dPr>
                      <m:e>
                        <m:r>
                          <a:rPr lang="en-US" b="0" i="1" smtClean="0">
                            <a:latin typeface="Cambria Math" panose="02040503050406030204" pitchFamily="18" charset="0"/>
                          </a:rPr>
                          <m:t>𝐵</m:t>
                        </m:r>
                      </m:e>
                      <m:e>
                        <m:r>
                          <a:rPr lang="en-US" b="0" i="1" smtClean="0">
                            <a:latin typeface="Cambria Math" panose="02040503050406030204" pitchFamily="18" charset="0"/>
                          </a:rPr>
                          <m:t>𝐴</m:t>
                        </m:r>
                      </m:e>
                    </m:d>
                    <m:r>
                      <a:rPr lang="en-GB" i="1">
                        <a:latin typeface="Cambria Math" panose="02040503050406030204" pitchFamily="18" charset="0"/>
                      </a:rPr>
                      <m:t>=</m:t>
                    </m:r>
                    <m:f>
                      <m:fPr>
                        <m:ctrlPr>
                          <a:rPr lang="en-GB" i="1" smtClean="0">
                            <a:latin typeface="Cambria Math" panose="02040503050406030204" pitchFamily="18" charset="0"/>
                          </a:rPr>
                        </m:ctrlPr>
                      </m:fPr>
                      <m:num>
                        <m:r>
                          <a:rPr lang="en-GB" i="1" smtClean="0">
                            <a:solidFill>
                              <a:srgbClr val="7030A0"/>
                            </a:solidFill>
                            <a:latin typeface="Cambria Math" panose="02040503050406030204" pitchFamily="18" charset="0"/>
                          </a:rPr>
                          <m:t>𝑃</m:t>
                        </m:r>
                        <m:d>
                          <m:dPr>
                            <m:ctrlPr>
                              <a:rPr lang="en-GB" i="1">
                                <a:solidFill>
                                  <a:srgbClr val="7030A0"/>
                                </a:solidFill>
                                <a:latin typeface="Cambria Math" panose="02040503050406030204" pitchFamily="18" charset="0"/>
                              </a:rPr>
                            </m:ctrlPr>
                          </m:dPr>
                          <m:e>
                            <m:r>
                              <a:rPr lang="en-GB" i="1">
                                <a:solidFill>
                                  <a:srgbClr val="7030A0"/>
                                </a:solidFill>
                                <a:latin typeface="Cambria Math" panose="02040503050406030204" pitchFamily="18" charset="0"/>
                              </a:rPr>
                              <m:t>𝐴</m:t>
                            </m:r>
                            <m:r>
                              <a:rPr lang="en-GB" i="1">
                                <a:solidFill>
                                  <a:srgbClr val="7030A0"/>
                                </a:solidFill>
                                <a:latin typeface="Cambria Math" panose="02040503050406030204" pitchFamily="18" charset="0"/>
                              </a:rPr>
                              <m:t>, </m:t>
                            </m:r>
                            <m:r>
                              <a:rPr lang="en-GB" i="1">
                                <a:solidFill>
                                  <a:srgbClr val="7030A0"/>
                                </a:solidFill>
                                <a:latin typeface="Cambria Math" panose="02040503050406030204" pitchFamily="18" charset="0"/>
                              </a:rPr>
                              <m:t>𝐵</m:t>
                            </m:r>
                          </m:e>
                        </m:d>
                      </m:num>
                      <m:den>
                        <m:r>
                          <a:rPr lang="en-GB" i="1">
                            <a:latin typeface="Cambria Math" panose="02040503050406030204" pitchFamily="18" charset="0"/>
                          </a:rPr>
                          <m:t>𝑃</m:t>
                        </m:r>
                        <m:d>
                          <m:dPr>
                            <m:ctrlPr>
                              <a:rPr lang="en-GB" i="1">
                                <a:latin typeface="Cambria Math" panose="02040503050406030204" pitchFamily="18" charset="0"/>
                              </a:rPr>
                            </m:ctrlPr>
                          </m:dPr>
                          <m:e>
                            <m:r>
                              <a:rPr lang="en-US" b="0" i="1" smtClean="0">
                                <a:latin typeface="Cambria Math" panose="02040503050406030204" pitchFamily="18" charset="0"/>
                              </a:rPr>
                              <m:t>𝐴</m:t>
                            </m:r>
                          </m:e>
                        </m:d>
                      </m:den>
                    </m:f>
                  </m:oMath>
                </a14:m>
                <a:endParaRPr lang="en-US" dirty="0"/>
              </a:p>
              <a:p>
                <a:pPr marL="0" indent="0">
                  <a:buNone/>
                </a:pPr>
                <a14:m>
                  <m:oMath xmlns:m="http://schemas.openxmlformats.org/officeDocument/2006/math">
                    <m:r>
                      <a:rPr lang="en-GB" i="1" smtClean="0">
                        <a:solidFill>
                          <a:srgbClr val="7030A0"/>
                        </a:solidFill>
                        <a:latin typeface="Cambria Math" panose="02040503050406030204" pitchFamily="18" charset="0"/>
                      </a:rPr>
                      <m:t>𝑃</m:t>
                    </m:r>
                    <m:d>
                      <m:dPr>
                        <m:ctrlPr>
                          <a:rPr lang="en-GB" i="1">
                            <a:solidFill>
                              <a:srgbClr val="7030A0"/>
                            </a:solidFill>
                            <a:latin typeface="Cambria Math" panose="02040503050406030204" pitchFamily="18" charset="0"/>
                          </a:rPr>
                        </m:ctrlPr>
                      </m:dPr>
                      <m:e>
                        <m:r>
                          <a:rPr lang="en-GB" i="1">
                            <a:solidFill>
                              <a:srgbClr val="7030A0"/>
                            </a:solidFill>
                            <a:latin typeface="Cambria Math" panose="02040503050406030204" pitchFamily="18" charset="0"/>
                          </a:rPr>
                          <m:t>𝐴</m:t>
                        </m:r>
                        <m:r>
                          <a:rPr lang="en-GB" i="1">
                            <a:solidFill>
                              <a:srgbClr val="7030A0"/>
                            </a:solidFill>
                            <a:latin typeface="Cambria Math" panose="02040503050406030204" pitchFamily="18" charset="0"/>
                          </a:rPr>
                          <m:t>, </m:t>
                        </m:r>
                        <m:r>
                          <a:rPr lang="en-GB" i="1">
                            <a:solidFill>
                              <a:srgbClr val="7030A0"/>
                            </a:solidFill>
                            <a:latin typeface="Cambria Math" panose="02040503050406030204" pitchFamily="18" charset="0"/>
                          </a:rPr>
                          <m:t>𝐵</m:t>
                        </m:r>
                      </m:e>
                    </m:d>
                    <m:r>
                      <a:rPr lang="en-US" b="0" i="1" smtClean="0">
                        <a:latin typeface="Cambria Math" panose="02040503050406030204" pitchFamily="18" charset="0"/>
                      </a:rPr>
                      <m:t>=</m:t>
                    </m:r>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𝐴</m:t>
                        </m:r>
                      </m:e>
                      <m:e>
                        <m:r>
                          <a:rPr lang="en-US" b="0" i="1" smtClean="0">
                            <a:latin typeface="Cambria Math" panose="02040503050406030204" pitchFamily="18" charset="0"/>
                          </a:rPr>
                          <m:t>𝐵</m:t>
                        </m:r>
                      </m:e>
                    </m:d>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𝐵</m:t>
                        </m:r>
                      </m:e>
                    </m:d>
                  </m:oMath>
                </a14:m>
                <a:r>
                  <a:rPr lang="en-US" b="0" dirty="0"/>
                  <a:t>                  </a:t>
                </a:r>
                <a14:m>
                  <m:oMath xmlns:m="http://schemas.openxmlformats.org/officeDocument/2006/math">
                    <m:r>
                      <a:rPr lang="en-GB" i="1" smtClean="0">
                        <a:solidFill>
                          <a:srgbClr val="7030A0"/>
                        </a:solidFill>
                        <a:latin typeface="Cambria Math" panose="02040503050406030204" pitchFamily="18" charset="0"/>
                      </a:rPr>
                      <m:t>𝑃</m:t>
                    </m:r>
                    <m:d>
                      <m:dPr>
                        <m:ctrlPr>
                          <a:rPr lang="en-GB" i="1">
                            <a:solidFill>
                              <a:srgbClr val="7030A0"/>
                            </a:solidFill>
                            <a:latin typeface="Cambria Math" panose="02040503050406030204" pitchFamily="18" charset="0"/>
                          </a:rPr>
                        </m:ctrlPr>
                      </m:dPr>
                      <m:e>
                        <m:r>
                          <a:rPr lang="en-GB" i="1">
                            <a:solidFill>
                              <a:srgbClr val="7030A0"/>
                            </a:solidFill>
                            <a:latin typeface="Cambria Math" panose="02040503050406030204" pitchFamily="18" charset="0"/>
                          </a:rPr>
                          <m:t>𝐴</m:t>
                        </m:r>
                        <m:r>
                          <a:rPr lang="en-GB" i="1">
                            <a:solidFill>
                              <a:srgbClr val="7030A0"/>
                            </a:solidFill>
                            <a:latin typeface="Cambria Math" panose="02040503050406030204" pitchFamily="18" charset="0"/>
                          </a:rPr>
                          <m:t>, </m:t>
                        </m:r>
                        <m:r>
                          <a:rPr lang="en-GB" i="1">
                            <a:solidFill>
                              <a:srgbClr val="7030A0"/>
                            </a:solidFill>
                            <a:latin typeface="Cambria Math" panose="02040503050406030204" pitchFamily="18" charset="0"/>
                          </a:rPr>
                          <m:t>𝐵</m:t>
                        </m:r>
                      </m:e>
                    </m:d>
                    <m:r>
                      <a:rPr lang="en-US" i="1">
                        <a:latin typeface="Cambria Math" panose="02040503050406030204" pitchFamily="18" charset="0"/>
                      </a:rPr>
                      <m:t>=</m:t>
                    </m:r>
                    <m:r>
                      <a:rPr lang="en-US" i="1">
                        <a:latin typeface="Cambria Math" panose="02040503050406030204" pitchFamily="18" charset="0"/>
                      </a:rPr>
                      <m:t>𝑃</m:t>
                    </m:r>
                    <m:d>
                      <m:dPr>
                        <m:ctrlPr>
                          <a:rPr lang="en-US" i="1">
                            <a:latin typeface="Cambria Math" panose="02040503050406030204" pitchFamily="18" charset="0"/>
                          </a:rPr>
                        </m:ctrlPr>
                      </m:dPr>
                      <m:e>
                        <m:r>
                          <a:rPr lang="en-US" b="0" i="1" smtClean="0">
                            <a:latin typeface="Cambria Math" panose="02040503050406030204" pitchFamily="18" charset="0"/>
                          </a:rPr>
                          <m:t>𝐵</m:t>
                        </m:r>
                      </m:e>
                      <m:e>
                        <m:r>
                          <a:rPr lang="en-US" b="0" i="1" smtClean="0">
                            <a:latin typeface="Cambria Math" panose="02040503050406030204" pitchFamily="18" charset="0"/>
                          </a:rPr>
                          <m:t>𝐴</m:t>
                        </m:r>
                      </m:e>
                    </m:d>
                    <m:r>
                      <a:rPr lang="en-US" i="1">
                        <a:latin typeface="Cambria Math" panose="02040503050406030204" pitchFamily="18" charset="0"/>
                      </a:rPr>
                      <m:t>𝑃</m:t>
                    </m:r>
                    <m:d>
                      <m:dPr>
                        <m:ctrlPr>
                          <a:rPr lang="en-US" i="1">
                            <a:latin typeface="Cambria Math" panose="02040503050406030204" pitchFamily="18" charset="0"/>
                          </a:rPr>
                        </m:ctrlPr>
                      </m:dPr>
                      <m:e>
                        <m:r>
                          <a:rPr lang="en-US" b="0" i="1" smtClean="0">
                            <a:latin typeface="Cambria Math" panose="02040503050406030204" pitchFamily="18" charset="0"/>
                          </a:rPr>
                          <m:t>𝐴</m:t>
                        </m:r>
                      </m:e>
                    </m:d>
                  </m:oMath>
                </a14:m>
                <a:r>
                  <a:rPr lang="en-US" dirty="0"/>
                  <a:t>                 </a:t>
                </a:r>
                <a:r>
                  <a:rPr lang="en-US" b="0" dirty="0"/>
                  <a:t>  </a:t>
                </a:r>
              </a:p>
              <a:p>
                <a:pPr marL="0" indent="0">
                  <a:buNone/>
                </a:pPr>
                <a:br>
                  <a:rPr lang="en-US" i="1" dirty="0">
                    <a:latin typeface="Cambria Math" panose="02040503050406030204" pitchFamily="18" charset="0"/>
                  </a:rPr>
                </a:br>
                <a:endParaRPr lang="en-US"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𝑃</m:t>
                      </m:r>
                      <m:d>
                        <m:dPr>
                          <m:ctrlPr>
                            <a:rPr lang="en-US" i="1">
                              <a:latin typeface="Cambria Math" panose="02040503050406030204" pitchFamily="18" charset="0"/>
                            </a:rPr>
                          </m:ctrlPr>
                        </m:dPr>
                        <m:e>
                          <m:r>
                            <a:rPr lang="en-US" i="1">
                              <a:latin typeface="Cambria Math" panose="02040503050406030204" pitchFamily="18" charset="0"/>
                            </a:rPr>
                            <m:t>𝐴</m:t>
                          </m:r>
                        </m:e>
                        <m:e>
                          <m:r>
                            <a:rPr lang="en-US" i="1">
                              <a:latin typeface="Cambria Math" panose="02040503050406030204" pitchFamily="18" charset="0"/>
                            </a:rPr>
                            <m:t>𝐵</m:t>
                          </m:r>
                        </m:e>
                      </m:d>
                      <m:r>
                        <a:rPr lang="en-US" i="1">
                          <a:latin typeface="Cambria Math" panose="02040503050406030204" pitchFamily="18" charset="0"/>
                        </a:rPr>
                        <m:t>𝑃</m:t>
                      </m:r>
                      <m:d>
                        <m:dPr>
                          <m:ctrlPr>
                            <a:rPr lang="en-US" i="1">
                              <a:latin typeface="Cambria Math" panose="02040503050406030204" pitchFamily="18" charset="0"/>
                            </a:rPr>
                          </m:ctrlPr>
                        </m:dPr>
                        <m:e>
                          <m:r>
                            <a:rPr lang="en-US" i="1">
                              <a:latin typeface="Cambria Math" panose="02040503050406030204" pitchFamily="18" charset="0"/>
                            </a:rPr>
                            <m:t>𝐵</m:t>
                          </m:r>
                        </m:e>
                      </m:d>
                      <m:r>
                        <a:rPr lang="en-US" b="0" i="0" smtClean="0">
                          <a:latin typeface="Cambria Math" panose="02040503050406030204" pitchFamily="18" charset="0"/>
                        </a:rPr>
                        <m:t>= </m:t>
                      </m:r>
                      <m:r>
                        <a:rPr lang="en-US" i="1">
                          <a:latin typeface="Cambria Math" panose="02040503050406030204" pitchFamily="18" charset="0"/>
                        </a:rPr>
                        <m:t>𝑃</m:t>
                      </m:r>
                      <m:d>
                        <m:dPr>
                          <m:ctrlPr>
                            <a:rPr lang="en-US" i="1">
                              <a:latin typeface="Cambria Math" panose="02040503050406030204" pitchFamily="18" charset="0"/>
                            </a:rPr>
                          </m:ctrlPr>
                        </m:dPr>
                        <m:e>
                          <m:r>
                            <a:rPr lang="en-US" i="1">
                              <a:latin typeface="Cambria Math" panose="02040503050406030204" pitchFamily="18" charset="0"/>
                            </a:rPr>
                            <m:t>𝐵</m:t>
                          </m:r>
                        </m:e>
                        <m:e>
                          <m:r>
                            <a:rPr lang="en-US" i="1">
                              <a:latin typeface="Cambria Math" panose="02040503050406030204" pitchFamily="18" charset="0"/>
                            </a:rPr>
                            <m:t>𝐴</m:t>
                          </m:r>
                        </m:e>
                      </m:d>
                      <m:r>
                        <a:rPr lang="en-US" i="1">
                          <a:latin typeface="Cambria Math" panose="02040503050406030204" pitchFamily="18" charset="0"/>
                        </a:rPr>
                        <m:t>𝑃</m:t>
                      </m:r>
                      <m:d>
                        <m:dPr>
                          <m:ctrlPr>
                            <a:rPr lang="en-US" i="1">
                              <a:latin typeface="Cambria Math" panose="02040503050406030204" pitchFamily="18" charset="0"/>
                            </a:rPr>
                          </m:ctrlPr>
                        </m:dPr>
                        <m:e>
                          <m:r>
                            <a:rPr lang="en-US" i="1">
                              <a:latin typeface="Cambria Math" panose="02040503050406030204" pitchFamily="18" charset="0"/>
                            </a:rPr>
                            <m:t>𝐴</m:t>
                          </m:r>
                        </m:e>
                      </m:d>
                    </m:oMath>
                  </m:oMathPara>
                </a14:m>
                <a:endParaRPr lang="en-GB" dirty="0"/>
              </a:p>
              <a:p>
                <a:pPr marL="0" indent="0">
                  <a:buNone/>
                </a:pPr>
                <a:endParaRPr lang="en-GB" dirty="0"/>
              </a:p>
              <a:p>
                <a:pPr marL="0" indent="0">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𝑃</m:t>
                      </m:r>
                      <m:d>
                        <m:dPr>
                          <m:ctrlPr>
                            <a:rPr lang="en-US" i="1">
                              <a:latin typeface="Cambria Math" panose="02040503050406030204" pitchFamily="18" charset="0"/>
                            </a:rPr>
                          </m:ctrlPr>
                        </m:dPr>
                        <m:e>
                          <m:r>
                            <a:rPr lang="en-US" i="1">
                              <a:latin typeface="Cambria Math" panose="02040503050406030204" pitchFamily="18" charset="0"/>
                            </a:rPr>
                            <m:t>𝐴</m:t>
                          </m:r>
                        </m:e>
                        <m:e>
                          <m:r>
                            <a:rPr lang="en-US" i="1">
                              <a:latin typeface="Cambria Math" panose="02040503050406030204" pitchFamily="18" charset="0"/>
                            </a:rPr>
                            <m:t>𝐵</m:t>
                          </m:r>
                        </m:e>
                      </m:d>
                      <m:r>
                        <a:rPr lang="en-US"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𝑃</m:t>
                          </m:r>
                          <m:d>
                            <m:dPr>
                              <m:ctrlPr>
                                <a:rPr lang="en-US" i="1">
                                  <a:latin typeface="Cambria Math" panose="02040503050406030204" pitchFamily="18" charset="0"/>
                                </a:rPr>
                              </m:ctrlPr>
                            </m:dPr>
                            <m:e>
                              <m:r>
                                <a:rPr lang="en-US" i="1">
                                  <a:latin typeface="Cambria Math" panose="02040503050406030204" pitchFamily="18" charset="0"/>
                                </a:rPr>
                                <m:t>𝐵</m:t>
                              </m:r>
                            </m:e>
                            <m:e>
                              <m:r>
                                <a:rPr lang="en-US" i="1">
                                  <a:latin typeface="Cambria Math" panose="02040503050406030204" pitchFamily="18" charset="0"/>
                                </a:rPr>
                                <m:t>𝐴</m:t>
                              </m:r>
                            </m:e>
                          </m:d>
                          <m:r>
                            <a:rPr lang="en-US" i="1">
                              <a:latin typeface="Cambria Math" panose="02040503050406030204" pitchFamily="18" charset="0"/>
                            </a:rPr>
                            <m:t>𝑃</m:t>
                          </m:r>
                          <m:d>
                            <m:dPr>
                              <m:ctrlPr>
                                <a:rPr lang="en-US" i="1">
                                  <a:latin typeface="Cambria Math" panose="02040503050406030204" pitchFamily="18" charset="0"/>
                                </a:rPr>
                              </m:ctrlPr>
                            </m:dPr>
                            <m:e>
                              <m:r>
                                <a:rPr lang="en-US" i="1">
                                  <a:latin typeface="Cambria Math" panose="02040503050406030204" pitchFamily="18" charset="0"/>
                                </a:rPr>
                                <m:t>𝐴</m:t>
                              </m:r>
                            </m:e>
                          </m:d>
                        </m:num>
                        <m:den>
                          <m:r>
                            <a:rPr lang="en-US" i="1">
                              <a:latin typeface="Cambria Math" panose="02040503050406030204" pitchFamily="18" charset="0"/>
                            </a:rPr>
                            <m:t>𝑃</m:t>
                          </m:r>
                          <m:d>
                            <m:dPr>
                              <m:ctrlPr>
                                <a:rPr lang="en-US" i="1">
                                  <a:latin typeface="Cambria Math" panose="02040503050406030204" pitchFamily="18" charset="0"/>
                                </a:rPr>
                              </m:ctrlPr>
                            </m:dPr>
                            <m:e>
                              <m:r>
                                <a:rPr lang="en-US" i="1">
                                  <a:latin typeface="Cambria Math" panose="02040503050406030204" pitchFamily="18" charset="0"/>
                                </a:rPr>
                                <m:t>𝐵</m:t>
                              </m:r>
                            </m:e>
                          </m:d>
                        </m:den>
                      </m:f>
                    </m:oMath>
                  </m:oMathPara>
                </a14:m>
                <a:endParaRPr lang="en-GB" dirty="0"/>
              </a:p>
            </p:txBody>
          </p:sp>
        </mc:Choice>
        <mc:Fallback xmlns="">
          <p:sp>
            <p:nvSpPr>
              <p:cNvPr id="3" name="מציין מיקום תוכן 2">
                <a:extLst>
                  <a:ext uri="{FF2B5EF4-FFF2-40B4-BE49-F238E27FC236}">
                    <a16:creationId xmlns:a16="http://schemas.microsoft.com/office/drawing/2014/main" id="{EBECBA8F-3CAD-880B-AEAD-7AE4101B5E18}"/>
                  </a:ext>
                </a:extLst>
              </p:cNvPr>
              <p:cNvSpPr>
                <a:spLocks noGrp="1" noRot="1" noChangeAspect="1" noMove="1" noResize="1" noEditPoints="1" noAdjustHandles="1" noChangeArrowheads="1" noChangeShapeType="1" noTextEdit="1"/>
              </p:cNvSpPr>
              <p:nvPr>
                <p:ph idx="1"/>
              </p:nvPr>
            </p:nvSpPr>
            <p:spPr>
              <a:blipFill>
                <a:blip r:embed="rId2"/>
                <a:stretch>
                  <a:fillRect/>
                </a:stretch>
              </a:blipFill>
            </p:spPr>
            <p:txBody>
              <a:bodyPr/>
              <a:lstStyle/>
              <a:p>
                <a:r>
                  <a:rPr lang="he-IL">
                    <a:noFill/>
                  </a:rPr>
                  <a:t> </a:t>
                </a:r>
              </a:p>
            </p:txBody>
          </p:sp>
        </mc:Fallback>
      </mc:AlternateContent>
      <p:sp>
        <p:nvSpPr>
          <p:cNvPr id="4" name="מציין מיקום של מספר שקופית 3">
            <a:extLst>
              <a:ext uri="{FF2B5EF4-FFF2-40B4-BE49-F238E27FC236}">
                <a16:creationId xmlns:a16="http://schemas.microsoft.com/office/drawing/2014/main" id="{79F98108-33A2-26F7-BC98-A76C4F22DA62}"/>
              </a:ext>
            </a:extLst>
          </p:cNvPr>
          <p:cNvSpPr>
            <a:spLocks noGrp="1"/>
          </p:cNvSpPr>
          <p:nvPr>
            <p:ph type="sldNum" sz="quarter" idx="12"/>
          </p:nvPr>
        </p:nvSpPr>
        <p:spPr/>
        <p:txBody>
          <a:bodyPr/>
          <a:lstStyle/>
          <a:p>
            <a:fld id="{B6796F57-8306-40D4-9229-37A3D19F0B5F}" type="slidenum">
              <a:rPr lang="LID4096" smtClean="0"/>
              <a:t>9</a:t>
            </a:fld>
            <a:endParaRPr lang="LID4096"/>
          </a:p>
        </p:txBody>
      </p:sp>
      <p:cxnSp>
        <p:nvCxnSpPr>
          <p:cNvPr id="6" name="מחבר חץ ישר 5">
            <a:extLst>
              <a:ext uri="{FF2B5EF4-FFF2-40B4-BE49-F238E27FC236}">
                <a16:creationId xmlns:a16="http://schemas.microsoft.com/office/drawing/2014/main" id="{472F2CE1-6E77-5FF3-3525-EE0A7C9459E7}"/>
              </a:ext>
            </a:extLst>
          </p:cNvPr>
          <p:cNvCxnSpPr>
            <a:cxnSpLocks/>
          </p:cNvCxnSpPr>
          <p:nvPr/>
        </p:nvCxnSpPr>
        <p:spPr>
          <a:xfrm>
            <a:off x="2283192" y="4004043"/>
            <a:ext cx="1028700" cy="0"/>
          </a:xfrm>
          <a:prstGeom prst="straightConnector1">
            <a:avLst/>
          </a:prstGeom>
          <a:ln w="38100">
            <a:solidFill>
              <a:schemeClr val="tx1"/>
            </a:solidFill>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12" name="מחבר חץ ישר 11">
            <a:extLst>
              <a:ext uri="{FF2B5EF4-FFF2-40B4-BE49-F238E27FC236}">
                <a16:creationId xmlns:a16="http://schemas.microsoft.com/office/drawing/2014/main" id="{BB900DFD-093D-8C12-AE1E-4532EFCE056E}"/>
              </a:ext>
            </a:extLst>
          </p:cNvPr>
          <p:cNvCxnSpPr>
            <a:cxnSpLocks/>
          </p:cNvCxnSpPr>
          <p:nvPr/>
        </p:nvCxnSpPr>
        <p:spPr>
          <a:xfrm>
            <a:off x="2283192" y="5167096"/>
            <a:ext cx="1028700" cy="0"/>
          </a:xfrm>
          <a:prstGeom prst="straightConnector1">
            <a:avLst/>
          </a:prstGeom>
          <a:ln w="38100">
            <a:solidFill>
              <a:schemeClr val="tx1"/>
            </a:solidFill>
            <a:headEnd type="none" w="med" len="med"/>
            <a:tailEnd type="arrow" w="med" len="med"/>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1360113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E2B7ED-522A-D557-0DCF-F3F407832939}"/>
            </a:ext>
          </a:extLst>
        </p:cNvPr>
        <p:cNvGrpSpPr/>
        <p:nvPr/>
      </p:nvGrpSpPr>
      <p:grpSpPr>
        <a:xfrm>
          <a:off x="0" y="0"/>
          <a:ext cx="0" cy="0"/>
          <a:chOff x="0" y="0"/>
          <a:chExt cx="0" cy="0"/>
        </a:xfrm>
      </p:grpSpPr>
      <p:sp>
        <p:nvSpPr>
          <p:cNvPr id="2" name="כותרת 1">
            <a:extLst>
              <a:ext uri="{FF2B5EF4-FFF2-40B4-BE49-F238E27FC236}">
                <a16:creationId xmlns:a16="http://schemas.microsoft.com/office/drawing/2014/main" id="{7A9CCF91-38EA-3624-6E85-A0EEF5C59255}"/>
              </a:ext>
            </a:extLst>
          </p:cNvPr>
          <p:cNvSpPr>
            <a:spLocks noGrp="1"/>
          </p:cNvSpPr>
          <p:nvPr>
            <p:ph type="title"/>
          </p:nvPr>
        </p:nvSpPr>
        <p:spPr/>
        <p:txBody>
          <a:bodyPr/>
          <a:lstStyle/>
          <a:p>
            <a:r>
              <a:rPr lang="en-US" dirty="0"/>
              <a:t>Bayes Theorem</a:t>
            </a:r>
            <a:endParaRPr lang="he-IL" dirty="0"/>
          </a:p>
        </p:txBody>
      </p:sp>
      <mc:AlternateContent xmlns:mc="http://schemas.openxmlformats.org/markup-compatibility/2006" xmlns:a14="http://schemas.microsoft.com/office/drawing/2010/main">
        <mc:Choice Requires="a14">
          <p:sp>
            <p:nvSpPr>
              <p:cNvPr id="3" name="מציין מיקום תוכן 2">
                <a:extLst>
                  <a:ext uri="{FF2B5EF4-FFF2-40B4-BE49-F238E27FC236}">
                    <a16:creationId xmlns:a16="http://schemas.microsoft.com/office/drawing/2014/main" id="{B7163F40-D09A-C2BC-6C0F-D62FD3FB2A1E}"/>
                  </a:ext>
                </a:extLst>
              </p:cNvPr>
              <p:cNvSpPr>
                <a:spLocks noGrp="1"/>
              </p:cNvSpPr>
              <p:nvPr>
                <p:ph idx="1"/>
              </p:nvPr>
            </p:nvSpPr>
            <p:spPr/>
            <p:txBody>
              <a:bodyPr>
                <a:normAutofit/>
              </a:bodyPr>
              <a:lstStyle/>
              <a:p>
                <a:pPr marL="0" indent="0">
                  <a:buNone/>
                </a:pPr>
                <a:r>
                  <a:rPr lang="en-GB" dirty="0"/>
                  <a:t>Components:</a:t>
                </a:r>
              </a:p>
              <a:p>
                <a:pPr marL="0" indent="0">
                  <a:buNone/>
                </a:pPr>
                <a14:m>
                  <m:oMathPara xmlns:m="http://schemas.openxmlformats.org/officeDocument/2006/math">
                    <m:oMathParaPr>
                      <m:jc m:val="centerGroup"/>
                    </m:oMathParaPr>
                    <m:oMath xmlns:m="http://schemas.openxmlformats.org/officeDocument/2006/math">
                      <m:r>
                        <a:rPr lang="en-US" i="1" smtClean="0">
                          <a:solidFill>
                            <a:schemeClr val="accent2"/>
                          </a:solidFill>
                          <a:latin typeface="Cambria Math" panose="02040503050406030204" pitchFamily="18" charset="0"/>
                        </a:rPr>
                        <m:t>𝑃</m:t>
                      </m:r>
                      <m:d>
                        <m:dPr>
                          <m:ctrlPr>
                            <a:rPr lang="en-US" i="1">
                              <a:solidFill>
                                <a:schemeClr val="accent2"/>
                              </a:solidFill>
                              <a:latin typeface="Cambria Math" panose="02040503050406030204" pitchFamily="18" charset="0"/>
                            </a:rPr>
                          </m:ctrlPr>
                        </m:dPr>
                        <m:e>
                          <m:r>
                            <a:rPr lang="en-US" i="1">
                              <a:solidFill>
                                <a:schemeClr val="accent2"/>
                              </a:solidFill>
                              <a:latin typeface="Cambria Math" panose="02040503050406030204" pitchFamily="18" charset="0"/>
                            </a:rPr>
                            <m:t>𝐴</m:t>
                          </m:r>
                        </m:e>
                        <m:e>
                          <m:r>
                            <a:rPr lang="en-US" i="1">
                              <a:solidFill>
                                <a:schemeClr val="accent2"/>
                              </a:solidFill>
                              <a:latin typeface="Cambria Math" panose="02040503050406030204" pitchFamily="18" charset="0"/>
                            </a:rPr>
                            <m:t>𝐵</m:t>
                          </m:r>
                        </m:e>
                      </m:d>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i="1" smtClean="0">
                              <a:solidFill>
                                <a:schemeClr val="accent5"/>
                              </a:solidFill>
                              <a:latin typeface="Cambria Math" panose="02040503050406030204" pitchFamily="18" charset="0"/>
                            </a:rPr>
                            <m:t>𝑃</m:t>
                          </m:r>
                          <m:d>
                            <m:dPr>
                              <m:ctrlPr>
                                <a:rPr lang="en-US" i="1">
                                  <a:solidFill>
                                    <a:schemeClr val="accent5"/>
                                  </a:solidFill>
                                  <a:latin typeface="Cambria Math" panose="02040503050406030204" pitchFamily="18" charset="0"/>
                                </a:rPr>
                              </m:ctrlPr>
                            </m:dPr>
                            <m:e>
                              <m:r>
                                <a:rPr lang="en-US" i="1">
                                  <a:solidFill>
                                    <a:schemeClr val="accent5"/>
                                  </a:solidFill>
                                  <a:latin typeface="Cambria Math" panose="02040503050406030204" pitchFamily="18" charset="0"/>
                                </a:rPr>
                                <m:t>𝐵</m:t>
                              </m:r>
                            </m:e>
                            <m:e>
                              <m:r>
                                <a:rPr lang="en-US" i="1">
                                  <a:solidFill>
                                    <a:schemeClr val="accent5"/>
                                  </a:solidFill>
                                  <a:latin typeface="Cambria Math" panose="02040503050406030204" pitchFamily="18" charset="0"/>
                                </a:rPr>
                                <m:t>𝐴</m:t>
                              </m:r>
                            </m:e>
                          </m:d>
                          <m:r>
                            <a:rPr lang="en-US" i="1" smtClean="0">
                              <a:solidFill>
                                <a:schemeClr val="accent1"/>
                              </a:solidFill>
                              <a:latin typeface="Cambria Math" panose="02040503050406030204" pitchFamily="18" charset="0"/>
                            </a:rPr>
                            <m:t>𝑃</m:t>
                          </m:r>
                          <m:d>
                            <m:dPr>
                              <m:ctrlPr>
                                <a:rPr lang="en-US" i="1">
                                  <a:solidFill>
                                    <a:schemeClr val="accent1"/>
                                  </a:solidFill>
                                  <a:latin typeface="Cambria Math" panose="02040503050406030204" pitchFamily="18" charset="0"/>
                                </a:rPr>
                              </m:ctrlPr>
                            </m:dPr>
                            <m:e>
                              <m:r>
                                <a:rPr lang="en-US" i="1">
                                  <a:solidFill>
                                    <a:schemeClr val="accent1"/>
                                  </a:solidFill>
                                  <a:latin typeface="Cambria Math" panose="02040503050406030204" pitchFamily="18" charset="0"/>
                                </a:rPr>
                                <m:t>𝐴</m:t>
                              </m:r>
                            </m:e>
                          </m:d>
                        </m:num>
                        <m:den>
                          <m:r>
                            <a:rPr lang="en-US" i="1" smtClean="0">
                              <a:solidFill>
                                <a:schemeClr val="accent3"/>
                              </a:solidFill>
                              <a:latin typeface="Cambria Math" panose="02040503050406030204" pitchFamily="18" charset="0"/>
                            </a:rPr>
                            <m:t>𝑃</m:t>
                          </m:r>
                          <m:d>
                            <m:dPr>
                              <m:ctrlPr>
                                <a:rPr lang="en-US" i="1">
                                  <a:solidFill>
                                    <a:schemeClr val="accent3"/>
                                  </a:solidFill>
                                  <a:latin typeface="Cambria Math" panose="02040503050406030204" pitchFamily="18" charset="0"/>
                                </a:rPr>
                              </m:ctrlPr>
                            </m:dPr>
                            <m:e>
                              <m:r>
                                <a:rPr lang="en-US" i="1">
                                  <a:solidFill>
                                    <a:schemeClr val="accent3"/>
                                  </a:solidFill>
                                  <a:latin typeface="Cambria Math" panose="02040503050406030204" pitchFamily="18" charset="0"/>
                                </a:rPr>
                                <m:t>𝐵</m:t>
                              </m:r>
                            </m:e>
                          </m:d>
                        </m:den>
                      </m:f>
                    </m:oMath>
                  </m:oMathPara>
                </a14:m>
                <a:endParaRPr lang="en-GB" dirty="0"/>
              </a:p>
              <a:p>
                <a:r>
                  <a:rPr lang="en-GB" dirty="0"/>
                  <a:t>Prior: </a:t>
                </a:r>
                <a14:m>
                  <m:oMath xmlns:m="http://schemas.openxmlformats.org/officeDocument/2006/math">
                    <m:r>
                      <a:rPr lang="en-US" i="1">
                        <a:solidFill>
                          <a:schemeClr val="accent1"/>
                        </a:solidFill>
                        <a:latin typeface="Cambria Math" panose="02040503050406030204" pitchFamily="18" charset="0"/>
                      </a:rPr>
                      <m:t>𝑃</m:t>
                    </m:r>
                    <m:d>
                      <m:dPr>
                        <m:ctrlPr>
                          <a:rPr lang="en-US" i="1">
                            <a:solidFill>
                              <a:schemeClr val="accent1"/>
                            </a:solidFill>
                            <a:latin typeface="Cambria Math" panose="02040503050406030204" pitchFamily="18" charset="0"/>
                          </a:rPr>
                        </m:ctrlPr>
                      </m:dPr>
                      <m:e>
                        <m:r>
                          <a:rPr lang="en-US" i="1">
                            <a:solidFill>
                              <a:schemeClr val="accent1"/>
                            </a:solidFill>
                            <a:latin typeface="Cambria Math" panose="02040503050406030204" pitchFamily="18" charset="0"/>
                          </a:rPr>
                          <m:t>𝐴</m:t>
                        </m:r>
                      </m:e>
                    </m:d>
                  </m:oMath>
                </a14:m>
                <a:endParaRPr lang="en-GB" dirty="0"/>
              </a:p>
              <a:p>
                <a:r>
                  <a:rPr lang="en-GB" dirty="0"/>
                  <a:t>Likelihood:</a:t>
                </a:r>
                <a:r>
                  <a:rPr lang="en-US" dirty="0">
                    <a:solidFill>
                      <a:schemeClr val="accent5"/>
                    </a:solidFill>
                  </a:rPr>
                  <a:t> </a:t>
                </a:r>
                <a14:m>
                  <m:oMath xmlns:m="http://schemas.openxmlformats.org/officeDocument/2006/math">
                    <m:r>
                      <a:rPr lang="en-US" i="1">
                        <a:solidFill>
                          <a:schemeClr val="accent5"/>
                        </a:solidFill>
                        <a:latin typeface="Cambria Math" panose="02040503050406030204" pitchFamily="18" charset="0"/>
                      </a:rPr>
                      <m:t>𝑃</m:t>
                    </m:r>
                    <m:d>
                      <m:dPr>
                        <m:ctrlPr>
                          <a:rPr lang="en-US" i="1">
                            <a:solidFill>
                              <a:schemeClr val="accent5"/>
                            </a:solidFill>
                            <a:latin typeface="Cambria Math" panose="02040503050406030204" pitchFamily="18" charset="0"/>
                          </a:rPr>
                        </m:ctrlPr>
                      </m:dPr>
                      <m:e>
                        <m:r>
                          <a:rPr lang="en-US" i="1">
                            <a:solidFill>
                              <a:schemeClr val="accent5"/>
                            </a:solidFill>
                            <a:latin typeface="Cambria Math" panose="02040503050406030204" pitchFamily="18" charset="0"/>
                          </a:rPr>
                          <m:t>𝐵</m:t>
                        </m:r>
                      </m:e>
                      <m:e>
                        <m:r>
                          <a:rPr lang="en-US" i="1">
                            <a:solidFill>
                              <a:schemeClr val="accent5"/>
                            </a:solidFill>
                            <a:latin typeface="Cambria Math" panose="02040503050406030204" pitchFamily="18" charset="0"/>
                          </a:rPr>
                          <m:t>𝐴</m:t>
                        </m:r>
                      </m:e>
                    </m:d>
                  </m:oMath>
                </a14:m>
                <a:endParaRPr lang="en-GB" dirty="0"/>
              </a:p>
              <a:p>
                <a:r>
                  <a:rPr lang="en-GB" dirty="0"/>
                  <a:t>Evidence:</a:t>
                </a:r>
                <a:r>
                  <a:rPr lang="en-US" dirty="0">
                    <a:solidFill>
                      <a:schemeClr val="accent3"/>
                    </a:solidFill>
                  </a:rPr>
                  <a:t> </a:t>
                </a:r>
                <a14:m>
                  <m:oMath xmlns:m="http://schemas.openxmlformats.org/officeDocument/2006/math">
                    <m:r>
                      <a:rPr lang="en-US" i="1">
                        <a:solidFill>
                          <a:schemeClr val="accent3"/>
                        </a:solidFill>
                        <a:latin typeface="Cambria Math" panose="02040503050406030204" pitchFamily="18" charset="0"/>
                      </a:rPr>
                      <m:t>𝑃</m:t>
                    </m:r>
                    <m:d>
                      <m:dPr>
                        <m:ctrlPr>
                          <a:rPr lang="en-US" i="1">
                            <a:solidFill>
                              <a:schemeClr val="accent3"/>
                            </a:solidFill>
                            <a:latin typeface="Cambria Math" panose="02040503050406030204" pitchFamily="18" charset="0"/>
                          </a:rPr>
                        </m:ctrlPr>
                      </m:dPr>
                      <m:e>
                        <m:r>
                          <a:rPr lang="en-US" i="1">
                            <a:solidFill>
                              <a:schemeClr val="accent3"/>
                            </a:solidFill>
                            <a:latin typeface="Cambria Math" panose="02040503050406030204" pitchFamily="18" charset="0"/>
                          </a:rPr>
                          <m:t>𝐵</m:t>
                        </m:r>
                      </m:e>
                    </m:d>
                  </m:oMath>
                </a14:m>
                <a:endParaRPr lang="en-GB" dirty="0"/>
              </a:p>
              <a:p>
                <a:r>
                  <a:rPr lang="en-GB" dirty="0"/>
                  <a:t>Posterior:</a:t>
                </a:r>
                <a:r>
                  <a:rPr lang="en-US" dirty="0">
                    <a:solidFill>
                      <a:schemeClr val="accent2"/>
                    </a:solidFill>
                  </a:rPr>
                  <a:t> </a:t>
                </a:r>
                <a14:m>
                  <m:oMath xmlns:m="http://schemas.openxmlformats.org/officeDocument/2006/math">
                    <m:r>
                      <a:rPr lang="en-US" i="1">
                        <a:solidFill>
                          <a:schemeClr val="accent2"/>
                        </a:solidFill>
                        <a:latin typeface="Cambria Math" panose="02040503050406030204" pitchFamily="18" charset="0"/>
                      </a:rPr>
                      <m:t>𝑃</m:t>
                    </m:r>
                    <m:d>
                      <m:dPr>
                        <m:ctrlPr>
                          <a:rPr lang="en-US" i="1">
                            <a:solidFill>
                              <a:schemeClr val="accent2"/>
                            </a:solidFill>
                            <a:latin typeface="Cambria Math" panose="02040503050406030204" pitchFamily="18" charset="0"/>
                          </a:rPr>
                        </m:ctrlPr>
                      </m:dPr>
                      <m:e>
                        <m:r>
                          <a:rPr lang="en-US" i="1">
                            <a:solidFill>
                              <a:schemeClr val="accent2"/>
                            </a:solidFill>
                            <a:latin typeface="Cambria Math" panose="02040503050406030204" pitchFamily="18" charset="0"/>
                          </a:rPr>
                          <m:t>𝐴</m:t>
                        </m:r>
                      </m:e>
                      <m:e>
                        <m:r>
                          <a:rPr lang="en-US" i="1">
                            <a:solidFill>
                              <a:schemeClr val="accent2"/>
                            </a:solidFill>
                            <a:latin typeface="Cambria Math" panose="02040503050406030204" pitchFamily="18" charset="0"/>
                          </a:rPr>
                          <m:t>𝐵</m:t>
                        </m:r>
                      </m:e>
                    </m:d>
                  </m:oMath>
                </a14:m>
                <a:endParaRPr lang="en-GB" dirty="0"/>
              </a:p>
            </p:txBody>
          </p:sp>
        </mc:Choice>
        <mc:Fallback xmlns="">
          <p:sp>
            <p:nvSpPr>
              <p:cNvPr id="3" name="מציין מיקום תוכן 2">
                <a:extLst>
                  <a:ext uri="{FF2B5EF4-FFF2-40B4-BE49-F238E27FC236}">
                    <a16:creationId xmlns:a16="http://schemas.microsoft.com/office/drawing/2014/main" id="{94E3AD6C-403B-A43A-CEEC-3577FE488D42}"/>
                  </a:ext>
                </a:extLst>
              </p:cNvPr>
              <p:cNvSpPr>
                <a:spLocks noGrp="1" noRot="1" noChangeAspect="1" noMove="1" noResize="1" noEditPoints="1" noAdjustHandles="1" noChangeArrowheads="1" noChangeShapeType="1" noTextEdit="1"/>
              </p:cNvSpPr>
              <p:nvPr>
                <p:ph idx="1"/>
              </p:nvPr>
            </p:nvSpPr>
            <p:spPr>
              <a:blipFill>
                <a:blip r:embed="rId2"/>
                <a:stretch>
                  <a:fillRect l="-1217" t="-2241"/>
                </a:stretch>
              </a:blipFill>
            </p:spPr>
            <p:txBody>
              <a:bodyPr/>
              <a:lstStyle/>
              <a:p>
                <a:r>
                  <a:rPr lang="he-IL">
                    <a:noFill/>
                  </a:rPr>
                  <a:t> </a:t>
                </a:r>
              </a:p>
            </p:txBody>
          </p:sp>
        </mc:Fallback>
      </mc:AlternateContent>
      <p:sp>
        <p:nvSpPr>
          <p:cNvPr id="4" name="מציין מיקום של מספר שקופית 3">
            <a:extLst>
              <a:ext uri="{FF2B5EF4-FFF2-40B4-BE49-F238E27FC236}">
                <a16:creationId xmlns:a16="http://schemas.microsoft.com/office/drawing/2014/main" id="{88775280-F1C1-29D2-F338-A2F93E525BD8}"/>
              </a:ext>
            </a:extLst>
          </p:cNvPr>
          <p:cNvSpPr>
            <a:spLocks noGrp="1"/>
          </p:cNvSpPr>
          <p:nvPr>
            <p:ph type="sldNum" sz="quarter" idx="12"/>
          </p:nvPr>
        </p:nvSpPr>
        <p:spPr/>
        <p:txBody>
          <a:bodyPr/>
          <a:lstStyle/>
          <a:p>
            <a:fld id="{B6796F57-8306-40D4-9229-37A3D19F0B5F}" type="slidenum">
              <a:rPr lang="LID4096" smtClean="0"/>
              <a:t>10</a:t>
            </a:fld>
            <a:endParaRPr lang="LID4096"/>
          </a:p>
        </p:txBody>
      </p:sp>
    </p:spTree>
    <p:extLst>
      <p:ext uri="{BB962C8B-B14F-4D97-AF65-F5344CB8AC3E}">
        <p14:creationId xmlns:p14="http://schemas.microsoft.com/office/powerpoint/2010/main" val="37409500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DC6ABF-D4D0-ACBF-3DAA-90AA38A70F91}"/>
            </a:ext>
          </a:extLst>
        </p:cNvPr>
        <p:cNvGrpSpPr/>
        <p:nvPr/>
      </p:nvGrpSpPr>
      <p:grpSpPr>
        <a:xfrm>
          <a:off x="0" y="0"/>
          <a:ext cx="0" cy="0"/>
          <a:chOff x="0" y="0"/>
          <a:chExt cx="0" cy="0"/>
        </a:xfrm>
      </p:grpSpPr>
      <p:sp>
        <p:nvSpPr>
          <p:cNvPr id="2" name="כותרת 1">
            <a:extLst>
              <a:ext uri="{FF2B5EF4-FFF2-40B4-BE49-F238E27FC236}">
                <a16:creationId xmlns:a16="http://schemas.microsoft.com/office/drawing/2014/main" id="{FFB990A3-0AFF-26DA-F1E4-5A745651E5B9}"/>
              </a:ext>
            </a:extLst>
          </p:cNvPr>
          <p:cNvSpPr>
            <a:spLocks noGrp="1"/>
          </p:cNvSpPr>
          <p:nvPr>
            <p:ph type="title"/>
          </p:nvPr>
        </p:nvSpPr>
        <p:spPr/>
        <p:txBody>
          <a:bodyPr/>
          <a:lstStyle/>
          <a:p>
            <a:r>
              <a:rPr lang="en-US" dirty="0"/>
              <a:t>Bayes Theorem</a:t>
            </a:r>
            <a:endParaRPr lang="he-IL" dirty="0"/>
          </a:p>
        </p:txBody>
      </p:sp>
      <p:sp>
        <p:nvSpPr>
          <p:cNvPr id="3" name="מציין מיקום תוכן 2">
            <a:extLst>
              <a:ext uri="{FF2B5EF4-FFF2-40B4-BE49-F238E27FC236}">
                <a16:creationId xmlns:a16="http://schemas.microsoft.com/office/drawing/2014/main" id="{3AD33495-A8A9-648D-39A3-751747FC2C83}"/>
              </a:ext>
            </a:extLst>
          </p:cNvPr>
          <p:cNvSpPr>
            <a:spLocks noGrp="1"/>
          </p:cNvSpPr>
          <p:nvPr>
            <p:ph idx="1"/>
          </p:nvPr>
        </p:nvSpPr>
        <p:spPr>
          <a:xfrm>
            <a:off x="838200" y="1617117"/>
            <a:ext cx="10515600" cy="5104358"/>
          </a:xfrm>
        </p:spPr>
        <p:txBody>
          <a:bodyPr>
            <a:normAutofit lnSpcReduction="10000"/>
          </a:bodyPr>
          <a:lstStyle/>
          <a:p>
            <a:r>
              <a:rPr lang="en-GB" sz="2400" b="1" dirty="0">
                <a:solidFill>
                  <a:schemeClr val="accent1"/>
                </a:solidFill>
              </a:rPr>
              <a:t>Prior</a:t>
            </a:r>
            <a:r>
              <a:rPr lang="en-GB" sz="2400" dirty="0">
                <a:solidFill>
                  <a:schemeClr val="accent1"/>
                </a:solidFill>
              </a:rPr>
              <a:t> </a:t>
            </a:r>
            <a:r>
              <a:rPr lang="en-GB" sz="2400" dirty="0"/>
              <a:t>- </a:t>
            </a:r>
            <a:r>
              <a:rPr lang="en-GB" sz="2400" dirty="0">
                <a:solidFill>
                  <a:srgbClr val="C00000"/>
                </a:solidFill>
              </a:rPr>
              <a:t> </a:t>
            </a:r>
            <a:r>
              <a:rPr lang="en-GB" sz="2400" dirty="0"/>
              <a:t>What do we know about the values of the model before seeing the data.</a:t>
            </a:r>
          </a:p>
          <a:p>
            <a:r>
              <a:rPr lang="en-GB" sz="2400" b="1" dirty="0">
                <a:solidFill>
                  <a:schemeClr val="accent5"/>
                </a:solidFill>
              </a:rPr>
              <a:t>Likelihood</a:t>
            </a:r>
            <a:r>
              <a:rPr lang="en-GB" sz="2400" dirty="0">
                <a:solidFill>
                  <a:schemeClr val="accent5"/>
                </a:solidFill>
              </a:rPr>
              <a:t> </a:t>
            </a:r>
            <a:r>
              <a:rPr lang="en-GB" sz="2400" dirty="0"/>
              <a:t>- How we will introduce our data, how likely is the data given our model.</a:t>
            </a:r>
          </a:p>
          <a:p>
            <a:pPr>
              <a:lnSpc>
                <a:spcPct val="150000"/>
              </a:lnSpc>
            </a:pPr>
            <a:r>
              <a:rPr lang="en-GB" sz="2400" b="1" dirty="0">
                <a:solidFill>
                  <a:schemeClr val="accent3"/>
                </a:solidFill>
              </a:rPr>
              <a:t>Evidence</a:t>
            </a:r>
            <a:r>
              <a:rPr lang="en-GB" sz="2400" dirty="0"/>
              <a:t> – The probability of observing the data averaged over all the possible values the parameter can take (</a:t>
            </a:r>
            <a:r>
              <a:rPr lang="en-GB" sz="2400" dirty="0">
                <a:solidFill>
                  <a:schemeClr val="accent3"/>
                </a:solidFill>
              </a:rPr>
              <a:t>Marginal likelihood)</a:t>
            </a:r>
            <a:endParaRPr lang="en-GB" sz="2400" dirty="0"/>
          </a:p>
          <a:p>
            <a:pPr lvl="1">
              <a:lnSpc>
                <a:spcPct val="150000"/>
              </a:lnSpc>
            </a:pPr>
            <a:r>
              <a:rPr lang="en-GB" sz="2000" dirty="0"/>
              <a:t>Normalization factor</a:t>
            </a:r>
            <a:endParaRPr lang="en-GB" dirty="0"/>
          </a:p>
          <a:p>
            <a:pPr>
              <a:lnSpc>
                <a:spcPct val="150000"/>
              </a:lnSpc>
            </a:pPr>
            <a:r>
              <a:rPr lang="en-GB" sz="2400" b="1" dirty="0">
                <a:solidFill>
                  <a:schemeClr val="accent2"/>
                </a:solidFill>
              </a:rPr>
              <a:t>Posterior</a:t>
            </a:r>
            <a:r>
              <a:rPr lang="en-GB" sz="2400" dirty="0">
                <a:solidFill>
                  <a:schemeClr val="accent2"/>
                </a:solidFill>
              </a:rPr>
              <a:t> </a:t>
            </a:r>
            <a:r>
              <a:rPr lang="en-GB" sz="2400" dirty="0"/>
              <a:t>- The result of Bayesian analysis. Reflects all we know about our question given our data and model.</a:t>
            </a:r>
          </a:p>
          <a:p>
            <a:pPr lvl="1">
              <a:lnSpc>
                <a:spcPct val="150000"/>
              </a:lnSpc>
            </a:pPr>
            <a:r>
              <a:rPr lang="en-GB" sz="2000" dirty="0"/>
              <a:t>Probability </a:t>
            </a:r>
            <a:r>
              <a:rPr lang="en-GB" sz="2000" b="1" dirty="0"/>
              <a:t>distribution</a:t>
            </a:r>
            <a:r>
              <a:rPr lang="en-GB" sz="2000" dirty="0"/>
              <a:t> for the </a:t>
            </a:r>
            <a:r>
              <a:rPr lang="en-GB" sz="2000" b="1" dirty="0"/>
              <a:t>parameters</a:t>
            </a:r>
            <a:r>
              <a:rPr lang="en-GB" sz="2000" dirty="0"/>
              <a:t> in our model</a:t>
            </a:r>
          </a:p>
          <a:p>
            <a:pPr lvl="1">
              <a:lnSpc>
                <a:spcPct val="150000"/>
              </a:lnSpc>
            </a:pPr>
            <a:r>
              <a:rPr lang="en-GB" sz="2000" dirty="0"/>
              <a:t>Not a single value</a:t>
            </a:r>
          </a:p>
        </p:txBody>
      </p:sp>
      <p:sp>
        <p:nvSpPr>
          <p:cNvPr id="4" name="מציין מיקום של מספר שקופית 3">
            <a:extLst>
              <a:ext uri="{FF2B5EF4-FFF2-40B4-BE49-F238E27FC236}">
                <a16:creationId xmlns:a16="http://schemas.microsoft.com/office/drawing/2014/main" id="{20CB4C0D-867C-85F4-9122-35CD5C0442FF}"/>
              </a:ext>
            </a:extLst>
          </p:cNvPr>
          <p:cNvSpPr>
            <a:spLocks noGrp="1"/>
          </p:cNvSpPr>
          <p:nvPr>
            <p:ph type="sldNum" sz="quarter" idx="12"/>
          </p:nvPr>
        </p:nvSpPr>
        <p:spPr/>
        <p:txBody>
          <a:bodyPr/>
          <a:lstStyle/>
          <a:p>
            <a:fld id="{B6796F57-8306-40D4-9229-37A3D19F0B5F}" type="slidenum">
              <a:rPr lang="LID4096" smtClean="0"/>
              <a:t>11</a:t>
            </a:fld>
            <a:endParaRPr lang="LID4096"/>
          </a:p>
        </p:txBody>
      </p:sp>
      <mc:AlternateContent xmlns:mc="http://schemas.openxmlformats.org/markup-compatibility/2006" xmlns:a14="http://schemas.microsoft.com/office/drawing/2010/main">
        <mc:Choice Requires="a14">
          <p:sp>
            <p:nvSpPr>
              <p:cNvPr id="6" name="תיבת טקסט 5">
                <a:extLst>
                  <a:ext uri="{FF2B5EF4-FFF2-40B4-BE49-F238E27FC236}">
                    <a16:creationId xmlns:a16="http://schemas.microsoft.com/office/drawing/2014/main" id="{637E11C6-FABB-2FC8-772E-79A60EA9A867}"/>
                  </a:ext>
                </a:extLst>
              </p:cNvPr>
              <p:cNvSpPr txBox="1"/>
              <p:nvPr/>
            </p:nvSpPr>
            <p:spPr>
              <a:xfrm>
                <a:off x="5259888" y="517222"/>
                <a:ext cx="6093912" cy="66909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i="1" smtClean="0">
                          <a:solidFill>
                            <a:schemeClr val="accent2"/>
                          </a:solidFill>
                          <a:latin typeface="Cambria Math" panose="02040503050406030204" pitchFamily="18" charset="0"/>
                        </a:rPr>
                        <m:t>𝑃</m:t>
                      </m:r>
                      <m:d>
                        <m:dPr>
                          <m:ctrlPr>
                            <a:rPr lang="en-US" i="1">
                              <a:solidFill>
                                <a:schemeClr val="accent2"/>
                              </a:solidFill>
                              <a:latin typeface="Cambria Math" panose="02040503050406030204" pitchFamily="18" charset="0"/>
                            </a:rPr>
                          </m:ctrlPr>
                        </m:dPr>
                        <m:e>
                          <m:r>
                            <a:rPr lang="en-US" i="1">
                              <a:solidFill>
                                <a:schemeClr val="accent2"/>
                              </a:solidFill>
                              <a:latin typeface="Cambria Math" panose="02040503050406030204" pitchFamily="18" charset="0"/>
                            </a:rPr>
                            <m:t>𝐴</m:t>
                          </m:r>
                        </m:e>
                        <m:e>
                          <m:r>
                            <a:rPr lang="en-US" i="1">
                              <a:solidFill>
                                <a:schemeClr val="accent2"/>
                              </a:solidFill>
                              <a:latin typeface="Cambria Math" panose="02040503050406030204" pitchFamily="18" charset="0"/>
                            </a:rPr>
                            <m:t>𝐵</m:t>
                          </m:r>
                        </m:e>
                      </m:d>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i="1" smtClean="0">
                              <a:solidFill>
                                <a:schemeClr val="accent5"/>
                              </a:solidFill>
                              <a:latin typeface="Cambria Math" panose="02040503050406030204" pitchFamily="18" charset="0"/>
                            </a:rPr>
                            <m:t>𝑃</m:t>
                          </m:r>
                          <m:d>
                            <m:dPr>
                              <m:ctrlPr>
                                <a:rPr lang="en-US" i="1">
                                  <a:solidFill>
                                    <a:schemeClr val="accent5"/>
                                  </a:solidFill>
                                  <a:latin typeface="Cambria Math" panose="02040503050406030204" pitchFamily="18" charset="0"/>
                                </a:rPr>
                              </m:ctrlPr>
                            </m:dPr>
                            <m:e>
                              <m:r>
                                <a:rPr lang="en-US" i="1">
                                  <a:solidFill>
                                    <a:schemeClr val="accent5"/>
                                  </a:solidFill>
                                  <a:latin typeface="Cambria Math" panose="02040503050406030204" pitchFamily="18" charset="0"/>
                                </a:rPr>
                                <m:t>𝐵</m:t>
                              </m:r>
                            </m:e>
                            <m:e>
                              <m:r>
                                <a:rPr lang="en-US" i="1">
                                  <a:solidFill>
                                    <a:schemeClr val="accent5"/>
                                  </a:solidFill>
                                  <a:latin typeface="Cambria Math" panose="02040503050406030204" pitchFamily="18" charset="0"/>
                                </a:rPr>
                                <m:t>𝐴</m:t>
                              </m:r>
                            </m:e>
                          </m:d>
                          <m:r>
                            <a:rPr lang="en-US" i="1" smtClean="0">
                              <a:solidFill>
                                <a:schemeClr val="accent1"/>
                              </a:solidFill>
                              <a:latin typeface="Cambria Math" panose="02040503050406030204" pitchFamily="18" charset="0"/>
                            </a:rPr>
                            <m:t>𝑃</m:t>
                          </m:r>
                          <m:d>
                            <m:dPr>
                              <m:ctrlPr>
                                <a:rPr lang="en-US" i="1">
                                  <a:solidFill>
                                    <a:schemeClr val="accent1"/>
                                  </a:solidFill>
                                  <a:latin typeface="Cambria Math" panose="02040503050406030204" pitchFamily="18" charset="0"/>
                                </a:rPr>
                              </m:ctrlPr>
                            </m:dPr>
                            <m:e>
                              <m:r>
                                <a:rPr lang="en-US" i="1">
                                  <a:solidFill>
                                    <a:schemeClr val="accent1"/>
                                  </a:solidFill>
                                  <a:latin typeface="Cambria Math" panose="02040503050406030204" pitchFamily="18" charset="0"/>
                                </a:rPr>
                                <m:t>𝐴</m:t>
                              </m:r>
                            </m:e>
                          </m:d>
                        </m:num>
                        <m:den>
                          <m:r>
                            <a:rPr lang="en-US" i="1" smtClean="0">
                              <a:solidFill>
                                <a:schemeClr val="accent3"/>
                              </a:solidFill>
                              <a:latin typeface="Cambria Math" panose="02040503050406030204" pitchFamily="18" charset="0"/>
                            </a:rPr>
                            <m:t>𝑃</m:t>
                          </m:r>
                          <m:d>
                            <m:dPr>
                              <m:ctrlPr>
                                <a:rPr lang="en-US" i="1">
                                  <a:solidFill>
                                    <a:schemeClr val="accent3"/>
                                  </a:solidFill>
                                  <a:latin typeface="Cambria Math" panose="02040503050406030204" pitchFamily="18" charset="0"/>
                                </a:rPr>
                              </m:ctrlPr>
                            </m:dPr>
                            <m:e>
                              <m:r>
                                <a:rPr lang="en-US" i="1">
                                  <a:solidFill>
                                    <a:schemeClr val="accent3"/>
                                  </a:solidFill>
                                  <a:latin typeface="Cambria Math" panose="02040503050406030204" pitchFamily="18" charset="0"/>
                                </a:rPr>
                                <m:t>𝐵</m:t>
                              </m:r>
                            </m:e>
                          </m:d>
                        </m:den>
                      </m:f>
                    </m:oMath>
                  </m:oMathPara>
                </a14:m>
                <a:endParaRPr lang="he-IL" dirty="0"/>
              </a:p>
            </p:txBody>
          </p:sp>
        </mc:Choice>
        <mc:Fallback xmlns="">
          <p:sp>
            <p:nvSpPr>
              <p:cNvPr id="6" name="תיבת טקסט 5">
                <a:extLst>
                  <a:ext uri="{FF2B5EF4-FFF2-40B4-BE49-F238E27FC236}">
                    <a16:creationId xmlns:a16="http://schemas.microsoft.com/office/drawing/2014/main" id="{EBE0AE84-04AF-33EE-C5F8-2D89456ACEE5}"/>
                  </a:ext>
                </a:extLst>
              </p:cNvPr>
              <p:cNvSpPr txBox="1">
                <a:spLocks noRot="1" noChangeAspect="1" noMove="1" noResize="1" noEditPoints="1" noAdjustHandles="1" noChangeArrowheads="1" noChangeShapeType="1" noTextEdit="1"/>
              </p:cNvSpPr>
              <p:nvPr/>
            </p:nvSpPr>
            <p:spPr>
              <a:xfrm>
                <a:off x="5259888" y="517222"/>
                <a:ext cx="6093912" cy="669094"/>
              </a:xfrm>
              <a:prstGeom prst="rect">
                <a:avLst/>
              </a:prstGeom>
              <a:blipFill>
                <a:blip r:embed="rId3"/>
                <a:stretch>
                  <a:fillRect/>
                </a:stretch>
              </a:blipFill>
            </p:spPr>
            <p:txBody>
              <a:bodyPr/>
              <a:lstStyle/>
              <a:p>
                <a:r>
                  <a:rPr lang="he-IL">
                    <a:noFill/>
                  </a:rPr>
                  <a:t> </a:t>
                </a:r>
              </a:p>
            </p:txBody>
          </p:sp>
        </mc:Fallback>
      </mc:AlternateContent>
    </p:spTree>
    <p:extLst>
      <p:ext uri="{BB962C8B-B14F-4D97-AF65-F5344CB8AC3E}">
        <p14:creationId xmlns:p14="http://schemas.microsoft.com/office/powerpoint/2010/main" val="206978242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094E3B-2C7C-5692-9507-89F0DA49AC30}"/>
            </a:ext>
          </a:extLst>
        </p:cNvPr>
        <p:cNvGrpSpPr/>
        <p:nvPr/>
      </p:nvGrpSpPr>
      <p:grpSpPr>
        <a:xfrm>
          <a:off x="0" y="0"/>
          <a:ext cx="0" cy="0"/>
          <a:chOff x="0" y="0"/>
          <a:chExt cx="0" cy="0"/>
        </a:xfrm>
      </p:grpSpPr>
      <p:sp>
        <p:nvSpPr>
          <p:cNvPr id="2" name="כותרת 1">
            <a:extLst>
              <a:ext uri="{FF2B5EF4-FFF2-40B4-BE49-F238E27FC236}">
                <a16:creationId xmlns:a16="http://schemas.microsoft.com/office/drawing/2014/main" id="{A5CBD7B4-247B-3EC0-2142-82047626914E}"/>
              </a:ext>
            </a:extLst>
          </p:cNvPr>
          <p:cNvSpPr>
            <a:spLocks noGrp="1"/>
          </p:cNvSpPr>
          <p:nvPr>
            <p:ph type="title"/>
          </p:nvPr>
        </p:nvSpPr>
        <p:spPr/>
        <p:txBody>
          <a:bodyPr/>
          <a:lstStyle/>
          <a:p>
            <a:r>
              <a:rPr lang="en-US" dirty="0"/>
              <a:t>Bayes Theorem</a:t>
            </a:r>
            <a:endParaRPr lang="he-IL" dirty="0"/>
          </a:p>
        </p:txBody>
      </p:sp>
      <mc:AlternateContent xmlns:mc="http://schemas.openxmlformats.org/markup-compatibility/2006" xmlns:a14="http://schemas.microsoft.com/office/drawing/2010/main">
        <mc:Choice Requires="a14">
          <p:sp>
            <p:nvSpPr>
              <p:cNvPr id="3" name="מציין מיקום תוכן 2">
                <a:extLst>
                  <a:ext uri="{FF2B5EF4-FFF2-40B4-BE49-F238E27FC236}">
                    <a16:creationId xmlns:a16="http://schemas.microsoft.com/office/drawing/2014/main" id="{D80258FB-3C14-9702-B3CC-E9BC9BE02707}"/>
                  </a:ext>
                </a:extLst>
              </p:cNvPr>
              <p:cNvSpPr>
                <a:spLocks noGrp="1"/>
              </p:cNvSpPr>
              <p:nvPr>
                <p:ph idx="1"/>
              </p:nvPr>
            </p:nvSpPr>
            <p:spPr/>
            <p:txBody>
              <a:bodyPr>
                <a:normAutofit/>
              </a:bodyPr>
              <a:lstStyle/>
              <a:p>
                <a:pPr marL="0" indent="0">
                  <a:buNone/>
                </a:pPr>
                <a:r>
                  <a:rPr lang="en-GB" dirty="0"/>
                  <a:t>In our models - </a:t>
                </a:r>
              </a:p>
              <a:p>
                <a:pPr marL="0" indent="0">
                  <a:buNone/>
                </a:pPr>
                <a14:m>
                  <m:oMathPara xmlns:m="http://schemas.openxmlformats.org/officeDocument/2006/math">
                    <m:oMathParaPr>
                      <m:jc m:val="centerGroup"/>
                    </m:oMathParaPr>
                    <m:oMath xmlns:m="http://schemas.openxmlformats.org/officeDocument/2006/math">
                      <m:r>
                        <a:rPr lang="en-US" i="1" smtClean="0">
                          <a:solidFill>
                            <a:schemeClr val="accent2"/>
                          </a:solidFill>
                          <a:latin typeface="Cambria Math" panose="02040503050406030204" pitchFamily="18" charset="0"/>
                        </a:rPr>
                        <m:t>𝑃</m:t>
                      </m:r>
                      <m:d>
                        <m:dPr>
                          <m:ctrlPr>
                            <a:rPr lang="en-US" i="1">
                              <a:solidFill>
                                <a:schemeClr val="accent2"/>
                              </a:solidFill>
                              <a:latin typeface="Cambria Math" panose="02040503050406030204" pitchFamily="18" charset="0"/>
                            </a:rPr>
                          </m:ctrlPr>
                        </m:dPr>
                        <m:e>
                          <m:r>
                            <a:rPr lang="en-US" b="0" i="1" smtClean="0">
                              <a:solidFill>
                                <a:schemeClr val="accent2"/>
                              </a:solidFill>
                              <a:latin typeface="Cambria Math" panose="02040503050406030204" pitchFamily="18" charset="0"/>
                            </a:rPr>
                            <m:t>𝑚𝑜𝑑𝑒𝑙</m:t>
                          </m:r>
                        </m:e>
                        <m:e>
                          <m:r>
                            <a:rPr lang="en-US" b="0" i="1" smtClean="0">
                              <a:solidFill>
                                <a:schemeClr val="accent2"/>
                              </a:solidFill>
                              <a:latin typeface="Cambria Math" panose="02040503050406030204" pitchFamily="18" charset="0"/>
                            </a:rPr>
                            <m:t>𝑑𝑎𝑡𝑎</m:t>
                          </m:r>
                        </m:e>
                      </m:d>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i="1" smtClean="0">
                              <a:solidFill>
                                <a:schemeClr val="accent5"/>
                              </a:solidFill>
                              <a:latin typeface="Cambria Math" panose="02040503050406030204" pitchFamily="18" charset="0"/>
                            </a:rPr>
                            <m:t>𝑃</m:t>
                          </m:r>
                          <m:d>
                            <m:dPr>
                              <m:ctrlPr>
                                <a:rPr lang="en-US" i="1">
                                  <a:solidFill>
                                    <a:schemeClr val="accent5"/>
                                  </a:solidFill>
                                  <a:latin typeface="Cambria Math" panose="02040503050406030204" pitchFamily="18" charset="0"/>
                                </a:rPr>
                              </m:ctrlPr>
                            </m:dPr>
                            <m:e>
                              <m:r>
                                <a:rPr lang="en-US" b="0" i="1" smtClean="0">
                                  <a:solidFill>
                                    <a:schemeClr val="accent5"/>
                                  </a:solidFill>
                                  <a:latin typeface="Cambria Math" panose="02040503050406030204" pitchFamily="18" charset="0"/>
                                </a:rPr>
                                <m:t>𝑑𝑎𝑡𝑎</m:t>
                              </m:r>
                            </m:e>
                            <m:e>
                              <m:r>
                                <a:rPr lang="en-US" b="0" i="1" smtClean="0">
                                  <a:solidFill>
                                    <a:schemeClr val="accent5"/>
                                  </a:solidFill>
                                  <a:latin typeface="Cambria Math" panose="02040503050406030204" pitchFamily="18" charset="0"/>
                                </a:rPr>
                                <m:t>𝑚𝑜𝑑𝑒𝑙</m:t>
                              </m:r>
                            </m:e>
                          </m:d>
                          <m:r>
                            <a:rPr lang="en-US" i="1" smtClean="0">
                              <a:solidFill>
                                <a:schemeClr val="accent1"/>
                              </a:solidFill>
                              <a:latin typeface="Cambria Math" panose="02040503050406030204" pitchFamily="18" charset="0"/>
                            </a:rPr>
                            <m:t>𝑃</m:t>
                          </m:r>
                          <m:d>
                            <m:dPr>
                              <m:ctrlPr>
                                <a:rPr lang="en-US" i="1">
                                  <a:solidFill>
                                    <a:schemeClr val="accent1"/>
                                  </a:solidFill>
                                  <a:latin typeface="Cambria Math" panose="02040503050406030204" pitchFamily="18" charset="0"/>
                                </a:rPr>
                              </m:ctrlPr>
                            </m:dPr>
                            <m:e>
                              <m:r>
                                <a:rPr lang="en-US" b="0" i="1" smtClean="0">
                                  <a:solidFill>
                                    <a:schemeClr val="accent1"/>
                                  </a:solidFill>
                                  <a:latin typeface="Cambria Math" panose="02040503050406030204" pitchFamily="18" charset="0"/>
                                </a:rPr>
                                <m:t>𝑚𝑜𝑑𝑒𝑙</m:t>
                              </m:r>
                            </m:e>
                          </m:d>
                        </m:num>
                        <m:den>
                          <m:r>
                            <a:rPr lang="en-US" i="1" smtClean="0">
                              <a:solidFill>
                                <a:schemeClr val="accent3"/>
                              </a:solidFill>
                              <a:latin typeface="Cambria Math" panose="02040503050406030204" pitchFamily="18" charset="0"/>
                            </a:rPr>
                            <m:t>𝑃</m:t>
                          </m:r>
                          <m:d>
                            <m:dPr>
                              <m:ctrlPr>
                                <a:rPr lang="en-US" i="1">
                                  <a:solidFill>
                                    <a:schemeClr val="accent3"/>
                                  </a:solidFill>
                                  <a:latin typeface="Cambria Math" panose="02040503050406030204" pitchFamily="18" charset="0"/>
                                </a:rPr>
                              </m:ctrlPr>
                            </m:dPr>
                            <m:e>
                              <m:r>
                                <a:rPr lang="en-US" b="0" i="1" smtClean="0">
                                  <a:solidFill>
                                    <a:schemeClr val="accent3"/>
                                  </a:solidFill>
                                  <a:latin typeface="Cambria Math" panose="02040503050406030204" pitchFamily="18" charset="0"/>
                                </a:rPr>
                                <m:t>𝑑𝑎𝑡𝑎</m:t>
                              </m:r>
                            </m:e>
                          </m:d>
                        </m:den>
                      </m:f>
                    </m:oMath>
                  </m:oMathPara>
                </a14:m>
                <a:endParaRPr lang="en-GB" dirty="0"/>
              </a:p>
              <a:p>
                <a:r>
                  <a:rPr lang="en-GB" dirty="0"/>
                  <a:t>Prior:</a:t>
                </a:r>
                <a14:m>
                  <m:oMath xmlns:m="http://schemas.openxmlformats.org/officeDocument/2006/math">
                    <m:r>
                      <a:rPr lang="en-US" i="1">
                        <a:solidFill>
                          <a:schemeClr val="accent1"/>
                        </a:solidFill>
                        <a:latin typeface="Cambria Math" panose="02040503050406030204" pitchFamily="18" charset="0"/>
                      </a:rPr>
                      <m:t>𝑃</m:t>
                    </m:r>
                    <m:d>
                      <m:dPr>
                        <m:ctrlPr>
                          <a:rPr lang="en-US" i="1">
                            <a:solidFill>
                              <a:schemeClr val="accent1"/>
                            </a:solidFill>
                            <a:latin typeface="Cambria Math" panose="02040503050406030204" pitchFamily="18" charset="0"/>
                          </a:rPr>
                        </m:ctrlPr>
                      </m:dPr>
                      <m:e>
                        <m:r>
                          <a:rPr lang="en-US" i="1">
                            <a:solidFill>
                              <a:schemeClr val="accent1"/>
                            </a:solidFill>
                            <a:latin typeface="Cambria Math" panose="02040503050406030204" pitchFamily="18" charset="0"/>
                          </a:rPr>
                          <m:t>𝑚𝑜𝑑𝑒𝑙</m:t>
                        </m:r>
                      </m:e>
                    </m:d>
                  </m:oMath>
                </a14:m>
                <a:endParaRPr lang="en-GB" dirty="0"/>
              </a:p>
              <a:p>
                <a:r>
                  <a:rPr lang="en-GB" dirty="0"/>
                  <a:t>Likelihood:</a:t>
                </a:r>
                <a14:m>
                  <m:oMath xmlns:m="http://schemas.openxmlformats.org/officeDocument/2006/math">
                    <m:r>
                      <a:rPr lang="en-US" i="1">
                        <a:solidFill>
                          <a:schemeClr val="accent5"/>
                        </a:solidFill>
                        <a:latin typeface="Cambria Math" panose="02040503050406030204" pitchFamily="18" charset="0"/>
                      </a:rPr>
                      <m:t>𝑃</m:t>
                    </m:r>
                    <m:d>
                      <m:dPr>
                        <m:ctrlPr>
                          <a:rPr lang="en-US" i="1">
                            <a:solidFill>
                              <a:schemeClr val="accent5"/>
                            </a:solidFill>
                            <a:latin typeface="Cambria Math" panose="02040503050406030204" pitchFamily="18" charset="0"/>
                          </a:rPr>
                        </m:ctrlPr>
                      </m:dPr>
                      <m:e>
                        <m:r>
                          <a:rPr lang="en-US" i="1">
                            <a:solidFill>
                              <a:schemeClr val="accent5"/>
                            </a:solidFill>
                            <a:latin typeface="Cambria Math" panose="02040503050406030204" pitchFamily="18" charset="0"/>
                          </a:rPr>
                          <m:t>𝑑𝑎𝑡𝑎</m:t>
                        </m:r>
                      </m:e>
                      <m:e>
                        <m:r>
                          <a:rPr lang="en-US" i="1">
                            <a:solidFill>
                              <a:schemeClr val="accent5"/>
                            </a:solidFill>
                            <a:latin typeface="Cambria Math" panose="02040503050406030204" pitchFamily="18" charset="0"/>
                          </a:rPr>
                          <m:t>𝑚𝑜𝑑𝑒𝑙</m:t>
                        </m:r>
                      </m:e>
                    </m:d>
                  </m:oMath>
                </a14:m>
                <a:endParaRPr lang="en-GB" dirty="0"/>
              </a:p>
              <a:p>
                <a:r>
                  <a:rPr lang="en-GB" dirty="0"/>
                  <a:t>Evidence:</a:t>
                </a:r>
                <a14:m>
                  <m:oMath xmlns:m="http://schemas.openxmlformats.org/officeDocument/2006/math">
                    <m:r>
                      <a:rPr lang="en-US" i="1">
                        <a:solidFill>
                          <a:schemeClr val="accent3"/>
                        </a:solidFill>
                        <a:latin typeface="Cambria Math" panose="02040503050406030204" pitchFamily="18" charset="0"/>
                      </a:rPr>
                      <m:t>𝑃</m:t>
                    </m:r>
                    <m:d>
                      <m:dPr>
                        <m:ctrlPr>
                          <a:rPr lang="en-US" i="1">
                            <a:solidFill>
                              <a:schemeClr val="accent3"/>
                            </a:solidFill>
                            <a:latin typeface="Cambria Math" panose="02040503050406030204" pitchFamily="18" charset="0"/>
                          </a:rPr>
                        </m:ctrlPr>
                      </m:dPr>
                      <m:e>
                        <m:r>
                          <a:rPr lang="en-US" i="1">
                            <a:solidFill>
                              <a:schemeClr val="accent3"/>
                            </a:solidFill>
                            <a:latin typeface="Cambria Math" panose="02040503050406030204" pitchFamily="18" charset="0"/>
                          </a:rPr>
                          <m:t>𝑑𝑎𝑡𝑎</m:t>
                        </m:r>
                      </m:e>
                    </m:d>
                  </m:oMath>
                </a14:m>
                <a:endParaRPr lang="en-GB" dirty="0"/>
              </a:p>
              <a:p>
                <a:r>
                  <a:rPr lang="en-GB" dirty="0"/>
                  <a:t>Posterior:</a:t>
                </a:r>
                <a14:m>
                  <m:oMath xmlns:m="http://schemas.openxmlformats.org/officeDocument/2006/math">
                    <m:r>
                      <a:rPr lang="en-US" i="1">
                        <a:solidFill>
                          <a:schemeClr val="accent2"/>
                        </a:solidFill>
                        <a:latin typeface="Cambria Math" panose="02040503050406030204" pitchFamily="18" charset="0"/>
                      </a:rPr>
                      <m:t>𝑃</m:t>
                    </m:r>
                    <m:d>
                      <m:dPr>
                        <m:ctrlPr>
                          <a:rPr lang="en-US" i="1">
                            <a:solidFill>
                              <a:schemeClr val="accent2"/>
                            </a:solidFill>
                            <a:latin typeface="Cambria Math" panose="02040503050406030204" pitchFamily="18" charset="0"/>
                          </a:rPr>
                        </m:ctrlPr>
                      </m:dPr>
                      <m:e>
                        <m:r>
                          <a:rPr lang="en-US" i="1">
                            <a:solidFill>
                              <a:schemeClr val="accent2"/>
                            </a:solidFill>
                            <a:latin typeface="Cambria Math" panose="02040503050406030204" pitchFamily="18" charset="0"/>
                          </a:rPr>
                          <m:t>𝑚𝑜𝑑𝑒𝑙</m:t>
                        </m:r>
                      </m:e>
                      <m:e>
                        <m:r>
                          <a:rPr lang="en-US" i="1">
                            <a:solidFill>
                              <a:schemeClr val="accent2"/>
                            </a:solidFill>
                            <a:latin typeface="Cambria Math" panose="02040503050406030204" pitchFamily="18" charset="0"/>
                          </a:rPr>
                          <m:t>𝑑𝑎𝑡𝑎</m:t>
                        </m:r>
                      </m:e>
                    </m:d>
                  </m:oMath>
                </a14:m>
                <a:endParaRPr lang="en-GB" dirty="0"/>
              </a:p>
            </p:txBody>
          </p:sp>
        </mc:Choice>
        <mc:Fallback xmlns="">
          <p:sp>
            <p:nvSpPr>
              <p:cNvPr id="3" name="מציין מיקום תוכן 2">
                <a:extLst>
                  <a:ext uri="{FF2B5EF4-FFF2-40B4-BE49-F238E27FC236}">
                    <a16:creationId xmlns:a16="http://schemas.microsoft.com/office/drawing/2014/main" id="{E65589DC-0984-6AD7-D7A4-1D8345846A41}"/>
                  </a:ext>
                </a:extLst>
              </p:cNvPr>
              <p:cNvSpPr>
                <a:spLocks noGrp="1" noRot="1" noChangeAspect="1" noMove="1" noResize="1" noEditPoints="1" noAdjustHandles="1" noChangeArrowheads="1" noChangeShapeType="1" noTextEdit="1"/>
              </p:cNvSpPr>
              <p:nvPr>
                <p:ph idx="1"/>
              </p:nvPr>
            </p:nvSpPr>
            <p:spPr>
              <a:blipFill>
                <a:blip r:embed="rId2"/>
                <a:stretch>
                  <a:fillRect l="-1217" t="-2241"/>
                </a:stretch>
              </a:blipFill>
            </p:spPr>
            <p:txBody>
              <a:bodyPr/>
              <a:lstStyle/>
              <a:p>
                <a:r>
                  <a:rPr lang="he-IL">
                    <a:noFill/>
                  </a:rPr>
                  <a:t> </a:t>
                </a:r>
              </a:p>
            </p:txBody>
          </p:sp>
        </mc:Fallback>
      </mc:AlternateContent>
      <p:sp>
        <p:nvSpPr>
          <p:cNvPr id="4" name="מציין מיקום של מספר שקופית 3">
            <a:extLst>
              <a:ext uri="{FF2B5EF4-FFF2-40B4-BE49-F238E27FC236}">
                <a16:creationId xmlns:a16="http://schemas.microsoft.com/office/drawing/2014/main" id="{9CE7FBCE-C353-2B04-425F-4C1D8923B004}"/>
              </a:ext>
            </a:extLst>
          </p:cNvPr>
          <p:cNvSpPr>
            <a:spLocks noGrp="1"/>
          </p:cNvSpPr>
          <p:nvPr>
            <p:ph type="sldNum" sz="quarter" idx="12"/>
          </p:nvPr>
        </p:nvSpPr>
        <p:spPr/>
        <p:txBody>
          <a:bodyPr/>
          <a:lstStyle/>
          <a:p>
            <a:fld id="{B6796F57-8306-40D4-9229-37A3D19F0B5F}" type="slidenum">
              <a:rPr lang="LID4096" smtClean="0"/>
              <a:t>12</a:t>
            </a:fld>
            <a:endParaRPr lang="LID4096"/>
          </a:p>
        </p:txBody>
      </p:sp>
    </p:spTree>
    <p:extLst>
      <p:ext uri="{BB962C8B-B14F-4D97-AF65-F5344CB8AC3E}">
        <p14:creationId xmlns:p14="http://schemas.microsoft.com/office/powerpoint/2010/main" val="19158110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3870D7-3C7C-CA2C-CE54-D221AECA617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C510071-D227-592B-FFFD-6ECEC7C5BE28}"/>
              </a:ext>
            </a:extLst>
          </p:cNvPr>
          <p:cNvSpPr>
            <a:spLocks noGrp="1"/>
          </p:cNvSpPr>
          <p:nvPr>
            <p:ph type="title"/>
          </p:nvPr>
        </p:nvSpPr>
        <p:spPr>
          <a:xfrm>
            <a:off x="838200" y="20997"/>
            <a:ext cx="10515600" cy="1325563"/>
          </a:xfrm>
        </p:spPr>
        <p:txBody>
          <a:bodyPr/>
          <a:lstStyle/>
          <a:p>
            <a:r>
              <a:rPr lang="en-US" dirty="0"/>
              <a:t>Prior</a:t>
            </a:r>
            <a:endParaRPr lang="LID4096" dirty="0"/>
          </a:p>
        </p:txBody>
      </p:sp>
      <p:sp>
        <p:nvSpPr>
          <p:cNvPr id="3" name="Content Placeholder 2">
            <a:extLst>
              <a:ext uri="{FF2B5EF4-FFF2-40B4-BE49-F238E27FC236}">
                <a16:creationId xmlns:a16="http://schemas.microsoft.com/office/drawing/2014/main" id="{7B5A6F7A-CBFC-39CF-8398-E6236221A3A5}"/>
              </a:ext>
            </a:extLst>
          </p:cNvPr>
          <p:cNvSpPr>
            <a:spLocks noGrp="1"/>
          </p:cNvSpPr>
          <p:nvPr>
            <p:ph idx="1"/>
          </p:nvPr>
        </p:nvSpPr>
        <p:spPr>
          <a:xfrm>
            <a:off x="458037" y="1317730"/>
            <a:ext cx="11275925" cy="5378705"/>
          </a:xfrm>
        </p:spPr>
        <p:txBody>
          <a:bodyPr>
            <a:normAutofit/>
          </a:bodyPr>
          <a:lstStyle/>
          <a:p>
            <a:pPr>
              <a:lnSpc>
                <a:spcPct val="150000"/>
              </a:lnSpc>
            </a:pPr>
            <a:r>
              <a:rPr lang="en-GB" dirty="0"/>
              <a:t>Probability distribution</a:t>
            </a:r>
          </a:p>
          <a:p>
            <a:pPr>
              <a:lnSpc>
                <a:spcPct val="150000"/>
              </a:lnSpc>
            </a:pPr>
            <a:r>
              <a:rPr lang="en-GB" dirty="0"/>
              <a:t>Describes our prior beliefs on the values of the model </a:t>
            </a:r>
          </a:p>
          <a:p>
            <a:pPr>
              <a:lnSpc>
                <a:spcPct val="150000"/>
              </a:lnSpc>
            </a:pPr>
            <a:r>
              <a:rPr lang="en-US" dirty="0"/>
              <a:t>Using </a:t>
            </a:r>
            <a:r>
              <a:rPr lang="en-US" b="1" dirty="0"/>
              <a:t>Bayes' rule</a:t>
            </a:r>
            <a:r>
              <a:rPr lang="en-US" dirty="0"/>
              <a:t>, we combine the likelihood and the prior to obtain the posterior</a:t>
            </a:r>
            <a:endParaRPr lang="en-GB" dirty="0"/>
          </a:p>
          <a:p>
            <a:pPr>
              <a:lnSpc>
                <a:spcPct val="150000"/>
              </a:lnSpc>
            </a:pPr>
            <a:r>
              <a:rPr lang="en-GB" dirty="0"/>
              <a:t>If we have no prior beliefs, what distribution would we use?</a:t>
            </a:r>
          </a:p>
          <a:p>
            <a:pPr lvl="1">
              <a:lnSpc>
                <a:spcPct val="150000"/>
              </a:lnSpc>
            </a:pPr>
            <a:r>
              <a:rPr lang="en-GB" dirty="0"/>
              <a:t>Uniform</a:t>
            </a:r>
          </a:p>
        </p:txBody>
      </p:sp>
      <p:sp>
        <p:nvSpPr>
          <p:cNvPr id="4" name="מציין מיקום של מספר שקופית 3">
            <a:extLst>
              <a:ext uri="{FF2B5EF4-FFF2-40B4-BE49-F238E27FC236}">
                <a16:creationId xmlns:a16="http://schemas.microsoft.com/office/drawing/2014/main" id="{A78EDDE1-25CD-5BDD-6A72-03D903C63EC1}"/>
              </a:ext>
            </a:extLst>
          </p:cNvPr>
          <p:cNvSpPr>
            <a:spLocks noGrp="1"/>
          </p:cNvSpPr>
          <p:nvPr>
            <p:ph type="sldNum" sz="quarter" idx="12"/>
          </p:nvPr>
        </p:nvSpPr>
        <p:spPr/>
        <p:txBody>
          <a:bodyPr/>
          <a:lstStyle/>
          <a:p>
            <a:fld id="{B6796F57-8306-40D4-9229-37A3D19F0B5F}" type="slidenum">
              <a:rPr lang="LID4096" smtClean="0"/>
              <a:t>13</a:t>
            </a:fld>
            <a:endParaRPr lang="LID4096"/>
          </a:p>
        </p:txBody>
      </p:sp>
    </p:spTree>
    <p:extLst>
      <p:ext uri="{BB962C8B-B14F-4D97-AF65-F5344CB8AC3E}">
        <p14:creationId xmlns:p14="http://schemas.microsoft.com/office/powerpoint/2010/main" val="28444608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fade">
                                      <p:cBhvr>
                                        <p:cTn id="7" dur="250"/>
                                        <p:tgtEl>
                                          <p:spTgt spid="3">
                                            <p:txEl>
                                              <p:pRg st="3" end="3"/>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4" end="4"/>
                                            </p:txEl>
                                          </p:spTgt>
                                        </p:tgtEl>
                                        <p:attrNameLst>
                                          <p:attrName>style.visibility</p:attrName>
                                        </p:attrNameLst>
                                      </p:cBhvr>
                                      <p:to>
                                        <p:strVal val="visible"/>
                                      </p:to>
                                    </p:set>
                                    <p:animEffect transition="in" filter="fade">
                                      <p:cBhvr>
                                        <p:cTn id="12" dur="25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C0E768-EFCA-B6E5-D58A-04713755143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7594CC0-2A04-25CA-808C-B9C2BD70624B}"/>
              </a:ext>
            </a:extLst>
          </p:cNvPr>
          <p:cNvSpPr>
            <a:spLocks noGrp="1"/>
          </p:cNvSpPr>
          <p:nvPr>
            <p:ph type="title"/>
          </p:nvPr>
        </p:nvSpPr>
        <p:spPr>
          <a:xfrm>
            <a:off x="827314" y="138601"/>
            <a:ext cx="10515600" cy="1325563"/>
          </a:xfrm>
        </p:spPr>
        <p:txBody>
          <a:bodyPr/>
          <a:lstStyle/>
          <a:p>
            <a:r>
              <a:rPr lang="en-US" dirty="0"/>
              <a:t>Conjugate Priors</a:t>
            </a:r>
            <a:endParaRPr lang="LID4096" dirty="0"/>
          </a:p>
        </p:txBody>
      </p:sp>
      <p:sp>
        <p:nvSpPr>
          <p:cNvPr id="3" name="Content Placeholder 2">
            <a:extLst>
              <a:ext uri="{FF2B5EF4-FFF2-40B4-BE49-F238E27FC236}">
                <a16:creationId xmlns:a16="http://schemas.microsoft.com/office/drawing/2014/main" id="{8E7AE365-F769-470C-C2E0-87652AE1C1E7}"/>
              </a:ext>
            </a:extLst>
          </p:cNvPr>
          <p:cNvSpPr>
            <a:spLocks noGrp="1"/>
          </p:cNvSpPr>
          <p:nvPr>
            <p:ph idx="1"/>
          </p:nvPr>
        </p:nvSpPr>
        <p:spPr>
          <a:xfrm>
            <a:off x="606764" y="1464164"/>
            <a:ext cx="10881852" cy="4678729"/>
          </a:xfrm>
        </p:spPr>
        <p:txBody>
          <a:bodyPr>
            <a:normAutofit/>
          </a:bodyPr>
          <a:lstStyle/>
          <a:p>
            <a:r>
              <a:rPr lang="en-US" dirty="0"/>
              <a:t>For some combinations of priors and likelihoods the posterior has the same distribution family as the prior. Allow for an easy analytic calculation.</a:t>
            </a:r>
          </a:p>
          <a:p>
            <a:r>
              <a:rPr lang="en-US" dirty="0"/>
              <a:t>These are called </a:t>
            </a:r>
            <a:r>
              <a:rPr lang="en-US" b="1" dirty="0"/>
              <a:t>conjugate priors</a:t>
            </a:r>
            <a:r>
              <a:rPr lang="en-US" dirty="0"/>
              <a:t>.</a:t>
            </a:r>
          </a:p>
          <a:p>
            <a:r>
              <a:rPr lang="en-US" dirty="0"/>
              <a:t>Useful combinations:</a:t>
            </a:r>
          </a:p>
          <a:p>
            <a:pPr>
              <a:lnSpc>
                <a:spcPct val="150000"/>
              </a:lnSpc>
            </a:pPr>
            <a:endParaRPr lang="en-GB" dirty="0"/>
          </a:p>
        </p:txBody>
      </p:sp>
      <p:sp>
        <p:nvSpPr>
          <p:cNvPr id="11" name="Content Placeholder 2">
            <a:extLst>
              <a:ext uri="{FF2B5EF4-FFF2-40B4-BE49-F238E27FC236}">
                <a16:creationId xmlns:a16="http://schemas.microsoft.com/office/drawing/2014/main" id="{D39C6032-CE7B-3DFE-0A96-F9D645736DCC}"/>
              </a:ext>
            </a:extLst>
          </p:cNvPr>
          <p:cNvSpPr txBox="1">
            <a:spLocks/>
          </p:cNvSpPr>
          <p:nvPr/>
        </p:nvSpPr>
        <p:spPr>
          <a:xfrm>
            <a:off x="461062" y="2129132"/>
            <a:ext cx="10881852" cy="537870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Char char="§"/>
            </a:pPr>
            <a:endParaRPr lang="en-US" dirty="0"/>
          </a:p>
          <a:p>
            <a:pPr>
              <a:lnSpc>
                <a:spcPct val="150000"/>
              </a:lnSpc>
              <a:buFont typeface="Wingdings" panose="05000000000000000000" pitchFamily="2" charset="2"/>
              <a:buChar char="§"/>
            </a:pPr>
            <a:endParaRPr lang="en-GB" dirty="0">
              <a:highlight>
                <a:srgbClr val="FFFF00"/>
              </a:highlight>
            </a:endParaRPr>
          </a:p>
        </p:txBody>
      </p:sp>
      <p:sp>
        <p:nvSpPr>
          <p:cNvPr id="4" name="מציין מיקום של מספר שקופית 3">
            <a:extLst>
              <a:ext uri="{FF2B5EF4-FFF2-40B4-BE49-F238E27FC236}">
                <a16:creationId xmlns:a16="http://schemas.microsoft.com/office/drawing/2014/main" id="{18123EA4-A36D-84C6-23BD-2335C53E470C}"/>
              </a:ext>
            </a:extLst>
          </p:cNvPr>
          <p:cNvSpPr>
            <a:spLocks noGrp="1"/>
          </p:cNvSpPr>
          <p:nvPr>
            <p:ph type="sldNum" sz="quarter" idx="12"/>
          </p:nvPr>
        </p:nvSpPr>
        <p:spPr/>
        <p:txBody>
          <a:bodyPr/>
          <a:lstStyle/>
          <a:p>
            <a:fld id="{B6796F57-8306-40D4-9229-37A3D19F0B5F}" type="slidenum">
              <a:rPr lang="LID4096" smtClean="0"/>
              <a:t>14</a:t>
            </a:fld>
            <a:endParaRPr lang="LID4096"/>
          </a:p>
        </p:txBody>
      </p:sp>
      <p:graphicFrame>
        <p:nvGraphicFramePr>
          <p:cNvPr id="5" name="Table 3">
            <a:extLst>
              <a:ext uri="{FF2B5EF4-FFF2-40B4-BE49-F238E27FC236}">
                <a16:creationId xmlns:a16="http://schemas.microsoft.com/office/drawing/2014/main" id="{F3E13EC4-9501-0D84-A595-E8EDF52279B2}"/>
              </a:ext>
            </a:extLst>
          </p:cNvPr>
          <p:cNvGraphicFramePr>
            <a:graphicFrameLocks noGrp="1"/>
          </p:cNvGraphicFramePr>
          <p:nvPr>
            <p:extLst>
              <p:ext uri="{D42A27DB-BD31-4B8C-83A1-F6EECF244321}">
                <p14:modId xmlns:p14="http://schemas.microsoft.com/office/powerpoint/2010/main" val="1613512519"/>
              </p:ext>
            </p:extLst>
          </p:nvPr>
        </p:nvGraphicFramePr>
        <p:xfrm>
          <a:off x="4638260" y="3383280"/>
          <a:ext cx="7092678" cy="3474720"/>
        </p:xfrm>
        <a:graphic>
          <a:graphicData uri="http://schemas.openxmlformats.org/drawingml/2006/table">
            <a:tbl>
              <a:tblPr firstRow="1" bandRow="1">
                <a:tableStyleId>{5C22544A-7EE6-4342-B048-85BDC9FD1C3A}</a:tableStyleId>
              </a:tblPr>
              <a:tblGrid>
                <a:gridCol w="3546339">
                  <a:extLst>
                    <a:ext uri="{9D8B030D-6E8A-4147-A177-3AD203B41FA5}">
                      <a16:colId xmlns:a16="http://schemas.microsoft.com/office/drawing/2014/main" val="610931443"/>
                    </a:ext>
                  </a:extLst>
                </a:gridCol>
                <a:gridCol w="3546339">
                  <a:extLst>
                    <a:ext uri="{9D8B030D-6E8A-4147-A177-3AD203B41FA5}">
                      <a16:colId xmlns:a16="http://schemas.microsoft.com/office/drawing/2014/main" val="3509551982"/>
                    </a:ext>
                  </a:extLst>
                </a:gridCol>
              </a:tblGrid>
              <a:tr h="323914">
                <a:tc>
                  <a:txBody>
                    <a:bodyPr/>
                    <a:lstStyle/>
                    <a:p>
                      <a:pPr algn="ctr"/>
                      <a:r>
                        <a:rPr lang="en-GB" sz="2400" dirty="0"/>
                        <a:t>Prior</a:t>
                      </a:r>
                      <a:endParaRPr lang="LID4096"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GB" sz="2400" dirty="0"/>
                        <a:t>Likelihood</a:t>
                      </a:r>
                      <a:endParaRPr lang="LID4096"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86860089"/>
                  </a:ext>
                </a:extLst>
              </a:tr>
              <a:tr h="323914">
                <a:tc>
                  <a:txBody>
                    <a:bodyPr/>
                    <a:lstStyle/>
                    <a:p>
                      <a:pPr algn="ctr"/>
                      <a:r>
                        <a:rPr lang="en-GB" sz="2400" dirty="0"/>
                        <a:t>Gamma</a:t>
                      </a:r>
                      <a:endParaRPr lang="LID4096"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GB" sz="2400" dirty="0"/>
                        <a:t>Poisson</a:t>
                      </a:r>
                      <a:endParaRPr lang="LID4096"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16861861"/>
                  </a:ext>
                </a:extLst>
              </a:tr>
              <a:tr h="323914">
                <a:tc>
                  <a:txBody>
                    <a:bodyPr/>
                    <a:lstStyle/>
                    <a:p>
                      <a:pPr algn="ctr"/>
                      <a:r>
                        <a:rPr lang="en-GB" sz="2400" dirty="0"/>
                        <a:t>Gamma</a:t>
                      </a:r>
                      <a:endParaRPr lang="LID4096"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GB" sz="2400" dirty="0"/>
                        <a:t>Exponential</a:t>
                      </a:r>
                      <a:endParaRPr lang="LID4096"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80861332"/>
                  </a:ext>
                </a:extLst>
              </a:tr>
              <a:tr h="323914">
                <a:tc>
                  <a:txBody>
                    <a:bodyPr/>
                    <a:lstStyle/>
                    <a:p>
                      <a:pPr algn="ctr"/>
                      <a:r>
                        <a:rPr lang="en-GB" sz="2400" dirty="0"/>
                        <a:t>Beta</a:t>
                      </a:r>
                      <a:endParaRPr lang="LID4096"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GB" sz="2400" dirty="0"/>
                        <a:t>Binomial</a:t>
                      </a:r>
                      <a:endParaRPr lang="LID4096"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68001074"/>
                  </a:ext>
                </a:extLst>
              </a:tr>
              <a:tr h="323914">
                <a:tc>
                  <a:txBody>
                    <a:bodyPr/>
                    <a:lstStyle/>
                    <a:p>
                      <a:pPr algn="ctr"/>
                      <a:r>
                        <a:rPr lang="en-GB" sz="2400" dirty="0"/>
                        <a:t>Beta</a:t>
                      </a:r>
                      <a:endParaRPr lang="LID4096"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GB" sz="2400" dirty="0"/>
                        <a:t>Bernoulli</a:t>
                      </a:r>
                      <a:endParaRPr lang="LID4096"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87952267"/>
                  </a:ext>
                </a:extLst>
              </a:tr>
              <a:tr h="583045">
                <a:tc>
                  <a:txBody>
                    <a:bodyPr/>
                    <a:lstStyle/>
                    <a:p>
                      <a:pPr algn="ctr"/>
                      <a:r>
                        <a:rPr lang="en-GB" sz="2400" dirty="0"/>
                        <a:t>Gaussian</a:t>
                      </a:r>
                      <a:endParaRPr lang="LID4096"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GB" sz="2400" dirty="0"/>
                        <a:t>Mean: gaussian</a:t>
                      </a:r>
                    </a:p>
                    <a:p>
                      <a:pPr algn="ctr" rtl="0"/>
                      <a:r>
                        <a:rPr lang="en-GB" sz="2400" dirty="0"/>
                        <a:t>Variance: Inverse Gamma</a:t>
                      </a:r>
                      <a:endParaRPr lang="LID4096"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46830196"/>
                  </a:ext>
                </a:extLst>
              </a:tr>
            </a:tbl>
          </a:graphicData>
        </a:graphic>
      </p:graphicFrame>
    </p:spTree>
    <p:extLst>
      <p:ext uri="{BB962C8B-B14F-4D97-AF65-F5344CB8AC3E}">
        <p14:creationId xmlns:p14="http://schemas.microsoft.com/office/powerpoint/2010/main" val="40525885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EC2AC2-6683-E167-E764-26E6BBD66218}"/>
            </a:ext>
          </a:extLst>
        </p:cNvPr>
        <p:cNvGrpSpPr/>
        <p:nvPr/>
      </p:nvGrpSpPr>
      <p:grpSpPr>
        <a:xfrm>
          <a:off x="0" y="0"/>
          <a:ext cx="0" cy="0"/>
          <a:chOff x="0" y="0"/>
          <a:chExt cx="0" cy="0"/>
        </a:xfrm>
      </p:grpSpPr>
      <p:sp>
        <p:nvSpPr>
          <p:cNvPr id="2" name="כותרת 1">
            <a:extLst>
              <a:ext uri="{FF2B5EF4-FFF2-40B4-BE49-F238E27FC236}">
                <a16:creationId xmlns:a16="http://schemas.microsoft.com/office/drawing/2014/main" id="{BDE6A25D-E0B4-BCE5-4F6C-93878A856259}"/>
              </a:ext>
            </a:extLst>
          </p:cNvPr>
          <p:cNvSpPr>
            <a:spLocks noGrp="1"/>
          </p:cNvSpPr>
          <p:nvPr>
            <p:ph type="title"/>
          </p:nvPr>
        </p:nvSpPr>
        <p:spPr/>
        <p:txBody>
          <a:bodyPr/>
          <a:lstStyle/>
          <a:p>
            <a:r>
              <a:rPr lang="en-US" dirty="0"/>
              <a:t>Bayes Theorem</a:t>
            </a:r>
            <a:endParaRPr lang="he-IL" dirty="0"/>
          </a:p>
        </p:txBody>
      </p:sp>
      <mc:AlternateContent xmlns:mc="http://schemas.openxmlformats.org/markup-compatibility/2006">
        <mc:Choice xmlns:a14="http://schemas.microsoft.com/office/drawing/2010/main" Requires="a14">
          <p:sp>
            <p:nvSpPr>
              <p:cNvPr id="3" name="מציין מיקום תוכן 2">
                <a:extLst>
                  <a:ext uri="{FF2B5EF4-FFF2-40B4-BE49-F238E27FC236}">
                    <a16:creationId xmlns:a16="http://schemas.microsoft.com/office/drawing/2014/main" id="{8365F370-A16B-99D8-8A38-AD60553DA9AC}"/>
                  </a:ext>
                </a:extLst>
              </p:cNvPr>
              <p:cNvSpPr>
                <a:spLocks noGrp="1"/>
              </p:cNvSpPr>
              <p:nvPr>
                <p:ph idx="1"/>
              </p:nvPr>
            </p:nvSpPr>
            <p:spPr/>
            <p:txBody>
              <a:bodyPr>
                <a:normAutofit/>
              </a:bodyPr>
              <a:lstStyle/>
              <a:p>
                <a:pPr marL="0" indent="0">
                  <a:buNone/>
                </a:pPr>
                <a:r>
                  <a:rPr lang="en-GB" dirty="0"/>
                  <a:t>In our models - </a:t>
                </a:r>
              </a:p>
              <a:p>
                <a:pPr marL="0" indent="0">
                  <a:buNone/>
                </a:pPr>
                <a14:m>
                  <m:oMathPara xmlns:m="http://schemas.openxmlformats.org/officeDocument/2006/math">
                    <m:oMathParaPr>
                      <m:jc m:val="centerGroup"/>
                    </m:oMathParaPr>
                    <m:oMath xmlns:m="http://schemas.openxmlformats.org/officeDocument/2006/math">
                      <m:r>
                        <a:rPr lang="en-US" i="1">
                          <a:solidFill>
                            <a:schemeClr val="accent2"/>
                          </a:solidFill>
                          <a:latin typeface="Cambria Math" panose="02040503050406030204" pitchFamily="18" charset="0"/>
                        </a:rPr>
                        <m:t>𝑃</m:t>
                      </m:r>
                      <m:d>
                        <m:dPr>
                          <m:ctrlPr>
                            <a:rPr lang="en-US" i="1">
                              <a:solidFill>
                                <a:schemeClr val="accent2"/>
                              </a:solidFill>
                              <a:latin typeface="Cambria Math" panose="02040503050406030204" pitchFamily="18" charset="0"/>
                            </a:rPr>
                          </m:ctrlPr>
                        </m:dPr>
                        <m:e>
                          <m:r>
                            <a:rPr lang="en-US" i="1">
                              <a:solidFill>
                                <a:schemeClr val="accent2"/>
                              </a:solidFill>
                              <a:latin typeface="Cambria Math" panose="02040503050406030204" pitchFamily="18" charset="0"/>
                            </a:rPr>
                            <m:t>𝑚𝑜𝑑𝑒𝑙</m:t>
                          </m:r>
                        </m:e>
                        <m:e>
                          <m:r>
                            <a:rPr lang="en-US" i="1">
                              <a:solidFill>
                                <a:schemeClr val="accent2"/>
                              </a:solidFill>
                              <a:latin typeface="Cambria Math" panose="02040503050406030204" pitchFamily="18" charset="0"/>
                            </a:rPr>
                            <m:t>𝑑𝑎𝑡𝑎</m:t>
                          </m:r>
                        </m:e>
                      </m:d>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i="1" smtClean="0">
                              <a:solidFill>
                                <a:schemeClr val="accent5"/>
                              </a:solidFill>
                              <a:latin typeface="Cambria Math" panose="02040503050406030204" pitchFamily="18" charset="0"/>
                            </a:rPr>
                            <m:t>𝑃</m:t>
                          </m:r>
                          <m:d>
                            <m:dPr>
                              <m:ctrlPr>
                                <a:rPr lang="en-US" i="1">
                                  <a:solidFill>
                                    <a:schemeClr val="accent5"/>
                                  </a:solidFill>
                                  <a:latin typeface="Cambria Math" panose="02040503050406030204" pitchFamily="18" charset="0"/>
                                </a:rPr>
                              </m:ctrlPr>
                            </m:dPr>
                            <m:e>
                              <m:r>
                                <a:rPr lang="en-US" b="0" i="1" smtClean="0">
                                  <a:solidFill>
                                    <a:schemeClr val="accent5"/>
                                  </a:solidFill>
                                  <a:latin typeface="Cambria Math" panose="02040503050406030204" pitchFamily="18" charset="0"/>
                                </a:rPr>
                                <m:t>𝑑𝑎𝑡𝑎</m:t>
                              </m:r>
                            </m:e>
                            <m:e>
                              <m:r>
                                <a:rPr lang="en-US" b="0" i="1" smtClean="0">
                                  <a:solidFill>
                                    <a:schemeClr val="accent5"/>
                                  </a:solidFill>
                                  <a:latin typeface="Cambria Math" panose="02040503050406030204" pitchFamily="18" charset="0"/>
                                </a:rPr>
                                <m:t>𝑚𝑜𝑑𝑒𝑙</m:t>
                              </m:r>
                            </m:e>
                          </m:d>
                          <m:r>
                            <a:rPr lang="en-US" i="1" smtClean="0">
                              <a:solidFill>
                                <a:schemeClr val="accent1"/>
                              </a:solidFill>
                              <a:latin typeface="Cambria Math" panose="02040503050406030204" pitchFamily="18" charset="0"/>
                            </a:rPr>
                            <m:t>𝑃</m:t>
                          </m:r>
                          <m:d>
                            <m:dPr>
                              <m:ctrlPr>
                                <a:rPr lang="en-US" i="1">
                                  <a:solidFill>
                                    <a:schemeClr val="accent1"/>
                                  </a:solidFill>
                                  <a:latin typeface="Cambria Math" panose="02040503050406030204" pitchFamily="18" charset="0"/>
                                </a:rPr>
                              </m:ctrlPr>
                            </m:dPr>
                            <m:e>
                              <m:r>
                                <a:rPr lang="en-US" b="0" i="1" smtClean="0">
                                  <a:solidFill>
                                    <a:schemeClr val="accent1"/>
                                  </a:solidFill>
                                  <a:latin typeface="Cambria Math" panose="02040503050406030204" pitchFamily="18" charset="0"/>
                                </a:rPr>
                                <m:t>𝑚𝑜𝑑𝑒𝑙</m:t>
                              </m:r>
                            </m:e>
                          </m:d>
                        </m:num>
                        <m:den>
                          <m:nary>
                            <m:naryPr>
                              <m:chr m:val="∑"/>
                              <m:limLoc m:val="subSup"/>
                              <m:supHide m:val="on"/>
                              <m:ctrlPr>
                                <a:rPr lang="LID4096" i="1" smtClean="0">
                                  <a:solidFill>
                                    <a:schemeClr val="accent3"/>
                                  </a:solidFill>
                                  <a:latin typeface="Cambria Math" panose="02040503050406030204" pitchFamily="18" charset="0"/>
                                </a:rPr>
                              </m:ctrlPr>
                            </m:naryPr>
                            <m:sub>
                              <m:r>
                                <a:rPr lang="en-US" i="1" smtClean="0">
                                  <a:solidFill>
                                    <a:schemeClr val="accent3"/>
                                  </a:solidFill>
                                  <a:latin typeface="Cambria Math" panose="02040503050406030204" pitchFamily="18" charset="0"/>
                                </a:rPr>
                                <m:t>𝑚</m:t>
                              </m:r>
                              <m:r>
                                <a:rPr lang="en-US" b="0" i="1" smtClean="0">
                                  <a:solidFill>
                                    <a:schemeClr val="accent3"/>
                                  </a:solidFill>
                                  <a:latin typeface="Cambria Math" panose="02040503050406030204" pitchFamily="18" charset="0"/>
                                </a:rPr>
                                <m:t>𝑜𝑑𝑒𝑙𝑠</m:t>
                              </m:r>
                            </m:sub>
                            <m:sup/>
                            <m:e>
                              <m:r>
                                <a:rPr lang="en-US" b="0" i="1" smtClean="0">
                                  <a:solidFill>
                                    <a:schemeClr val="accent3"/>
                                  </a:solidFill>
                                  <a:latin typeface="Cambria Math" panose="02040503050406030204" pitchFamily="18" charset="0"/>
                                </a:rPr>
                                <m:t>𝑃</m:t>
                              </m:r>
                              <m:d>
                                <m:dPr>
                                  <m:ctrlPr>
                                    <a:rPr lang="LID4096" i="1">
                                      <a:solidFill>
                                        <a:schemeClr val="accent3"/>
                                      </a:solidFill>
                                      <a:latin typeface="Cambria Math" panose="02040503050406030204" pitchFamily="18" charset="0"/>
                                    </a:rPr>
                                  </m:ctrlPr>
                                </m:dPr>
                                <m:e>
                                  <m:d>
                                    <m:dPr>
                                      <m:begChr m:val=""/>
                                      <m:endChr m:val="|"/>
                                      <m:ctrlPr>
                                        <a:rPr lang="LID4096" i="1" smtClean="0">
                                          <a:solidFill>
                                            <a:schemeClr val="accent3"/>
                                          </a:solidFill>
                                          <a:latin typeface="Cambria Math" panose="02040503050406030204" pitchFamily="18" charset="0"/>
                                        </a:rPr>
                                      </m:ctrlPr>
                                    </m:dPr>
                                    <m:e>
                                      <m:r>
                                        <a:rPr lang="en-US" b="0" i="1" smtClean="0">
                                          <a:solidFill>
                                            <a:schemeClr val="accent3"/>
                                          </a:solidFill>
                                          <a:latin typeface="Cambria Math" panose="02040503050406030204" pitchFamily="18" charset="0"/>
                                        </a:rPr>
                                        <m:t>𝑑𝑎𝑡𝑎</m:t>
                                      </m:r>
                                    </m:e>
                                  </m:d>
                                  <m:sSup>
                                    <m:sSupPr>
                                      <m:ctrlPr>
                                        <a:rPr lang="LID4096" i="1">
                                          <a:solidFill>
                                            <a:schemeClr val="accent3"/>
                                          </a:solidFill>
                                          <a:latin typeface="Cambria Math" panose="02040503050406030204" pitchFamily="18" charset="0"/>
                                        </a:rPr>
                                      </m:ctrlPr>
                                    </m:sSupPr>
                                    <m:e>
                                      <m:r>
                                        <a:rPr lang="en-US" b="0" i="1" smtClean="0">
                                          <a:solidFill>
                                            <a:schemeClr val="accent3"/>
                                          </a:solidFill>
                                          <a:latin typeface="Cambria Math" panose="02040503050406030204" pitchFamily="18" charset="0"/>
                                        </a:rPr>
                                        <m:t>𝑚𝑜𝑑𝑒𝑙</m:t>
                                      </m:r>
                                    </m:e>
                                    <m:sup>
                                      <m:r>
                                        <a:rPr lang="LID4096" i="1" smtClean="0">
                                          <a:solidFill>
                                            <a:schemeClr val="accent3"/>
                                          </a:solidFill>
                                          <a:latin typeface="Cambria Math" panose="02040503050406030204" pitchFamily="18" charset="0"/>
                                        </a:rPr>
                                        <m:t>∗</m:t>
                                      </m:r>
                                    </m:sup>
                                  </m:sSup>
                                </m:e>
                              </m:d>
                              <m:r>
                                <a:rPr lang="en-US" b="0" i="1" smtClean="0">
                                  <a:solidFill>
                                    <a:schemeClr val="accent3"/>
                                  </a:solidFill>
                                  <a:latin typeface="Cambria Math" panose="02040503050406030204" pitchFamily="18" charset="0"/>
                                </a:rPr>
                                <m:t>𝑃</m:t>
                              </m:r>
                              <m:d>
                                <m:dPr>
                                  <m:ctrlPr>
                                    <a:rPr lang="LID4096" i="1">
                                      <a:solidFill>
                                        <a:schemeClr val="accent3"/>
                                      </a:solidFill>
                                      <a:latin typeface="Cambria Math" panose="02040503050406030204" pitchFamily="18" charset="0"/>
                                    </a:rPr>
                                  </m:ctrlPr>
                                </m:dPr>
                                <m:e>
                                  <m:sSup>
                                    <m:sSupPr>
                                      <m:ctrlPr>
                                        <a:rPr lang="LID4096" i="1">
                                          <a:solidFill>
                                            <a:schemeClr val="accent3"/>
                                          </a:solidFill>
                                          <a:latin typeface="Cambria Math" panose="02040503050406030204" pitchFamily="18" charset="0"/>
                                        </a:rPr>
                                      </m:ctrlPr>
                                    </m:sSupPr>
                                    <m:e>
                                      <m:r>
                                        <a:rPr lang="en-US" b="0" i="1" smtClean="0">
                                          <a:solidFill>
                                            <a:schemeClr val="accent3"/>
                                          </a:solidFill>
                                          <a:latin typeface="Cambria Math" panose="02040503050406030204" pitchFamily="18" charset="0"/>
                                        </a:rPr>
                                        <m:t>𝑚𝑜𝑑𝑒𝑙</m:t>
                                      </m:r>
                                    </m:e>
                                    <m:sup>
                                      <m:r>
                                        <a:rPr lang="LID4096" i="1">
                                          <a:solidFill>
                                            <a:schemeClr val="accent3"/>
                                          </a:solidFill>
                                          <a:latin typeface="Cambria Math" panose="02040503050406030204" pitchFamily="18" charset="0"/>
                                        </a:rPr>
                                        <m:t>∗</m:t>
                                      </m:r>
                                    </m:sup>
                                  </m:sSup>
                                </m:e>
                              </m:d>
                            </m:e>
                          </m:nary>
                        </m:den>
                      </m:f>
                    </m:oMath>
                  </m:oMathPara>
                </a14:m>
                <a:endParaRPr lang="he-IL" dirty="0"/>
              </a:p>
              <a:p>
                <a:pPr marL="0" indent="0">
                  <a:buNone/>
                </a:pPr>
                <a:endParaRPr lang="en-GB" dirty="0"/>
              </a:p>
              <a:p>
                <a14:m>
                  <m:oMath xmlns:m="http://schemas.openxmlformats.org/officeDocument/2006/math">
                    <m:r>
                      <a:rPr lang="en-US" sz="2400" i="1">
                        <a:solidFill>
                          <a:schemeClr val="accent3"/>
                        </a:solidFill>
                        <a:latin typeface="Cambria Math" panose="02040503050406030204" pitchFamily="18" charset="0"/>
                      </a:rPr>
                      <m:t>𝑃</m:t>
                    </m:r>
                    <m:d>
                      <m:dPr>
                        <m:ctrlPr>
                          <a:rPr lang="en-US" sz="2400" i="1">
                            <a:solidFill>
                              <a:schemeClr val="accent3"/>
                            </a:solidFill>
                            <a:latin typeface="Cambria Math" panose="02040503050406030204" pitchFamily="18" charset="0"/>
                          </a:rPr>
                        </m:ctrlPr>
                      </m:dPr>
                      <m:e>
                        <m:r>
                          <a:rPr lang="en-US" sz="2400" i="1">
                            <a:solidFill>
                              <a:schemeClr val="accent3"/>
                            </a:solidFill>
                            <a:latin typeface="Cambria Math" panose="02040503050406030204" pitchFamily="18" charset="0"/>
                          </a:rPr>
                          <m:t>𝑑𝑎𝑡𝑎</m:t>
                        </m:r>
                      </m:e>
                    </m:d>
                    <m:r>
                      <a:rPr lang="en-US" sz="2400" i="1">
                        <a:solidFill>
                          <a:schemeClr val="accent3"/>
                        </a:solidFill>
                        <a:latin typeface="Cambria Math" panose="02040503050406030204" pitchFamily="18" charset="0"/>
                      </a:rPr>
                      <m:t> </m:t>
                    </m:r>
                    <m:r>
                      <a:rPr lang="en-US" sz="2400" b="0" i="1" smtClean="0">
                        <a:solidFill>
                          <a:schemeClr val="accent3"/>
                        </a:solidFill>
                        <a:latin typeface="Cambria Math" panose="02040503050406030204" pitchFamily="18" charset="0"/>
                      </a:rPr>
                      <m:t>= </m:t>
                    </m:r>
                    <m:nary>
                      <m:naryPr>
                        <m:chr m:val="∑"/>
                        <m:limLoc m:val="subSup"/>
                        <m:supHide m:val="on"/>
                        <m:ctrlPr>
                          <a:rPr lang="LID4096" sz="2400" i="1">
                            <a:solidFill>
                              <a:schemeClr val="accent3"/>
                            </a:solidFill>
                            <a:latin typeface="Cambria Math" panose="02040503050406030204" pitchFamily="18" charset="0"/>
                          </a:rPr>
                        </m:ctrlPr>
                      </m:naryPr>
                      <m:sub>
                        <m:r>
                          <a:rPr lang="en-US" sz="2400" i="1">
                            <a:solidFill>
                              <a:schemeClr val="accent3"/>
                            </a:solidFill>
                            <a:latin typeface="Cambria Math" panose="02040503050406030204" pitchFamily="18" charset="0"/>
                          </a:rPr>
                          <m:t>𝑚𝑜𝑑𝑒𝑙𝑠</m:t>
                        </m:r>
                      </m:sub>
                      <m:sup/>
                      <m:e>
                        <m:r>
                          <a:rPr lang="en-US" sz="2400" i="1">
                            <a:solidFill>
                              <a:schemeClr val="accent3"/>
                            </a:solidFill>
                            <a:latin typeface="Cambria Math" panose="02040503050406030204" pitchFamily="18" charset="0"/>
                          </a:rPr>
                          <m:t>𝑃</m:t>
                        </m:r>
                        <m:d>
                          <m:dPr>
                            <m:ctrlPr>
                              <a:rPr lang="LID4096" sz="2400" i="1">
                                <a:solidFill>
                                  <a:schemeClr val="accent3"/>
                                </a:solidFill>
                                <a:latin typeface="Cambria Math" panose="02040503050406030204" pitchFamily="18" charset="0"/>
                              </a:rPr>
                            </m:ctrlPr>
                          </m:dPr>
                          <m:e>
                            <m:d>
                              <m:dPr>
                                <m:begChr m:val=""/>
                                <m:endChr m:val="|"/>
                                <m:ctrlPr>
                                  <a:rPr lang="LID4096" sz="2400" i="1">
                                    <a:solidFill>
                                      <a:schemeClr val="accent3"/>
                                    </a:solidFill>
                                    <a:latin typeface="Cambria Math" panose="02040503050406030204" pitchFamily="18" charset="0"/>
                                  </a:rPr>
                                </m:ctrlPr>
                              </m:dPr>
                              <m:e>
                                <m:r>
                                  <a:rPr lang="en-US" sz="2400" i="1">
                                    <a:solidFill>
                                      <a:schemeClr val="accent3"/>
                                    </a:solidFill>
                                    <a:latin typeface="Cambria Math" panose="02040503050406030204" pitchFamily="18" charset="0"/>
                                  </a:rPr>
                                  <m:t>𝑑𝑎𝑡𝑎</m:t>
                                </m:r>
                              </m:e>
                            </m:d>
                            <m:sSup>
                              <m:sSupPr>
                                <m:ctrlPr>
                                  <a:rPr lang="LID4096" sz="2400" i="1">
                                    <a:solidFill>
                                      <a:schemeClr val="accent3"/>
                                    </a:solidFill>
                                    <a:latin typeface="Cambria Math" panose="02040503050406030204" pitchFamily="18" charset="0"/>
                                  </a:rPr>
                                </m:ctrlPr>
                              </m:sSupPr>
                              <m:e>
                                <m:r>
                                  <a:rPr lang="en-US" sz="2400" i="1">
                                    <a:solidFill>
                                      <a:schemeClr val="accent3"/>
                                    </a:solidFill>
                                    <a:latin typeface="Cambria Math" panose="02040503050406030204" pitchFamily="18" charset="0"/>
                                  </a:rPr>
                                  <m:t>𝑚𝑜𝑑𝑒𝑙</m:t>
                                </m:r>
                              </m:e>
                              <m:sup>
                                <m:r>
                                  <a:rPr lang="LID4096" sz="2400" i="1">
                                    <a:solidFill>
                                      <a:schemeClr val="accent3"/>
                                    </a:solidFill>
                                    <a:latin typeface="Cambria Math" panose="02040503050406030204" pitchFamily="18" charset="0"/>
                                  </a:rPr>
                                  <m:t>∗</m:t>
                                </m:r>
                              </m:sup>
                            </m:sSup>
                          </m:e>
                        </m:d>
                        <m:r>
                          <a:rPr lang="en-US" sz="2400" i="1">
                            <a:solidFill>
                              <a:schemeClr val="accent3"/>
                            </a:solidFill>
                            <a:latin typeface="Cambria Math" panose="02040503050406030204" pitchFamily="18" charset="0"/>
                          </a:rPr>
                          <m:t>𝑃</m:t>
                        </m:r>
                        <m:d>
                          <m:dPr>
                            <m:ctrlPr>
                              <a:rPr lang="LID4096" sz="2400" i="1">
                                <a:solidFill>
                                  <a:schemeClr val="accent3"/>
                                </a:solidFill>
                                <a:latin typeface="Cambria Math" panose="02040503050406030204" pitchFamily="18" charset="0"/>
                              </a:rPr>
                            </m:ctrlPr>
                          </m:dPr>
                          <m:e>
                            <m:sSup>
                              <m:sSupPr>
                                <m:ctrlPr>
                                  <a:rPr lang="LID4096" sz="2400" i="1">
                                    <a:solidFill>
                                      <a:schemeClr val="accent3"/>
                                    </a:solidFill>
                                    <a:latin typeface="Cambria Math" panose="02040503050406030204" pitchFamily="18" charset="0"/>
                                  </a:rPr>
                                </m:ctrlPr>
                              </m:sSupPr>
                              <m:e>
                                <m:r>
                                  <a:rPr lang="en-US" sz="2400" i="1">
                                    <a:solidFill>
                                      <a:schemeClr val="accent3"/>
                                    </a:solidFill>
                                    <a:latin typeface="Cambria Math" panose="02040503050406030204" pitchFamily="18" charset="0"/>
                                  </a:rPr>
                                  <m:t>𝑚𝑜𝑑𝑒𝑙</m:t>
                                </m:r>
                              </m:e>
                              <m:sup>
                                <m:r>
                                  <a:rPr lang="LID4096" sz="2400" i="1">
                                    <a:solidFill>
                                      <a:schemeClr val="accent3"/>
                                    </a:solidFill>
                                    <a:latin typeface="Cambria Math" panose="02040503050406030204" pitchFamily="18" charset="0"/>
                                  </a:rPr>
                                  <m:t>∗</m:t>
                                </m:r>
                              </m:sup>
                            </m:sSup>
                          </m:e>
                        </m:d>
                      </m:e>
                    </m:nary>
                    <m:r>
                      <a:rPr lang="en-US" sz="2400" b="0" i="1" smtClean="0">
                        <a:solidFill>
                          <a:schemeClr val="accent3"/>
                        </a:solidFill>
                        <a:latin typeface="Cambria Math" panose="02040503050406030204" pitchFamily="18" charset="0"/>
                      </a:rPr>
                      <m:t>= </m:t>
                    </m:r>
                    <m:r>
                      <a:rPr lang="en-US" sz="2400" i="1">
                        <a:solidFill>
                          <a:schemeClr val="accent3"/>
                        </a:solidFill>
                        <a:latin typeface="Cambria Math" panose="02040503050406030204" pitchFamily="18" charset="0"/>
                      </a:rPr>
                      <m:t>𝑚𝑎𝑟𝑔𝑖𝑛𝑎𝑙</m:t>
                    </m:r>
                    <m:r>
                      <a:rPr lang="en-US" sz="2400" i="1">
                        <a:solidFill>
                          <a:schemeClr val="accent3"/>
                        </a:solidFill>
                        <a:latin typeface="Cambria Math" panose="02040503050406030204" pitchFamily="18" charset="0"/>
                      </a:rPr>
                      <m:t> </m:t>
                    </m:r>
                    <m:r>
                      <a:rPr lang="en-US" sz="2400" i="1">
                        <a:solidFill>
                          <a:schemeClr val="accent3"/>
                        </a:solidFill>
                        <a:latin typeface="Cambria Math" panose="02040503050406030204" pitchFamily="18" charset="0"/>
                      </a:rPr>
                      <m:t>𝑙𝑖𝑘𝑒𝑙𝑖</m:t>
                    </m:r>
                    <m:r>
                      <a:rPr lang="en-US" sz="2400" i="1">
                        <a:solidFill>
                          <a:schemeClr val="accent3"/>
                        </a:solidFill>
                        <a:latin typeface="Cambria Math" panose="02040503050406030204" pitchFamily="18" charset="0"/>
                      </a:rPr>
                      <m:t>h</m:t>
                    </m:r>
                    <m:r>
                      <a:rPr lang="en-US" sz="2400" i="1">
                        <a:solidFill>
                          <a:schemeClr val="accent3"/>
                        </a:solidFill>
                        <a:latin typeface="Cambria Math" panose="02040503050406030204" pitchFamily="18" charset="0"/>
                      </a:rPr>
                      <m:t>𝑜𝑜𝑑</m:t>
                    </m:r>
                  </m:oMath>
                </a14:m>
                <a:r>
                  <a:rPr lang="en-GB" sz="2400" dirty="0"/>
                  <a:t> </a:t>
                </a:r>
              </a:p>
              <a:p>
                <a:r>
                  <a:rPr lang="en-GB" dirty="0"/>
                  <a:t>probability of the data given all possible models</a:t>
                </a:r>
              </a:p>
              <a:p>
                <a:r>
                  <a:rPr lang="en-US" dirty="0"/>
                  <a:t>normalization constant</a:t>
                </a:r>
              </a:p>
              <a:p>
                <a:r>
                  <a:rPr lang="en-US" dirty="0"/>
                  <a:t>For now using conjugate priors:</a:t>
                </a:r>
                <a:endParaRPr lang="en-GB" dirty="0"/>
              </a:p>
            </p:txBody>
          </p:sp>
        </mc:Choice>
        <mc:Fallback>
          <p:sp>
            <p:nvSpPr>
              <p:cNvPr id="3" name="מציין מיקום תוכן 2">
                <a:extLst>
                  <a:ext uri="{FF2B5EF4-FFF2-40B4-BE49-F238E27FC236}">
                    <a16:creationId xmlns:a16="http://schemas.microsoft.com/office/drawing/2014/main" id="{8365F370-A16B-99D8-8A38-AD60553DA9AC}"/>
                  </a:ext>
                </a:extLst>
              </p:cNvPr>
              <p:cNvSpPr>
                <a:spLocks noGrp="1" noRot="1" noChangeAspect="1" noMove="1" noResize="1" noEditPoints="1" noAdjustHandles="1" noChangeArrowheads="1" noChangeShapeType="1" noTextEdit="1"/>
              </p:cNvSpPr>
              <p:nvPr>
                <p:ph idx="1"/>
              </p:nvPr>
            </p:nvSpPr>
            <p:spPr>
              <a:blipFill>
                <a:blip r:embed="rId3"/>
                <a:stretch>
                  <a:fillRect l="-1217" t="-2241"/>
                </a:stretch>
              </a:blipFill>
            </p:spPr>
            <p:txBody>
              <a:bodyPr/>
              <a:lstStyle/>
              <a:p>
                <a:r>
                  <a:rPr lang="he-IL">
                    <a:noFill/>
                  </a:rPr>
                  <a:t> </a:t>
                </a:r>
              </a:p>
            </p:txBody>
          </p:sp>
        </mc:Fallback>
      </mc:AlternateContent>
      <p:sp>
        <p:nvSpPr>
          <p:cNvPr id="4" name="מציין מיקום של מספר שקופית 3">
            <a:extLst>
              <a:ext uri="{FF2B5EF4-FFF2-40B4-BE49-F238E27FC236}">
                <a16:creationId xmlns:a16="http://schemas.microsoft.com/office/drawing/2014/main" id="{02141F14-D250-3806-57B4-25E40974709A}"/>
              </a:ext>
            </a:extLst>
          </p:cNvPr>
          <p:cNvSpPr>
            <a:spLocks noGrp="1"/>
          </p:cNvSpPr>
          <p:nvPr>
            <p:ph type="sldNum" sz="quarter" idx="12"/>
          </p:nvPr>
        </p:nvSpPr>
        <p:spPr/>
        <p:txBody>
          <a:bodyPr/>
          <a:lstStyle/>
          <a:p>
            <a:fld id="{B6796F57-8306-40D4-9229-37A3D19F0B5F}" type="slidenum">
              <a:rPr lang="LID4096" smtClean="0"/>
              <a:t>15</a:t>
            </a:fld>
            <a:endParaRPr lang="LID4096"/>
          </a:p>
        </p:txBody>
      </p:sp>
      <mc:AlternateContent xmlns:mc="http://schemas.openxmlformats.org/markup-compatibility/2006">
        <mc:Choice xmlns:a14="http://schemas.microsoft.com/office/drawing/2010/main" Requires="a14">
          <p:sp>
            <p:nvSpPr>
              <p:cNvPr id="6" name="תיבת טקסט 5">
                <a:extLst>
                  <a:ext uri="{FF2B5EF4-FFF2-40B4-BE49-F238E27FC236}">
                    <a16:creationId xmlns:a16="http://schemas.microsoft.com/office/drawing/2014/main" id="{B876060F-FD86-9ECF-540B-85D5BF506649}"/>
                  </a:ext>
                </a:extLst>
              </p:cNvPr>
              <p:cNvSpPr txBox="1"/>
              <p:nvPr/>
            </p:nvSpPr>
            <p:spPr>
              <a:xfrm>
                <a:off x="838200" y="5490369"/>
                <a:ext cx="11078816" cy="523220"/>
              </a:xfrm>
              <a:prstGeom prst="rect">
                <a:avLst/>
              </a:prstGeom>
              <a:noFill/>
            </p:spPr>
            <p:txBody>
              <a:bodyPr wrap="square">
                <a:spAutoFit/>
              </a:bodyPr>
              <a:lstStyle/>
              <a:p>
                <a14:m>
                  <m:oMathPara xmlns:m="http://schemas.openxmlformats.org/officeDocument/2006/math">
                    <m:oMathParaPr>
                      <m:jc m:val="centerGroup"/>
                    </m:oMathParaPr>
                    <m:oMath xmlns:m="http://schemas.openxmlformats.org/officeDocument/2006/math">
                      <m:r>
                        <a:rPr lang="en-US" sz="2800" smtClean="0">
                          <a:solidFill>
                            <a:schemeClr val="accent2"/>
                          </a:solidFill>
                          <a:latin typeface="Cambria Math" panose="02040503050406030204" pitchFamily="18" charset="0"/>
                        </a:rPr>
                        <m:t>𝑷</m:t>
                      </m:r>
                      <m:d>
                        <m:dPr>
                          <m:ctrlPr>
                            <a:rPr lang="ar-AE" sz="2800">
                              <a:solidFill>
                                <a:schemeClr val="accent2"/>
                              </a:solidFill>
                              <a:latin typeface="Cambria Math" panose="02040503050406030204" pitchFamily="18" charset="0"/>
                            </a:rPr>
                          </m:ctrlPr>
                        </m:dPr>
                        <m:e>
                          <m:r>
                            <m:rPr>
                              <m:sty m:val="p"/>
                            </m:rPr>
                            <a:rPr lang="en-US" sz="2800">
                              <a:solidFill>
                                <a:schemeClr val="accent2"/>
                              </a:solidFill>
                              <a:latin typeface="Cambria Math" panose="02040503050406030204" pitchFamily="18" charset="0"/>
                            </a:rPr>
                            <m:t>model</m:t>
                          </m:r>
                          <m:r>
                            <a:rPr lang="en-US" sz="2800">
                              <a:solidFill>
                                <a:schemeClr val="accent2"/>
                              </a:solidFill>
                              <a:latin typeface="Cambria Math" panose="02040503050406030204" pitchFamily="18" charset="0"/>
                            </a:rPr>
                            <m:t>∣</m:t>
                          </m:r>
                          <m:r>
                            <m:rPr>
                              <m:sty m:val="p"/>
                            </m:rPr>
                            <a:rPr lang="en-US" sz="2800">
                              <a:solidFill>
                                <a:schemeClr val="accent2"/>
                              </a:solidFill>
                              <a:latin typeface="Cambria Math" panose="02040503050406030204" pitchFamily="18" charset="0"/>
                            </a:rPr>
                            <m:t>data</m:t>
                          </m:r>
                        </m:e>
                      </m:d>
                      <m:r>
                        <a:rPr lang="ar-AE" sz="2800">
                          <a:latin typeface="Cambria Math" panose="02040503050406030204" pitchFamily="18" charset="0"/>
                        </a:rPr>
                        <m:t>∝</m:t>
                      </m:r>
                      <m:r>
                        <a:rPr lang="ar-AE" sz="2800" smtClean="0">
                          <a:solidFill>
                            <a:srgbClr val="7030A0"/>
                          </a:solidFill>
                          <a:latin typeface="Cambria Math" panose="02040503050406030204" pitchFamily="18" charset="0"/>
                        </a:rPr>
                        <m:t>𝑷</m:t>
                      </m:r>
                      <m:d>
                        <m:dPr>
                          <m:ctrlPr>
                            <a:rPr lang="ar-AE" sz="2800">
                              <a:solidFill>
                                <a:srgbClr val="7030A0"/>
                              </a:solidFill>
                              <a:latin typeface="Cambria Math" panose="02040503050406030204" pitchFamily="18" charset="0"/>
                            </a:rPr>
                          </m:ctrlPr>
                        </m:dPr>
                        <m:e>
                          <m:r>
                            <m:rPr>
                              <m:sty m:val="p"/>
                            </m:rPr>
                            <a:rPr lang="en-US" sz="2800">
                              <a:solidFill>
                                <a:srgbClr val="7030A0"/>
                              </a:solidFill>
                              <a:latin typeface="Cambria Math" panose="02040503050406030204" pitchFamily="18" charset="0"/>
                            </a:rPr>
                            <m:t>data</m:t>
                          </m:r>
                          <m:r>
                            <a:rPr lang="en-US" sz="2800">
                              <a:solidFill>
                                <a:srgbClr val="7030A0"/>
                              </a:solidFill>
                              <a:latin typeface="Cambria Math" panose="02040503050406030204" pitchFamily="18" charset="0"/>
                            </a:rPr>
                            <m:t>∣</m:t>
                          </m:r>
                          <m:r>
                            <m:rPr>
                              <m:sty m:val="p"/>
                            </m:rPr>
                            <a:rPr lang="en-US" sz="2800">
                              <a:solidFill>
                                <a:srgbClr val="7030A0"/>
                              </a:solidFill>
                              <a:latin typeface="Cambria Math" panose="02040503050406030204" pitchFamily="18" charset="0"/>
                            </a:rPr>
                            <m:t>model</m:t>
                          </m:r>
                        </m:e>
                      </m:d>
                      <m:r>
                        <a:rPr lang="ar-AE" sz="2800" smtClean="0">
                          <a:solidFill>
                            <a:schemeClr val="tx2">
                              <a:lumMod val="75000"/>
                              <a:lumOff val="25000"/>
                            </a:schemeClr>
                          </a:solidFill>
                          <a:latin typeface="Cambria Math" panose="02040503050406030204" pitchFamily="18" charset="0"/>
                        </a:rPr>
                        <m:t>𝑷</m:t>
                      </m:r>
                      <m:d>
                        <m:dPr>
                          <m:ctrlPr>
                            <a:rPr lang="ar-AE" sz="2800">
                              <a:solidFill>
                                <a:schemeClr val="tx2">
                                  <a:lumMod val="75000"/>
                                  <a:lumOff val="25000"/>
                                </a:schemeClr>
                              </a:solidFill>
                              <a:latin typeface="Cambria Math" panose="02040503050406030204" pitchFamily="18" charset="0"/>
                            </a:rPr>
                          </m:ctrlPr>
                        </m:dPr>
                        <m:e>
                          <m:r>
                            <m:rPr>
                              <m:sty m:val="p"/>
                            </m:rPr>
                            <a:rPr lang="en-US" sz="2800">
                              <a:solidFill>
                                <a:schemeClr val="tx2">
                                  <a:lumMod val="75000"/>
                                  <a:lumOff val="25000"/>
                                </a:schemeClr>
                              </a:solidFill>
                              <a:latin typeface="Cambria Math" panose="02040503050406030204" pitchFamily="18" charset="0"/>
                            </a:rPr>
                            <m:t>model</m:t>
                          </m:r>
                        </m:e>
                      </m:d>
                    </m:oMath>
                  </m:oMathPara>
                </a14:m>
                <a:endParaRPr lang="LID4096" sz="1800" dirty="0"/>
              </a:p>
            </p:txBody>
          </p:sp>
        </mc:Choice>
        <mc:Fallback>
          <p:sp>
            <p:nvSpPr>
              <p:cNvPr id="6" name="תיבת טקסט 5">
                <a:extLst>
                  <a:ext uri="{FF2B5EF4-FFF2-40B4-BE49-F238E27FC236}">
                    <a16:creationId xmlns:a16="http://schemas.microsoft.com/office/drawing/2014/main" id="{B876060F-FD86-9ECF-540B-85D5BF506649}"/>
                  </a:ext>
                </a:extLst>
              </p:cNvPr>
              <p:cNvSpPr txBox="1">
                <a:spLocks noRot="1" noChangeAspect="1" noMove="1" noResize="1" noEditPoints="1" noAdjustHandles="1" noChangeArrowheads="1" noChangeShapeType="1" noTextEdit="1"/>
              </p:cNvSpPr>
              <p:nvPr/>
            </p:nvSpPr>
            <p:spPr>
              <a:xfrm>
                <a:off x="838200" y="5490369"/>
                <a:ext cx="11078816" cy="523220"/>
              </a:xfrm>
              <a:prstGeom prst="rect">
                <a:avLst/>
              </a:prstGeom>
              <a:blipFill>
                <a:blip r:embed="rId4"/>
                <a:stretch>
                  <a:fillRect/>
                </a:stretch>
              </a:blipFill>
            </p:spPr>
            <p:txBody>
              <a:bodyPr/>
              <a:lstStyle/>
              <a:p>
                <a:r>
                  <a:rPr lang="he-IL">
                    <a:noFill/>
                  </a:rPr>
                  <a:t> </a:t>
                </a:r>
              </a:p>
            </p:txBody>
          </p:sp>
        </mc:Fallback>
      </mc:AlternateContent>
    </p:spTree>
    <p:extLst>
      <p:ext uri="{BB962C8B-B14F-4D97-AF65-F5344CB8AC3E}">
        <p14:creationId xmlns:p14="http://schemas.microsoft.com/office/powerpoint/2010/main" val="17115222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E61A04-C626-C5E4-A3C2-591358CD94C4}"/>
              </a:ext>
            </a:extLst>
          </p:cNvPr>
          <p:cNvSpPr>
            <a:spLocks noGrp="1"/>
          </p:cNvSpPr>
          <p:nvPr>
            <p:ph type="title"/>
          </p:nvPr>
        </p:nvSpPr>
        <p:spPr>
          <a:xfrm>
            <a:off x="838200" y="20997"/>
            <a:ext cx="10515600" cy="1325563"/>
          </a:xfrm>
        </p:spPr>
        <p:txBody>
          <a:bodyPr/>
          <a:lstStyle/>
          <a:p>
            <a:r>
              <a:rPr lang="en-US" dirty="0"/>
              <a:t>Models – Example 1</a:t>
            </a:r>
            <a:endParaRPr lang="LID4096"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220153A-0E02-CB25-A797-F3303E23640F}"/>
                  </a:ext>
                </a:extLst>
              </p:cNvPr>
              <p:cNvSpPr>
                <a:spLocks noGrp="1"/>
              </p:cNvSpPr>
              <p:nvPr>
                <p:ph idx="1"/>
              </p:nvPr>
            </p:nvSpPr>
            <p:spPr>
              <a:xfrm>
                <a:off x="838200" y="1346560"/>
                <a:ext cx="10515600" cy="5378705"/>
              </a:xfrm>
            </p:spPr>
            <p:txBody>
              <a:bodyPr>
                <a:normAutofit/>
              </a:bodyPr>
              <a:lstStyle/>
              <a:p>
                <a:pPr marL="0" indent="0">
                  <a:buNone/>
                </a:pPr>
                <a:r>
                  <a:rPr lang="en-GB" dirty="0"/>
                  <a:t>Let’s start with some data:</a:t>
                </a:r>
              </a:p>
              <a:p>
                <a:r>
                  <a:rPr lang="en-US" dirty="0"/>
                  <a:t>In a pilot biomedical study each patient outcome is:</a:t>
                </a:r>
              </a:p>
              <a:p>
                <a:pPr lvl="1"/>
                <a:r>
                  <a:rPr lang="en-US" dirty="0"/>
                  <a:t>1 → reaction occurred </a:t>
                </a:r>
              </a:p>
              <a:p>
                <a:pPr lvl="1"/>
                <a:r>
                  <a:rPr lang="en-US" dirty="0"/>
                  <a:t>0 → no reaction</a:t>
                </a:r>
              </a:p>
              <a:p>
                <a:endParaRPr lang="en-US" dirty="0"/>
              </a:p>
              <a:p>
                <a:r>
                  <a:rPr lang="en-US" dirty="0"/>
                  <a:t>Observed data:</a:t>
                </a:r>
              </a:p>
              <a:p>
                <a:pPr lvl="1"/>
                <a:r>
                  <a:rPr lang="en-US" dirty="0"/>
                  <a:t>3 of 20 patients experienced serious inflammatory reaction after a surgery</a:t>
                </a:r>
              </a:p>
              <a:p>
                <a:pPr marL="457200" lvl="1" indent="0">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𝑧</m:t>
                      </m:r>
                      <m:r>
                        <a:rPr lang="en-US">
                          <a:latin typeface="Cambria Math" panose="02040503050406030204" pitchFamily="18" charset="0"/>
                        </a:rPr>
                        <m:t>=</m:t>
                      </m:r>
                      <m:r>
                        <a:rPr lang="en-US">
                          <a:latin typeface="Cambria Math" panose="02040503050406030204" pitchFamily="18" charset="0"/>
                        </a:rPr>
                        <m:t>3</m:t>
                      </m:r>
                      <m:r>
                        <a:rPr lang="en-US">
                          <a:latin typeface="Cambria Math" panose="02040503050406030204" pitchFamily="18" charset="0"/>
                        </a:rPr>
                        <m:t>, </m:t>
                      </m:r>
                      <m:r>
                        <a:rPr lang="en-US" i="1">
                          <a:latin typeface="Cambria Math" panose="02040503050406030204" pitchFamily="18" charset="0"/>
                        </a:rPr>
                        <m:t>𝑛</m:t>
                      </m:r>
                      <m:r>
                        <a:rPr lang="en-US">
                          <a:latin typeface="Cambria Math" panose="02040503050406030204" pitchFamily="18" charset="0"/>
                        </a:rPr>
                        <m:t>=</m:t>
                      </m:r>
                      <m:r>
                        <a:rPr lang="en-US">
                          <a:latin typeface="Cambria Math" panose="02040503050406030204" pitchFamily="18" charset="0"/>
                        </a:rPr>
                        <m:t>20</m:t>
                      </m:r>
                    </m:oMath>
                  </m:oMathPara>
                </a14:m>
                <a:endParaRPr lang="en-US" dirty="0"/>
              </a:p>
              <a:p>
                <a:endParaRPr lang="en-US" b="1" dirty="0"/>
              </a:p>
              <a:p>
                <a:r>
                  <a:rPr lang="en-US" dirty="0"/>
                  <a:t>What probability model could generate this data?</a:t>
                </a:r>
                <a:endParaRPr lang="en-GB" dirty="0"/>
              </a:p>
            </p:txBody>
          </p:sp>
        </mc:Choice>
        <mc:Fallback xmlns="">
          <p:sp>
            <p:nvSpPr>
              <p:cNvPr id="3" name="Content Placeholder 2">
                <a:extLst>
                  <a:ext uri="{FF2B5EF4-FFF2-40B4-BE49-F238E27FC236}">
                    <a16:creationId xmlns:a16="http://schemas.microsoft.com/office/drawing/2014/main" id="{7220153A-0E02-CB25-A797-F3303E23640F}"/>
                  </a:ext>
                </a:extLst>
              </p:cNvPr>
              <p:cNvSpPr>
                <a:spLocks noGrp="1" noRot="1" noChangeAspect="1" noMove="1" noResize="1" noEditPoints="1" noAdjustHandles="1" noChangeArrowheads="1" noChangeShapeType="1" noTextEdit="1"/>
              </p:cNvSpPr>
              <p:nvPr>
                <p:ph idx="1"/>
              </p:nvPr>
            </p:nvSpPr>
            <p:spPr>
              <a:xfrm>
                <a:off x="838200" y="1346560"/>
                <a:ext cx="10515600" cy="5378705"/>
              </a:xfrm>
              <a:blipFill>
                <a:blip r:embed="rId3"/>
                <a:stretch>
                  <a:fillRect l="-1217" t="-1927"/>
                </a:stretch>
              </a:blipFill>
            </p:spPr>
            <p:txBody>
              <a:bodyPr/>
              <a:lstStyle/>
              <a:p>
                <a:r>
                  <a:rPr lang="he-IL">
                    <a:noFill/>
                  </a:rPr>
                  <a:t> </a:t>
                </a:r>
              </a:p>
            </p:txBody>
          </p:sp>
        </mc:Fallback>
      </mc:AlternateContent>
      <p:sp>
        <p:nvSpPr>
          <p:cNvPr id="4" name="מציין מיקום של מספר שקופית 3">
            <a:extLst>
              <a:ext uri="{FF2B5EF4-FFF2-40B4-BE49-F238E27FC236}">
                <a16:creationId xmlns:a16="http://schemas.microsoft.com/office/drawing/2014/main" id="{46B0C736-7496-6895-ED2D-E34F27E779BA}"/>
              </a:ext>
            </a:extLst>
          </p:cNvPr>
          <p:cNvSpPr>
            <a:spLocks noGrp="1"/>
          </p:cNvSpPr>
          <p:nvPr>
            <p:ph type="sldNum" sz="quarter" idx="12"/>
          </p:nvPr>
        </p:nvSpPr>
        <p:spPr/>
        <p:txBody>
          <a:bodyPr/>
          <a:lstStyle/>
          <a:p>
            <a:fld id="{B6796F57-8306-40D4-9229-37A3D19F0B5F}" type="slidenum">
              <a:rPr lang="LID4096" smtClean="0"/>
              <a:t>16</a:t>
            </a:fld>
            <a:endParaRPr lang="LID4096"/>
          </a:p>
        </p:txBody>
      </p:sp>
    </p:spTree>
    <p:extLst>
      <p:ext uri="{BB962C8B-B14F-4D97-AF65-F5344CB8AC3E}">
        <p14:creationId xmlns:p14="http://schemas.microsoft.com/office/powerpoint/2010/main" val="11328345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E61A04-C626-C5E4-A3C2-591358CD94C4}"/>
              </a:ext>
            </a:extLst>
          </p:cNvPr>
          <p:cNvSpPr>
            <a:spLocks noGrp="1"/>
          </p:cNvSpPr>
          <p:nvPr>
            <p:ph type="title"/>
          </p:nvPr>
        </p:nvSpPr>
        <p:spPr>
          <a:xfrm>
            <a:off x="838200" y="20997"/>
            <a:ext cx="10515600" cy="1325563"/>
          </a:xfrm>
        </p:spPr>
        <p:txBody>
          <a:bodyPr/>
          <a:lstStyle/>
          <a:p>
            <a:r>
              <a:rPr lang="en-US" dirty="0"/>
              <a:t>Models</a:t>
            </a:r>
            <a:endParaRPr lang="LID4096"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220153A-0E02-CB25-A797-F3303E23640F}"/>
                  </a:ext>
                </a:extLst>
              </p:cNvPr>
              <p:cNvSpPr>
                <a:spLocks noGrp="1"/>
              </p:cNvSpPr>
              <p:nvPr>
                <p:ph idx="1"/>
              </p:nvPr>
            </p:nvSpPr>
            <p:spPr>
              <a:xfrm>
                <a:off x="838200" y="1346560"/>
                <a:ext cx="10515600" cy="5378705"/>
              </a:xfrm>
            </p:spPr>
            <p:txBody>
              <a:bodyPr>
                <a:normAutofit/>
              </a:bodyPr>
              <a:lstStyle/>
              <a:p>
                <a:r>
                  <a:rPr lang="en-US" dirty="0"/>
                  <a:t>Each patient outcome is:</a:t>
                </a:r>
              </a:p>
              <a:p>
                <a:pPr lvl="1"/>
                <a:r>
                  <a:rPr lang="en-US" dirty="0"/>
                  <a:t>1 → reaction occurred </a:t>
                </a:r>
              </a:p>
              <a:p>
                <a:pPr lvl="1"/>
                <a:r>
                  <a:rPr lang="en-US" dirty="0"/>
                  <a:t>0 → no reaction</a:t>
                </a:r>
              </a:p>
              <a:p>
                <a:pPr lvl="1"/>
                <a:endParaRPr lang="en-US" dirty="0"/>
              </a:p>
              <a:p>
                <a:r>
                  <a:rPr lang="en-US" dirty="0"/>
                  <a:t>This suggests a </a:t>
                </a:r>
                <a:r>
                  <a:rPr lang="en-US" b="1" dirty="0"/>
                  <a:t>Bernoulli process</a:t>
                </a:r>
                <a:r>
                  <a:rPr lang="en-US" dirty="0"/>
                  <a:t>.</a:t>
                </a:r>
              </a:p>
              <a:p>
                <a:r>
                  <a:rPr lang="en-US" dirty="0"/>
                  <a:t>For </a:t>
                </a:r>
                <a14:m>
                  <m:oMath xmlns:m="http://schemas.openxmlformats.org/officeDocument/2006/math">
                    <m:r>
                      <a:rPr lang="en-US" i="1">
                        <a:latin typeface="Cambria Math" panose="02040503050406030204" pitchFamily="18" charset="0"/>
                      </a:rPr>
                      <m:t>𝑛</m:t>
                    </m:r>
                  </m:oMath>
                </a14:m>
                <a:r>
                  <a:rPr lang="en-US" dirty="0"/>
                  <a:t> patients:</a:t>
                </a:r>
              </a:p>
              <a:p>
                <a:pPr marL="0" indent="0">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𝑧</m:t>
                      </m:r>
                      <m:r>
                        <a:rPr lang="en-US">
                          <a:latin typeface="Cambria Math" panose="02040503050406030204" pitchFamily="18" charset="0"/>
                        </a:rPr>
                        <m:t>∼</m:t>
                      </m:r>
                      <m:r>
                        <a:rPr lang="en-US" i="1">
                          <a:latin typeface="Cambria Math" panose="02040503050406030204" pitchFamily="18" charset="0"/>
                        </a:rPr>
                        <m:t>𝐵𝑖𝑛𝑜𝑚𝑖𝑎𝑙</m:t>
                      </m:r>
                      <m:d>
                        <m:dPr>
                          <m:sepChr m:val=","/>
                          <m:ctrlPr>
                            <a:rPr lang="ar-AE" i="1">
                              <a:latin typeface="Cambria Math" panose="02040503050406030204" pitchFamily="18" charset="0"/>
                            </a:rPr>
                          </m:ctrlPr>
                        </m:dPr>
                        <m:e>
                          <m:r>
                            <a:rPr lang="ar-AE" i="1">
                              <a:latin typeface="Cambria Math" panose="02040503050406030204" pitchFamily="18" charset="0"/>
                            </a:rPr>
                            <m:t>𝑛</m:t>
                          </m:r>
                        </m:e>
                        <m:e>
                          <m:r>
                            <a:rPr lang="ar-AE" i="1">
                              <a:latin typeface="Cambria Math" panose="02040503050406030204" pitchFamily="18" charset="0"/>
                            </a:rPr>
                            <m:t>𝜃</m:t>
                          </m:r>
                        </m:e>
                      </m:d>
                    </m:oMath>
                  </m:oMathPara>
                </a14:m>
                <a:endParaRPr lang="ar-AE" dirty="0"/>
              </a:p>
              <a:p>
                <a:pPr marL="0" indent="0">
                  <a:buNone/>
                </a:pPr>
                <a:endParaRPr lang="en-GB" dirty="0"/>
              </a:p>
            </p:txBody>
          </p:sp>
        </mc:Choice>
        <mc:Fallback xmlns="">
          <p:sp>
            <p:nvSpPr>
              <p:cNvPr id="3" name="Content Placeholder 2">
                <a:extLst>
                  <a:ext uri="{FF2B5EF4-FFF2-40B4-BE49-F238E27FC236}">
                    <a16:creationId xmlns:a16="http://schemas.microsoft.com/office/drawing/2014/main" id="{7220153A-0E02-CB25-A797-F3303E23640F}"/>
                  </a:ext>
                </a:extLst>
              </p:cNvPr>
              <p:cNvSpPr>
                <a:spLocks noGrp="1" noRot="1" noChangeAspect="1" noMove="1" noResize="1" noEditPoints="1" noAdjustHandles="1" noChangeArrowheads="1" noChangeShapeType="1" noTextEdit="1"/>
              </p:cNvSpPr>
              <p:nvPr>
                <p:ph idx="1"/>
              </p:nvPr>
            </p:nvSpPr>
            <p:spPr>
              <a:xfrm>
                <a:off x="838200" y="1346560"/>
                <a:ext cx="10515600" cy="5378705"/>
              </a:xfrm>
              <a:blipFill>
                <a:blip r:embed="rId3"/>
                <a:stretch>
                  <a:fillRect l="-1043" t="-1927"/>
                </a:stretch>
              </a:blipFill>
            </p:spPr>
            <p:txBody>
              <a:bodyPr/>
              <a:lstStyle/>
              <a:p>
                <a:r>
                  <a:rPr lang="he-IL">
                    <a:noFill/>
                  </a:rPr>
                  <a:t> </a:t>
                </a:r>
              </a:p>
            </p:txBody>
          </p:sp>
        </mc:Fallback>
      </mc:AlternateContent>
      <p:sp>
        <p:nvSpPr>
          <p:cNvPr id="4" name="מציין מיקום של מספר שקופית 3">
            <a:extLst>
              <a:ext uri="{FF2B5EF4-FFF2-40B4-BE49-F238E27FC236}">
                <a16:creationId xmlns:a16="http://schemas.microsoft.com/office/drawing/2014/main" id="{879A3602-2E3F-1868-D25D-0A56401364BD}"/>
              </a:ext>
            </a:extLst>
          </p:cNvPr>
          <p:cNvSpPr>
            <a:spLocks noGrp="1"/>
          </p:cNvSpPr>
          <p:nvPr>
            <p:ph type="sldNum" sz="quarter" idx="12"/>
          </p:nvPr>
        </p:nvSpPr>
        <p:spPr/>
        <p:txBody>
          <a:bodyPr/>
          <a:lstStyle/>
          <a:p>
            <a:fld id="{B6796F57-8306-40D4-9229-37A3D19F0B5F}" type="slidenum">
              <a:rPr lang="LID4096" smtClean="0"/>
              <a:t>17</a:t>
            </a:fld>
            <a:endParaRPr lang="LID4096"/>
          </a:p>
        </p:txBody>
      </p:sp>
    </p:spTree>
    <p:extLst>
      <p:ext uri="{BB962C8B-B14F-4D97-AF65-F5344CB8AC3E}">
        <p14:creationId xmlns:p14="http://schemas.microsoft.com/office/powerpoint/2010/main" val="163993531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8383ED-1AFD-5200-6941-117130CCAE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9D88051-9A30-8AC4-09CB-D69E25E13FDB}"/>
              </a:ext>
            </a:extLst>
          </p:cNvPr>
          <p:cNvSpPr>
            <a:spLocks noGrp="1"/>
          </p:cNvSpPr>
          <p:nvPr>
            <p:ph type="title"/>
          </p:nvPr>
        </p:nvSpPr>
        <p:spPr>
          <a:xfrm>
            <a:off x="838200" y="20997"/>
            <a:ext cx="10515600" cy="1325563"/>
          </a:xfrm>
        </p:spPr>
        <p:txBody>
          <a:bodyPr/>
          <a:lstStyle/>
          <a:p>
            <a:r>
              <a:rPr lang="en-US" dirty="0"/>
              <a:t>Models</a:t>
            </a:r>
            <a:endParaRPr lang="LID4096"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E86C9E1-48D6-D852-4FD3-0C72F5E46CBE}"/>
                  </a:ext>
                </a:extLst>
              </p:cNvPr>
              <p:cNvSpPr>
                <a:spLocks noGrp="1"/>
              </p:cNvSpPr>
              <p:nvPr>
                <p:ph idx="1"/>
              </p:nvPr>
            </p:nvSpPr>
            <p:spPr>
              <a:xfrm>
                <a:off x="838200" y="1346560"/>
                <a:ext cx="10515600" cy="5378705"/>
              </a:xfrm>
            </p:spPr>
            <p:txBody>
              <a:bodyPr>
                <a:normAutofit/>
              </a:bodyPr>
              <a:lstStyle/>
              <a:p>
                <a:r>
                  <a:rPr lang="en-US" dirty="0"/>
                  <a:t>Our model contains one unknown parameter:</a:t>
                </a:r>
              </a:p>
              <a:p>
                <a:pPr lvl="1"/>
                <a14:m>
                  <m:oMath xmlns:m="http://schemas.openxmlformats.org/officeDocument/2006/math">
                    <m:r>
                      <a:rPr lang="en-US" i="1">
                        <a:latin typeface="Cambria Math" panose="02040503050406030204" pitchFamily="18" charset="0"/>
                      </a:rPr>
                      <m:t>𝜃</m:t>
                    </m:r>
                  </m:oMath>
                </a14:m>
                <a:r>
                  <a:rPr lang="en-US" dirty="0"/>
                  <a:t> probability that a patient experiences the event</a:t>
                </a:r>
              </a:p>
              <a:p>
                <a:pPr lvl="1"/>
                <a14:m>
                  <m:oMath xmlns:m="http://schemas.openxmlformats.org/officeDocument/2006/math">
                    <m:r>
                      <a:rPr lang="en-US" i="1">
                        <a:latin typeface="Cambria Math" panose="02040503050406030204" pitchFamily="18" charset="0"/>
                      </a:rPr>
                      <m:t>𝜃</m:t>
                    </m:r>
                    <m:r>
                      <a:rPr lang="en-US">
                        <a:latin typeface="Cambria Math" panose="02040503050406030204" pitchFamily="18" charset="0"/>
                      </a:rPr>
                      <m:t>=</m:t>
                    </m:r>
                    <m:r>
                      <a:rPr lang="en-US" i="1">
                        <a:latin typeface="Cambria Math" panose="02040503050406030204" pitchFamily="18" charset="0"/>
                      </a:rPr>
                      <m:t>𝑃</m:t>
                    </m:r>
                    <m:d>
                      <m:dPr>
                        <m:ctrlPr>
                          <a:rPr lang="ar-AE" i="1">
                            <a:latin typeface="Cambria Math" panose="02040503050406030204" pitchFamily="18" charset="0"/>
                          </a:rPr>
                        </m:ctrlPr>
                      </m:dPr>
                      <m:e>
                        <m:r>
                          <m:rPr>
                            <m:nor/>
                          </m:rPr>
                          <a:rPr lang="en-US" i="1"/>
                          <m:t>event</m:t>
                        </m:r>
                      </m:e>
                    </m:d>
                  </m:oMath>
                </a14:m>
                <a:endParaRPr lang="en-US" b="0" dirty="0"/>
              </a:p>
              <a:p>
                <a:pPr marL="457200" lvl="1" indent="0">
                  <a:buNone/>
                </a:pPr>
                <a:endParaRPr lang="ar-AE" b="0" dirty="0"/>
              </a:p>
              <a:p>
                <a:r>
                  <a:rPr lang="en-US" dirty="0"/>
                  <a:t>Our goal is to </a:t>
                </a:r>
                <a:r>
                  <a:rPr lang="en-US" b="1" dirty="0"/>
                  <a:t>learn about </a:t>
                </a:r>
                <a14:m>
                  <m:oMath xmlns:m="http://schemas.openxmlformats.org/officeDocument/2006/math">
                    <m:r>
                      <a:rPr lang="en-US" i="1">
                        <a:latin typeface="Cambria Math" panose="02040503050406030204" pitchFamily="18" charset="0"/>
                      </a:rPr>
                      <m:t>𝜃</m:t>
                    </m:r>
                  </m:oMath>
                </a14:m>
                <a:r>
                  <a:rPr lang="en-US" dirty="0"/>
                  <a:t>.</a:t>
                </a:r>
              </a:p>
            </p:txBody>
          </p:sp>
        </mc:Choice>
        <mc:Fallback xmlns="">
          <p:sp>
            <p:nvSpPr>
              <p:cNvPr id="3" name="Content Placeholder 2">
                <a:extLst>
                  <a:ext uri="{FF2B5EF4-FFF2-40B4-BE49-F238E27FC236}">
                    <a16:creationId xmlns:a16="http://schemas.microsoft.com/office/drawing/2014/main" id="{FE86C9E1-48D6-D852-4FD3-0C72F5E46CBE}"/>
                  </a:ext>
                </a:extLst>
              </p:cNvPr>
              <p:cNvSpPr>
                <a:spLocks noGrp="1" noRot="1" noChangeAspect="1" noMove="1" noResize="1" noEditPoints="1" noAdjustHandles="1" noChangeArrowheads="1" noChangeShapeType="1" noTextEdit="1"/>
              </p:cNvSpPr>
              <p:nvPr>
                <p:ph idx="1"/>
              </p:nvPr>
            </p:nvSpPr>
            <p:spPr>
              <a:xfrm>
                <a:off x="838200" y="1346560"/>
                <a:ext cx="10515600" cy="5378705"/>
              </a:xfrm>
              <a:blipFill>
                <a:blip r:embed="rId3"/>
                <a:stretch>
                  <a:fillRect l="-1043" t="-1927"/>
                </a:stretch>
              </a:blipFill>
            </p:spPr>
            <p:txBody>
              <a:bodyPr/>
              <a:lstStyle/>
              <a:p>
                <a:r>
                  <a:rPr lang="he-IL">
                    <a:noFill/>
                  </a:rPr>
                  <a:t> </a:t>
                </a:r>
              </a:p>
            </p:txBody>
          </p:sp>
        </mc:Fallback>
      </mc:AlternateContent>
      <p:sp>
        <p:nvSpPr>
          <p:cNvPr id="4" name="מציין מיקום של מספר שקופית 3">
            <a:extLst>
              <a:ext uri="{FF2B5EF4-FFF2-40B4-BE49-F238E27FC236}">
                <a16:creationId xmlns:a16="http://schemas.microsoft.com/office/drawing/2014/main" id="{95DBDCC9-3936-9C4A-2AE2-C5ACD1CA9C39}"/>
              </a:ext>
            </a:extLst>
          </p:cNvPr>
          <p:cNvSpPr>
            <a:spLocks noGrp="1"/>
          </p:cNvSpPr>
          <p:nvPr>
            <p:ph type="sldNum" sz="quarter" idx="12"/>
          </p:nvPr>
        </p:nvSpPr>
        <p:spPr/>
        <p:txBody>
          <a:bodyPr/>
          <a:lstStyle/>
          <a:p>
            <a:fld id="{B6796F57-8306-40D4-9229-37A3D19F0B5F}" type="slidenum">
              <a:rPr lang="LID4096" smtClean="0"/>
              <a:t>18</a:t>
            </a:fld>
            <a:endParaRPr lang="LID4096"/>
          </a:p>
        </p:txBody>
      </p:sp>
    </p:spTree>
    <p:extLst>
      <p:ext uri="{BB962C8B-B14F-4D97-AF65-F5344CB8AC3E}">
        <p14:creationId xmlns:p14="http://schemas.microsoft.com/office/powerpoint/2010/main" val="99766696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E61A04-C626-C5E4-A3C2-591358CD94C4}"/>
              </a:ext>
            </a:extLst>
          </p:cNvPr>
          <p:cNvSpPr>
            <a:spLocks noGrp="1"/>
          </p:cNvSpPr>
          <p:nvPr>
            <p:ph type="title"/>
          </p:nvPr>
        </p:nvSpPr>
        <p:spPr>
          <a:xfrm>
            <a:off x="838200" y="20997"/>
            <a:ext cx="10515600" cy="1325563"/>
          </a:xfrm>
        </p:spPr>
        <p:txBody>
          <a:bodyPr/>
          <a:lstStyle/>
          <a:p>
            <a:r>
              <a:rPr lang="en-US" dirty="0"/>
              <a:t>Models</a:t>
            </a:r>
            <a:endParaRPr lang="LID4096" dirty="0"/>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7220153A-0E02-CB25-A797-F3303E23640F}"/>
                  </a:ext>
                </a:extLst>
              </p:cNvPr>
              <p:cNvSpPr>
                <a:spLocks noGrp="1"/>
              </p:cNvSpPr>
              <p:nvPr>
                <p:ph idx="1"/>
              </p:nvPr>
            </p:nvSpPr>
            <p:spPr>
              <a:xfrm>
                <a:off x="838200" y="1346561"/>
                <a:ext cx="9403080" cy="4838340"/>
              </a:xfrm>
            </p:spPr>
            <p:txBody>
              <a:bodyPr>
                <a:normAutofit/>
              </a:bodyPr>
              <a:lstStyle/>
              <a:p>
                <a:r>
                  <a:rPr lang="en-US" b="1" dirty="0"/>
                  <a:t>Examining the data</a:t>
                </a:r>
              </a:p>
              <a:p>
                <a:r>
                  <a:rPr lang="en-US" dirty="0"/>
                  <a:t>Observed proportion:</a:t>
                </a:r>
              </a:p>
              <a:p>
                <a:pPr marL="0" indent="0">
                  <a:buNone/>
                </a:pPr>
                <a14:m>
                  <m:oMathPara xmlns:m="http://schemas.openxmlformats.org/officeDocument/2006/math">
                    <m:oMathParaPr>
                      <m:jc m:val="centerGroup"/>
                    </m:oMathParaPr>
                    <m:oMath xmlns:m="http://schemas.openxmlformats.org/officeDocument/2006/math">
                      <m:f>
                        <m:fPr>
                          <m:ctrlPr>
                            <a:rPr lang="ar-AE" i="1">
                              <a:latin typeface="Cambria Math" panose="02040503050406030204" pitchFamily="18" charset="0"/>
                            </a:rPr>
                          </m:ctrlPr>
                        </m:fPr>
                        <m:num>
                          <m:r>
                            <a:rPr lang="ar-AE">
                              <a:latin typeface="Cambria Math" panose="02040503050406030204" pitchFamily="18" charset="0"/>
                            </a:rPr>
                            <m:t>3</m:t>
                          </m:r>
                        </m:num>
                        <m:den>
                          <m:r>
                            <a:rPr lang="ar-AE">
                              <a:latin typeface="Cambria Math" panose="02040503050406030204" pitchFamily="18" charset="0"/>
                            </a:rPr>
                            <m:t>20</m:t>
                          </m:r>
                        </m:den>
                      </m:f>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15</m:t>
                      </m:r>
                    </m:oMath>
                  </m:oMathPara>
                </a14:m>
                <a:endParaRPr lang="ar-AE" dirty="0"/>
              </a:p>
              <a:p>
                <a:r>
                  <a:rPr lang="en-US" dirty="0"/>
                  <a:t>If we relied only on the data, we might estimate:</a:t>
                </a:r>
              </a:p>
              <a:p>
                <a:pPr marL="0" indent="0">
                  <a:buNone/>
                </a:pPr>
                <a14:m>
                  <m:oMathPara xmlns:m="http://schemas.openxmlformats.org/officeDocument/2006/math">
                    <m:oMathParaPr>
                      <m:jc m:val="centerGroup"/>
                    </m:oMathParaPr>
                    <m:oMath xmlns:m="http://schemas.openxmlformats.org/officeDocument/2006/math">
                      <m:acc>
                        <m:accPr>
                          <m:chr m:val="̂"/>
                          <m:ctrlPr>
                            <a:rPr lang="ar-AE" i="1">
                              <a:latin typeface="Cambria Math" panose="02040503050406030204" pitchFamily="18" charset="0"/>
                            </a:rPr>
                          </m:ctrlPr>
                        </m:accPr>
                        <m:e>
                          <m:r>
                            <a:rPr lang="ar-AE" i="1">
                              <a:latin typeface="Cambria Math" panose="02040503050406030204" pitchFamily="18" charset="0"/>
                            </a:rPr>
                            <m:t>𝜃</m:t>
                          </m:r>
                        </m:e>
                      </m:acc>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15</m:t>
                      </m:r>
                    </m:oMath>
                  </m:oMathPara>
                </a14:m>
                <a:endParaRPr lang="ar-AE" dirty="0"/>
              </a:p>
              <a:p>
                <a:pPr marL="0" indent="0">
                  <a:buNone/>
                </a:pPr>
                <a:endParaRPr lang="en-US" dirty="0"/>
              </a:p>
              <a:p>
                <a:r>
                  <a:rPr lang="en-US" dirty="0"/>
                  <a:t>But before jumping to conclusions we should ask:</a:t>
                </a:r>
              </a:p>
              <a:p>
                <a:r>
                  <a:rPr lang="en-US" dirty="0"/>
                  <a:t>Could this sample be extreme?</a:t>
                </a:r>
              </a:p>
              <a:p>
                <a:pPr marL="0" indent="0">
                  <a:buNone/>
                </a:pPr>
                <a:endParaRPr lang="en-US" dirty="0"/>
              </a:p>
            </p:txBody>
          </p:sp>
        </mc:Choice>
        <mc:Fallback>
          <p:sp>
            <p:nvSpPr>
              <p:cNvPr id="3" name="Content Placeholder 2">
                <a:extLst>
                  <a:ext uri="{FF2B5EF4-FFF2-40B4-BE49-F238E27FC236}">
                    <a16:creationId xmlns:a16="http://schemas.microsoft.com/office/drawing/2014/main" id="{7220153A-0E02-CB25-A797-F3303E23640F}"/>
                  </a:ext>
                </a:extLst>
              </p:cNvPr>
              <p:cNvSpPr>
                <a:spLocks noGrp="1" noRot="1" noChangeAspect="1" noMove="1" noResize="1" noEditPoints="1" noAdjustHandles="1" noChangeArrowheads="1" noChangeShapeType="1" noTextEdit="1"/>
              </p:cNvSpPr>
              <p:nvPr>
                <p:ph idx="1"/>
              </p:nvPr>
            </p:nvSpPr>
            <p:spPr>
              <a:xfrm>
                <a:off x="838200" y="1346561"/>
                <a:ext cx="9403080" cy="4838340"/>
              </a:xfrm>
              <a:blipFill>
                <a:blip r:embed="rId3"/>
                <a:stretch>
                  <a:fillRect l="-1167" t="-2141"/>
                </a:stretch>
              </a:blipFill>
            </p:spPr>
            <p:txBody>
              <a:bodyPr/>
              <a:lstStyle/>
              <a:p>
                <a:r>
                  <a:rPr lang="he-IL">
                    <a:noFill/>
                  </a:rPr>
                  <a:t> </a:t>
                </a:r>
              </a:p>
            </p:txBody>
          </p:sp>
        </mc:Fallback>
      </mc:AlternateContent>
      <p:sp>
        <p:nvSpPr>
          <p:cNvPr id="4" name="מציין מיקום של מספר שקופית 3">
            <a:extLst>
              <a:ext uri="{FF2B5EF4-FFF2-40B4-BE49-F238E27FC236}">
                <a16:creationId xmlns:a16="http://schemas.microsoft.com/office/drawing/2014/main" id="{2835DD0A-10B2-0F1F-142C-751EB9DDA2E5}"/>
              </a:ext>
            </a:extLst>
          </p:cNvPr>
          <p:cNvSpPr>
            <a:spLocks noGrp="1"/>
          </p:cNvSpPr>
          <p:nvPr>
            <p:ph type="sldNum" sz="quarter" idx="12"/>
          </p:nvPr>
        </p:nvSpPr>
        <p:spPr/>
        <p:txBody>
          <a:bodyPr/>
          <a:lstStyle/>
          <a:p>
            <a:fld id="{B6796F57-8306-40D4-9229-37A3D19F0B5F}" type="slidenum">
              <a:rPr lang="LID4096" smtClean="0"/>
              <a:t>19</a:t>
            </a:fld>
            <a:endParaRPr lang="LID4096"/>
          </a:p>
        </p:txBody>
      </p:sp>
    </p:spTree>
    <p:extLst>
      <p:ext uri="{BB962C8B-B14F-4D97-AF65-F5344CB8AC3E}">
        <p14:creationId xmlns:p14="http://schemas.microsoft.com/office/powerpoint/2010/main" val="149645715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0EE15F77-C93D-DF2E-47B5-79B2703D19AA}"/>
              </a:ext>
            </a:extLst>
          </p:cNvPr>
          <p:cNvSpPr>
            <a:spLocks noGrp="1"/>
          </p:cNvSpPr>
          <p:nvPr>
            <p:ph type="title"/>
          </p:nvPr>
        </p:nvSpPr>
        <p:spPr/>
        <p:txBody>
          <a:bodyPr/>
          <a:lstStyle/>
          <a:p>
            <a:r>
              <a:rPr lang="en-US" dirty="0"/>
              <a:t>Models</a:t>
            </a:r>
            <a:endParaRPr lang="he-IL" dirty="0"/>
          </a:p>
        </p:txBody>
      </p:sp>
      <mc:AlternateContent xmlns:mc="http://schemas.openxmlformats.org/markup-compatibility/2006" xmlns:a14="http://schemas.microsoft.com/office/drawing/2010/main">
        <mc:Choice Requires="a14">
          <p:sp>
            <p:nvSpPr>
              <p:cNvPr id="3" name="מציין מיקום תוכן 2">
                <a:extLst>
                  <a:ext uri="{FF2B5EF4-FFF2-40B4-BE49-F238E27FC236}">
                    <a16:creationId xmlns:a16="http://schemas.microsoft.com/office/drawing/2014/main" id="{EEE1FF34-27D4-DE6F-2DAB-AED351014D80}"/>
                  </a:ext>
                </a:extLst>
              </p:cNvPr>
              <p:cNvSpPr>
                <a:spLocks noGrp="1"/>
              </p:cNvSpPr>
              <p:nvPr>
                <p:ph idx="1"/>
              </p:nvPr>
            </p:nvSpPr>
            <p:spPr/>
            <p:txBody>
              <a:bodyPr/>
              <a:lstStyle/>
              <a:p>
                <a:r>
                  <a:rPr lang="en-US" dirty="0"/>
                  <a:t>The sample size is small:</a:t>
                </a:r>
              </a:p>
              <a:p>
                <a:pPr marL="0" indent="0">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𝑛</m:t>
                      </m:r>
                      <m:r>
                        <a:rPr lang="en-US">
                          <a:latin typeface="Cambria Math" panose="02040503050406030204" pitchFamily="18" charset="0"/>
                        </a:rPr>
                        <m:t>=</m:t>
                      </m:r>
                      <m:r>
                        <a:rPr lang="en-US">
                          <a:latin typeface="Cambria Math" panose="02040503050406030204" pitchFamily="18" charset="0"/>
                        </a:rPr>
                        <m:t>20</m:t>
                      </m:r>
                    </m:oMath>
                  </m:oMathPara>
                </a14:m>
                <a:endParaRPr lang="en-US" dirty="0"/>
              </a:p>
              <a:p>
                <a:r>
                  <a:rPr lang="en-US" dirty="0"/>
                  <a:t>A different sample might easily have produced:</a:t>
                </a:r>
              </a:p>
              <a:p>
                <a:pPr lvl="1"/>
                <a:r>
                  <a:rPr lang="en-US" dirty="0"/>
                  <a:t> 1 event</a:t>
                </a:r>
              </a:p>
              <a:p>
                <a:pPr lvl="1"/>
                <a:r>
                  <a:rPr lang="en-US" dirty="0"/>
                  <a:t>5 events</a:t>
                </a:r>
              </a:p>
              <a:p>
                <a:pPr lvl="1"/>
                <a:r>
                  <a:rPr lang="en-US" dirty="0"/>
                  <a:t> or even 0 events</a:t>
                </a:r>
              </a:p>
              <a:p>
                <a:pPr lvl="1"/>
                <a:endParaRPr lang="en-US" dirty="0"/>
              </a:p>
              <a:p>
                <a:r>
                  <a:rPr lang="en-US" dirty="0"/>
                  <a:t>So the observed proportion may not reflect the population incidence.</a:t>
                </a:r>
              </a:p>
              <a:p>
                <a:endParaRPr lang="he-IL" dirty="0"/>
              </a:p>
            </p:txBody>
          </p:sp>
        </mc:Choice>
        <mc:Fallback xmlns="">
          <p:sp>
            <p:nvSpPr>
              <p:cNvPr id="3" name="מציין מיקום תוכן 2">
                <a:extLst>
                  <a:ext uri="{FF2B5EF4-FFF2-40B4-BE49-F238E27FC236}">
                    <a16:creationId xmlns:a16="http://schemas.microsoft.com/office/drawing/2014/main" id="{EEE1FF34-27D4-DE6F-2DAB-AED351014D80}"/>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he-IL">
                    <a:noFill/>
                  </a:rPr>
                  <a:t> </a:t>
                </a:r>
              </a:p>
            </p:txBody>
          </p:sp>
        </mc:Fallback>
      </mc:AlternateContent>
      <p:sp>
        <p:nvSpPr>
          <p:cNvPr id="4" name="מציין מיקום של מספר שקופית 3">
            <a:extLst>
              <a:ext uri="{FF2B5EF4-FFF2-40B4-BE49-F238E27FC236}">
                <a16:creationId xmlns:a16="http://schemas.microsoft.com/office/drawing/2014/main" id="{9A9DABD7-B850-6E6C-A542-79C085AB6C16}"/>
              </a:ext>
            </a:extLst>
          </p:cNvPr>
          <p:cNvSpPr>
            <a:spLocks noGrp="1"/>
          </p:cNvSpPr>
          <p:nvPr>
            <p:ph type="sldNum" sz="quarter" idx="12"/>
          </p:nvPr>
        </p:nvSpPr>
        <p:spPr/>
        <p:txBody>
          <a:bodyPr/>
          <a:lstStyle/>
          <a:p>
            <a:fld id="{B6796F57-8306-40D4-9229-37A3D19F0B5F}" type="slidenum">
              <a:rPr lang="LID4096" smtClean="0"/>
              <a:t>20</a:t>
            </a:fld>
            <a:endParaRPr lang="LID4096"/>
          </a:p>
        </p:txBody>
      </p:sp>
    </p:spTree>
    <p:extLst>
      <p:ext uri="{BB962C8B-B14F-4D97-AF65-F5344CB8AC3E}">
        <p14:creationId xmlns:p14="http://schemas.microsoft.com/office/powerpoint/2010/main" val="205523205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A81C2E-CB1E-7BDF-8D54-AF7AE46A2D3B}"/>
            </a:ext>
          </a:extLst>
        </p:cNvPr>
        <p:cNvGrpSpPr/>
        <p:nvPr/>
      </p:nvGrpSpPr>
      <p:grpSpPr>
        <a:xfrm>
          <a:off x="0" y="0"/>
          <a:ext cx="0" cy="0"/>
          <a:chOff x="0" y="0"/>
          <a:chExt cx="0" cy="0"/>
        </a:xfrm>
      </p:grpSpPr>
      <p:sp>
        <p:nvSpPr>
          <p:cNvPr id="2" name="כותרת 1">
            <a:extLst>
              <a:ext uri="{FF2B5EF4-FFF2-40B4-BE49-F238E27FC236}">
                <a16:creationId xmlns:a16="http://schemas.microsoft.com/office/drawing/2014/main" id="{42C9E214-8FF9-73D1-3FDB-B3F9D6448F79}"/>
              </a:ext>
            </a:extLst>
          </p:cNvPr>
          <p:cNvSpPr>
            <a:spLocks noGrp="1"/>
          </p:cNvSpPr>
          <p:nvPr>
            <p:ph type="title"/>
          </p:nvPr>
        </p:nvSpPr>
        <p:spPr/>
        <p:txBody>
          <a:bodyPr/>
          <a:lstStyle/>
          <a:p>
            <a:r>
              <a:rPr lang="en-US" dirty="0"/>
              <a:t>Models</a:t>
            </a:r>
            <a:endParaRPr lang="he-IL" dirty="0"/>
          </a:p>
        </p:txBody>
      </p:sp>
      <p:sp>
        <p:nvSpPr>
          <p:cNvPr id="3" name="מציין מיקום תוכן 2">
            <a:extLst>
              <a:ext uri="{FF2B5EF4-FFF2-40B4-BE49-F238E27FC236}">
                <a16:creationId xmlns:a16="http://schemas.microsoft.com/office/drawing/2014/main" id="{B1AE4CD2-0227-CD2B-43E5-ACD5D00E72A8}"/>
              </a:ext>
            </a:extLst>
          </p:cNvPr>
          <p:cNvSpPr>
            <a:spLocks noGrp="1"/>
          </p:cNvSpPr>
          <p:nvPr>
            <p:ph idx="1"/>
          </p:nvPr>
        </p:nvSpPr>
        <p:spPr/>
        <p:txBody>
          <a:bodyPr/>
          <a:lstStyle/>
          <a:p>
            <a:r>
              <a:rPr lang="en-US" dirty="0"/>
              <a:t>To reason about such uncertainty we need probability tools.</a:t>
            </a:r>
          </a:p>
          <a:p>
            <a:r>
              <a:rPr lang="en-US" dirty="0"/>
              <a:t>In the lecture you saw how conditional probability gives us Bayes rule</a:t>
            </a:r>
          </a:p>
          <a:p>
            <a:r>
              <a:rPr lang="en-US" dirty="0"/>
              <a:t>Let’s briefly revisit these ideas.</a:t>
            </a:r>
          </a:p>
        </p:txBody>
      </p:sp>
      <p:sp>
        <p:nvSpPr>
          <p:cNvPr id="4" name="מציין מיקום של מספר שקופית 3">
            <a:extLst>
              <a:ext uri="{FF2B5EF4-FFF2-40B4-BE49-F238E27FC236}">
                <a16:creationId xmlns:a16="http://schemas.microsoft.com/office/drawing/2014/main" id="{2D10F59D-306D-55FB-F46A-FCF745DAA5A2}"/>
              </a:ext>
            </a:extLst>
          </p:cNvPr>
          <p:cNvSpPr>
            <a:spLocks noGrp="1"/>
          </p:cNvSpPr>
          <p:nvPr>
            <p:ph type="sldNum" sz="quarter" idx="12"/>
          </p:nvPr>
        </p:nvSpPr>
        <p:spPr/>
        <p:txBody>
          <a:bodyPr/>
          <a:lstStyle/>
          <a:p>
            <a:fld id="{B6796F57-8306-40D4-9229-37A3D19F0B5F}" type="slidenum">
              <a:rPr lang="LID4096" smtClean="0"/>
              <a:t>21</a:t>
            </a:fld>
            <a:endParaRPr lang="LID4096"/>
          </a:p>
        </p:txBody>
      </p:sp>
    </p:spTree>
    <p:extLst>
      <p:ext uri="{BB962C8B-B14F-4D97-AF65-F5344CB8AC3E}">
        <p14:creationId xmlns:p14="http://schemas.microsoft.com/office/powerpoint/2010/main" val="41082066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370870F5-74A6-A5EB-4B75-27DC23A8A28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02796D4-DF9A-F41E-517A-5606AD80FA4C}"/>
              </a:ext>
            </a:extLst>
          </p:cNvPr>
          <p:cNvSpPr>
            <a:spLocks noGrp="1"/>
          </p:cNvSpPr>
          <p:nvPr>
            <p:ph type="title"/>
          </p:nvPr>
        </p:nvSpPr>
        <p:spPr>
          <a:xfrm>
            <a:off x="838200" y="20997"/>
            <a:ext cx="10515600" cy="1325563"/>
          </a:xfrm>
        </p:spPr>
        <p:txBody>
          <a:bodyPr/>
          <a:lstStyle/>
          <a:p>
            <a:r>
              <a:rPr lang="en-US" dirty="0"/>
              <a:t>Applying Bayes to our example</a:t>
            </a:r>
            <a:endParaRPr lang="LID4096"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69A7369-7EB0-A4FF-E4C2-1E47371183EF}"/>
                  </a:ext>
                </a:extLst>
              </p:cNvPr>
              <p:cNvSpPr>
                <a:spLocks noGrp="1"/>
              </p:cNvSpPr>
              <p:nvPr>
                <p:ph idx="1"/>
              </p:nvPr>
            </p:nvSpPr>
            <p:spPr>
              <a:xfrm>
                <a:off x="656492" y="1380595"/>
                <a:ext cx="11189677" cy="5191892"/>
              </a:xfrm>
            </p:spPr>
            <p:txBody>
              <a:bodyPr>
                <a:normAutofit/>
              </a:bodyPr>
              <a:lstStyle/>
              <a:p>
                <a:r>
                  <a:rPr lang="en-US" dirty="0"/>
                  <a:t>Reminder - Observed data:</a:t>
                </a:r>
              </a:p>
              <a:p>
                <a:pPr lvl="1"/>
                <a:r>
                  <a:rPr lang="en-US" sz="2800" dirty="0"/>
                  <a:t>3 of 20 patients experienced serious inflammatory reaction after a surgery</a:t>
                </a:r>
              </a:p>
              <a:p>
                <a:pPr marL="457200" lvl="1" indent="0">
                  <a:buNone/>
                </a:pPr>
                <a14:m>
                  <m:oMathPara xmlns:m="http://schemas.openxmlformats.org/officeDocument/2006/math">
                    <m:oMathParaPr>
                      <m:jc m:val="centerGroup"/>
                    </m:oMathParaPr>
                    <m:oMath xmlns:m="http://schemas.openxmlformats.org/officeDocument/2006/math">
                      <m:r>
                        <a:rPr lang="en-US" sz="2800" i="1">
                          <a:latin typeface="Cambria Math" panose="02040503050406030204" pitchFamily="18" charset="0"/>
                        </a:rPr>
                        <m:t>𝑧</m:t>
                      </m:r>
                      <m:r>
                        <a:rPr lang="en-US" sz="2800">
                          <a:latin typeface="Cambria Math" panose="02040503050406030204" pitchFamily="18" charset="0"/>
                        </a:rPr>
                        <m:t>=</m:t>
                      </m:r>
                      <m:r>
                        <a:rPr lang="en-US" sz="2800">
                          <a:latin typeface="Cambria Math" panose="02040503050406030204" pitchFamily="18" charset="0"/>
                        </a:rPr>
                        <m:t>3</m:t>
                      </m:r>
                      <m:r>
                        <a:rPr lang="en-US" sz="2800">
                          <a:latin typeface="Cambria Math" panose="02040503050406030204" pitchFamily="18" charset="0"/>
                        </a:rPr>
                        <m:t>, </m:t>
                      </m:r>
                      <m:r>
                        <a:rPr lang="en-US" sz="2800" i="1">
                          <a:latin typeface="Cambria Math" panose="02040503050406030204" pitchFamily="18" charset="0"/>
                        </a:rPr>
                        <m:t>𝑛</m:t>
                      </m:r>
                      <m:r>
                        <a:rPr lang="en-US" sz="2800">
                          <a:latin typeface="Cambria Math" panose="02040503050406030204" pitchFamily="18" charset="0"/>
                        </a:rPr>
                        <m:t>=</m:t>
                      </m:r>
                      <m:r>
                        <a:rPr lang="en-US" sz="2800">
                          <a:latin typeface="Cambria Math" panose="02040503050406030204" pitchFamily="18" charset="0"/>
                        </a:rPr>
                        <m:t>20</m:t>
                      </m:r>
                    </m:oMath>
                  </m:oMathPara>
                </a14:m>
                <a:endParaRPr lang="en-US" sz="2800" dirty="0"/>
              </a:p>
              <a:p>
                <a:pPr marL="0" indent="0">
                  <a:buNone/>
                </a:pPr>
                <a:endParaRPr lang="en-US" dirty="0"/>
              </a:p>
              <a:p>
                <a:r>
                  <a:rPr lang="en-US" dirty="0"/>
                  <a:t>Likelihood from our model describes:</a:t>
                </a:r>
              </a:p>
              <a:p>
                <a:pPr lvl="1"/>
                <a:r>
                  <a:rPr lang="en-US" sz="2800" dirty="0"/>
                  <a:t>how probable the observed data are for different values of </a:t>
                </a:r>
                <a14:m>
                  <m:oMath xmlns:m="http://schemas.openxmlformats.org/officeDocument/2006/math">
                    <m:r>
                      <a:rPr lang="en-US" sz="2800" b="0" i="1">
                        <a:latin typeface="Cambria Math" panose="02040503050406030204" pitchFamily="18" charset="0"/>
                      </a:rPr>
                      <m:t>𝜃</m:t>
                    </m:r>
                  </m:oMath>
                </a14:m>
                <a:r>
                  <a:rPr lang="en-US" sz="2800" dirty="0"/>
                  <a:t>.</a:t>
                </a:r>
              </a:p>
              <a:p>
                <a:pPr marL="0" indent="0">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𝑧</m:t>
                      </m:r>
                      <m:r>
                        <a:rPr lang="en-US">
                          <a:latin typeface="Cambria Math" panose="02040503050406030204" pitchFamily="18" charset="0"/>
                        </a:rPr>
                        <m:t>∼</m:t>
                      </m:r>
                      <m:r>
                        <a:rPr lang="en-US" i="1">
                          <a:latin typeface="Cambria Math" panose="02040503050406030204" pitchFamily="18" charset="0"/>
                        </a:rPr>
                        <m:t>𝐵𝑖𝑛𝑜𝑚𝑖𝑎𝑙</m:t>
                      </m:r>
                      <m:d>
                        <m:dPr>
                          <m:sepChr m:val=","/>
                          <m:ctrlPr>
                            <a:rPr lang="ar-AE" i="1">
                              <a:latin typeface="Cambria Math" panose="02040503050406030204" pitchFamily="18" charset="0"/>
                            </a:rPr>
                          </m:ctrlPr>
                        </m:dPr>
                        <m:e>
                          <m:r>
                            <a:rPr lang="ar-AE" i="1">
                              <a:latin typeface="Cambria Math" panose="02040503050406030204" pitchFamily="18" charset="0"/>
                            </a:rPr>
                            <m:t>𝑛</m:t>
                          </m:r>
                        </m:e>
                        <m:e>
                          <m:r>
                            <a:rPr lang="ar-AE" i="1">
                              <a:latin typeface="Cambria Math" panose="02040503050406030204" pitchFamily="18" charset="0"/>
                            </a:rPr>
                            <m:t>𝜃</m:t>
                          </m:r>
                        </m:e>
                      </m:d>
                    </m:oMath>
                  </m:oMathPara>
                </a14:m>
                <a:endParaRPr lang="ar-AE" dirty="0"/>
              </a:p>
            </p:txBody>
          </p:sp>
        </mc:Choice>
        <mc:Fallback xmlns="">
          <p:sp>
            <p:nvSpPr>
              <p:cNvPr id="3" name="Content Placeholder 2">
                <a:extLst>
                  <a:ext uri="{FF2B5EF4-FFF2-40B4-BE49-F238E27FC236}">
                    <a16:creationId xmlns:a16="http://schemas.microsoft.com/office/drawing/2014/main" id="{069A7369-7EB0-A4FF-E4C2-1E47371183EF}"/>
                  </a:ext>
                </a:extLst>
              </p:cNvPr>
              <p:cNvSpPr>
                <a:spLocks noGrp="1" noRot="1" noChangeAspect="1" noMove="1" noResize="1" noEditPoints="1" noAdjustHandles="1" noChangeArrowheads="1" noChangeShapeType="1" noTextEdit="1"/>
              </p:cNvSpPr>
              <p:nvPr>
                <p:ph idx="1"/>
              </p:nvPr>
            </p:nvSpPr>
            <p:spPr>
              <a:xfrm>
                <a:off x="656492" y="1380595"/>
                <a:ext cx="11189677" cy="5191892"/>
              </a:xfrm>
              <a:blipFill>
                <a:blip r:embed="rId3"/>
                <a:stretch>
                  <a:fillRect l="-981" t="-1878"/>
                </a:stretch>
              </a:blipFill>
            </p:spPr>
            <p:txBody>
              <a:bodyPr/>
              <a:lstStyle/>
              <a:p>
                <a:r>
                  <a:rPr lang="he-IL">
                    <a:noFill/>
                  </a:rPr>
                  <a:t> </a:t>
                </a:r>
              </a:p>
            </p:txBody>
          </p:sp>
        </mc:Fallback>
      </mc:AlternateContent>
      <p:sp>
        <p:nvSpPr>
          <p:cNvPr id="11" name="Content Placeholder 2">
            <a:extLst>
              <a:ext uri="{FF2B5EF4-FFF2-40B4-BE49-F238E27FC236}">
                <a16:creationId xmlns:a16="http://schemas.microsoft.com/office/drawing/2014/main" id="{C241F3CA-04E0-B857-914D-CDE7D444317D}"/>
              </a:ext>
            </a:extLst>
          </p:cNvPr>
          <p:cNvSpPr txBox="1">
            <a:spLocks/>
          </p:cNvSpPr>
          <p:nvPr/>
        </p:nvSpPr>
        <p:spPr>
          <a:xfrm>
            <a:off x="461062" y="2129132"/>
            <a:ext cx="10881852" cy="537870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Char char="§"/>
            </a:pPr>
            <a:endParaRPr lang="en-US" dirty="0"/>
          </a:p>
          <a:p>
            <a:pPr>
              <a:lnSpc>
                <a:spcPct val="150000"/>
              </a:lnSpc>
              <a:buFont typeface="Wingdings" panose="05000000000000000000" pitchFamily="2" charset="2"/>
              <a:buChar char="§"/>
            </a:pPr>
            <a:endParaRPr lang="en-GB" dirty="0">
              <a:highlight>
                <a:srgbClr val="FFFF00"/>
              </a:highlight>
            </a:endParaRPr>
          </a:p>
        </p:txBody>
      </p:sp>
      <p:sp>
        <p:nvSpPr>
          <p:cNvPr id="4" name="מציין מיקום של מספר שקופית 3">
            <a:extLst>
              <a:ext uri="{FF2B5EF4-FFF2-40B4-BE49-F238E27FC236}">
                <a16:creationId xmlns:a16="http://schemas.microsoft.com/office/drawing/2014/main" id="{119DA4F9-516C-C923-B449-5F446E7E596B}"/>
              </a:ext>
            </a:extLst>
          </p:cNvPr>
          <p:cNvSpPr>
            <a:spLocks noGrp="1"/>
          </p:cNvSpPr>
          <p:nvPr>
            <p:ph type="sldNum" sz="quarter" idx="12"/>
          </p:nvPr>
        </p:nvSpPr>
        <p:spPr/>
        <p:txBody>
          <a:bodyPr/>
          <a:lstStyle/>
          <a:p>
            <a:fld id="{B6796F57-8306-40D4-9229-37A3D19F0B5F}" type="slidenum">
              <a:rPr lang="LID4096" smtClean="0"/>
              <a:t>22</a:t>
            </a:fld>
            <a:endParaRPr lang="LID4096"/>
          </a:p>
        </p:txBody>
      </p:sp>
    </p:spTree>
    <p:extLst>
      <p:ext uri="{BB962C8B-B14F-4D97-AF65-F5344CB8AC3E}">
        <p14:creationId xmlns:p14="http://schemas.microsoft.com/office/powerpoint/2010/main" val="139382268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C213FA-816B-1B2D-CA46-565D5496CF5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CBCB6CC-A024-AB7F-6977-C1A1056F959E}"/>
              </a:ext>
            </a:extLst>
          </p:cNvPr>
          <p:cNvSpPr>
            <a:spLocks noGrp="1"/>
          </p:cNvSpPr>
          <p:nvPr>
            <p:ph type="title"/>
          </p:nvPr>
        </p:nvSpPr>
        <p:spPr>
          <a:xfrm>
            <a:off x="838200" y="20997"/>
            <a:ext cx="10515600" cy="1325563"/>
          </a:xfrm>
        </p:spPr>
        <p:txBody>
          <a:bodyPr/>
          <a:lstStyle/>
          <a:p>
            <a:r>
              <a:rPr lang="en-US" dirty="0"/>
              <a:t>Applying Bayes to our example</a:t>
            </a:r>
            <a:endParaRPr lang="LID4096"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9B1572D-66DD-2941-6452-F36D17449F7A}"/>
                  </a:ext>
                </a:extLst>
              </p:cNvPr>
              <p:cNvSpPr>
                <a:spLocks noGrp="1"/>
              </p:cNvSpPr>
              <p:nvPr>
                <p:ph idx="1"/>
              </p:nvPr>
            </p:nvSpPr>
            <p:spPr>
              <a:xfrm>
                <a:off x="656492" y="1380595"/>
                <a:ext cx="11189677" cy="5191892"/>
              </a:xfrm>
            </p:spPr>
            <p:txBody>
              <a:bodyPr>
                <a:normAutofit/>
              </a:bodyPr>
              <a:lstStyle/>
              <a:p>
                <a:r>
                  <a:rPr lang="en-US" dirty="0"/>
                  <a:t>The likelihood function is:</a:t>
                </a:r>
              </a:p>
              <a:p>
                <a:pPr marL="0" indent="0">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𝑃</m:t>
                      </m:r>
                      <m:d>
                        <m:dPr>
                          <m:ctrlPr>
                            <a:rPr lang="ar-AE" i="1">
                              <a:latin typeface="Cambria Math" panose="02040503050406030204" pitchFamily="18" charset="0"/>
                            </a:rPr>
                          </m:ctrlPr>
                        </m:dPr>
                        <m:e>
                          <m:r>
                            <a:rPr lang="ar-AE" i="1">
                              <a:latin typeface="Cambria Math" panose="02040503050406030204" pitchFamily="18" charset="0"/>
                            </a:rPr>
                            <m:t>𝑧</m:t>
                          </m:r>
                          <m:r>
                            <a:rPr lang="ar-AE">
                              <a:latin typeface="Cambria Math" panose="02040503050406030204" pitchFamily="18" charset="0"/>
                            </a:rPr>
                            <m:t>=</m:t>
                          </m:r>
                          <m:r>
                            <a:rPr lang="ar-AE">
                              <a:latin typeface="Cambria Math" panose="02040503050406030204" pitchFamily="18" charset="0"/>
                            </a:rPr>
                            <m:t>3</m:t>
                          </m:r>
                          <m:r>
                            <a:rPr lang="ar-AE">
                              <a:latin typeface="Cambria Math" panose="02040503050406030204" pitchFamily="18" charset="0"/>
                            </a:rPr>
                            <m:t>∣</m:t>
                          </m:r>
                          <m:r>
                            <a:rPr lang="ar-AE" i="1">
                              <a:latin typeface="Cambria Math" panose="02040503050406030204" pitchFamily="18" charset="0"/>
                            </a:rPr>
                            <m:t>𝜃</m:t>
                          </m:r>
                        </m:e>
                      </m:d>
                    </m:oMath>
                  </m:oMathPara>
                </a14:m>
                <a:endParaRPr lang="ar-AE" dirty="0"/>
              </a:p>
              <a:p>
                <a:r>
                  <a:rPr lang="en-US" dirty="0"/>
                  <a:t>Different values of </a:t>
                </a:r>
                <a14:m>
                  <m:oMath xmlns:m="http://schemas.openxmlformats.org/officeDocument/2006/math">
                    <m:r>
                      <a:rPr lang="en-US" i="1">
                        <a:latin typeface="Cambria Math" panose="02040503050406030204" pitchFamily="18" charset="0"/>
                      </a:rPr>
                      <m:t>𝜃</m:t>
                    </m:r>
                  </m:oMath>
                </a14:m>
                <a:r>
                  <a:rPr lang="en-US" dirty="0"/>
                  <a:t> make the observed data more or less likely.</a:t>
                </a:r>
              </a:p>
              <a:p>
                <a:r>
                  <a:rPr lang="en-US" dirty="0"/>
                  <a:t>Example interpretations:</a:t>
                </a:r>
              </a:p>
              <a:p>
                <a:pPr lvl="1"/>
                <a:r>
                  <a:rPr lang="en-US" dirty="0"/>
                  <a:t>If </a:t>
                </a:r>
                <a14:m>
                  <m:oMath xmlns:m="http://schemas.openxmlformats.org/officeDocument/2006/math">
                    <m:r>
                      <a:rPr lang="en-US" i="1">
                        <a:latin typeface="Cambria Math" panose="02040503050406030204" pitchFamily="18" charset="0"/>
                      </a:rPr>
                      <m:t>𝜃</m:t>
                    </m:r>
                    <m:r>
                      <a:rPr lang="en-US">
                        <a:latin typeface="Cambria Math" panose="02040503050406030204" pitchFamily="18" charset="0"/>
                      </a:rPr>
                      <m:t>=</m:t>
                    </m:r>
                    <m:r>
                      <a:rPr lang="en-US">
                        <a:latin typeface="Cambria Math" panose="02040503050406030204" pitchFamily="18" charset="0"/>
                      </a:rPr>
                      <m:t>0</m:t>
                    </m:r>
                    <m:r>
                      <a:rPr lang="en-US">
                        <a:latin typeface="Cambria Math" panose="02040503050406030204" pitchFamily="18" charset="0"/>
                      </a:rPr>
                      <m:t>.</m:t>
                    </m:r>
                    <m:r>
                      <a:rPr lang="en-US">
                        <a:latin typeface="Cambria Math" panose="02040503050406030204" pitchFamily="18" charset="0"/>
                      </a:rPr>
                      <m:t>15</m:t>
                    </m:r>
                  </m:oMath>
                </a14:m>
                <a:r>
                  <a:rPr lang="en-US" dirty="0"/>
                  <a:t>, the data are quite plausible</a:t>
                </a:r>
                <a:br>
                  <a:rPr lang="en-US" dirty="0"/>
                </a:br>
                <a:r>
                  <a:rPr lang="en-US" dirty="0"/>
                  <a:t>If </a:t>
                </a:r>
                <a14:m>
                  <m:oMath xmlns:m="http://schemas.openxmlformats.org/officeDocument/2006/math">
                    <m:r>
                      <a:rPr lang="en-US" i="1">
                        <a:latin typeface="Cambria Math" panose="02040503050406030204" pitchFamily="18" charset="0"/>
                      </a:rPr>
                      <m:t>𝜃</m:t>
                    </m:r>
                    <m:r>
                      <a:rPr lang="en-US">
                        <a:latin typeface="Cambria Math" panose="02040503050406030204" pitchFamily="18" charset="0"/>
                      </a:rPr>
                      <m:t>=</m:t>
                    </m:r>
                    <m:r>
                      <a:rPr lang="en-US">
                        <a:latin typeface="Cambria Math" panose="02040503050406030204" pitchFamily="18" charset="0"/>
                      </a:rPr>
                      <m:t>0</m:t>
                    </m:r>
                    <m:r>
                      <a:rPr lang="en-US">
                        <a:latin typeface="Cambria Math" panose="02040503050406030204" pitchFamily="18" charset="0"/>
                      </a:rPr>
                      <m:t>.</m:t>
                    </m:r>
                    <m:r>
                      <a:rPr lang="en-US">
                        <a:latin typeface="Cambria Math" panose="02040503050406030204" pitchFamily="18" charset="0"/>
                      </a:rPr>
                      <m:t>01</m:t>
                    </m:r>
                  </m:oMath>
                </a14:m>
                <a:r>
                  <a:rPr lang="en-US" dirty="0"/>
                  <a:t>, the data are very unlikely</a:t>
                </a:r>
                <a:br>
                  <a:rPr lang="en-US" dirty="0"/>
                </a:br>
                <a:r>
                  <a:rPr lang="en-US" dirty="0"/>
                  <a:t>If </a:t>
                </a:r>
                <a14:m>
                  <m:oMath xmlns:m="http://schemas.openxmlformats.org/officeDocument/2006/math">
                    <m:r>
                      <a:rPr lang="en-US" i="1">
                        <a:latin typeface="Cambria Math" panose="02040503050406030204" pitchFamily="18" charset="0"/>
                      </a:rPr>
                      <m:t>𝜃</m:t>
                    </m:r>
                    <m:r>
                      <a:rPr lang="en-US">
                        <a:latin typeface="Cambria Math" panose="02040503050406030204" pitchFamily="18" charset="0"/>
                      </a:rPr>
                      <m:t>=</m:t>
                    </m:r>
                    <m:r>
                      <a:rPr lang="en-US">
                        <a:latin typeface="Cambria Math" panose="02040503050406030204" pitchFamily="18" charset="0"/>
                      </a:rPr>
                      <m:t>0</m:t>
                    </m:r>
                    <m:r>
                      <a:rPr lang="en-US">
                        <a:latin typeface="Cambria Math" panose="02040503050406030204" pitchFamily="18" charset="0"/>
                      </a:rPr>
                      <m:t>.</m:t>
                    </m:r>
                    <m:r>
                      <a:rPr lang="en-US">
                        <a:latin typeface="Cambria Math" panose="02040503050406030204" pitchFamily="18" charset="0"/>
                      </a:rPr>
                      <m:t>40</m:t>
                    </m:r>
                  </m:oMath>
                </a14:m>
                <a:r>
                  <a:rPr lang="en-US" dirty="0"/>
                  <a:t>, the data are also unlikely</a:t>
                </a:r>
              </a:p>
            </p:txBody>
          </p:sp>
        </mc:Choice>
        <mc:Fallback xmlns="">
          <p:sp>
            <p:nvSpPr>
              <p:cNvPr id="3" name="Content Placeholder 2">
                <a:extLst>
                  <a:ext uri="{FF2B5EF4-FFF2-40B4-BE49-F238E27FC236}">
                    <a16:creationId xmlns:a16="http://schemas.microsoft.com/office/drawing/2014/main" id="{E9B1572D-66DD-2941-6452-F36D17449F7A}"/>
                  </a:ext>
                </a:extLst>
              </p:cNvPr>
              <p:cNvSpPr>
                <a:spLocks noGrp="1" noRot="1" noChangeAspect="1" noMove="1" noResize="1" noEditPoints="1" noAdjustHandles="1" noChangeArrowheads="1" noChangeShapeType="1" noTextEdit="1"/>
              </p:cNvSpPr>
              <p:nvPr>
                <p:ph idx="1"/>
              </p:nvPr>
            </p:nvSpPr>
            <p:spPr>
              <a:xfrm>
                <a:off x="656492" y="1380595"/>
                <a:ext cx="11189677" cy="5191892"/>
              </a:xfrm>
              <a:blipFill>
                <a:blip r:embed="rId3"/>
                <a:stretch>
                  <a:fillRect l="-981" t="-1878"/>
                </a:stretch>
              </a:blipFill>
            </p:spPr>
            <p:txBody>
              <a:bodyPr/>
              <a:lstStyle/>
              <a:p>
                <a:r>
                  <a:rPr lang="he-IL">
                    <a:noFill/>
                  </a:rPr>
                  <a:t> </a:t>
                </a:r>
              </a:p>
            </p:txBody>
          </p:sp>
        </mc:Fallback>
      </mc:AlternateContent>
      <p:sp>
        <p:nvSpPr>
          <p:cNvPr id="11" name="Content Placeholder 2">
            <a:extLst>
              <a:ext uri="{FF2B5EF4-FFF2-40B4-BE49-F238E27FC236}">
                <a16:creationId xmlns:a16="http://schemas.microsoft.com/office/drawing/2014/main" id="{8AE208A2-430A-E9CC-1C03-6E252E716F7F}"/>
              </a:ext>
            </a:extLst>
          </p:cNvPr>
          <p:cNvSpPr txBox="1">
            <a:spLocks/>
          </p:cNvSpPr>
          <p:nvPr/>
        </p:nvSpPr>
        <p:spPr>
          <a:xfrm>
            <a:off x="461062" y="2129132"/>
            <a:ext cx="10881852" cy="537870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Char char="§"/>
            </a:pPr>
            <a:endParaRPr lang="en-US" dirty="0"/>
          </a:p>
          <a:p>
            <a:pPr>
              <a:lnSpc>
                <a:spcPct val="150000"/>
              </a:lnSpc>
              <a:buFont typeface="Wingdings" panose="05000000000000000000" pitchFamily="2" charset="2"/>
              <a:buChar char="§"/>
            </a:pPr>
            <a:endParaRPr lang="en-GB" dirty="0">
              <a:highlight>
                <a:srgbClr val="FFFF00"/>
              </a:highlight>
            </a:endParaRPr>
          </a:p>
        </p:txBody>
      </p:sp>
      <p:sp>
        <p:nvSpPr>
          <p:cNvPr id="4" name="מציין מיקום של מספר שקופית 3">
            <a:extLst>
              <a:ext uri="{FF2B5EF4-FFF2-40B4-BE49-F238E27FC236}">
                <a16:creationId xmlns:a16="http://schemas.microsoft.com/office/drawing/2014/main" id="{20340675-17C8-02E1-68B2-1FA5C8ED03E8}"/>
              </a:ext>
            </a:extLst>
          </p:cNvPr>
          <p:cNvSpPr>
            <a:spLocks noGrp="1"/>
          </p:cNvSpPr>
          <p:nvPr>
            <p:ph type="sldNum" sz="quarter" idx="12"/>
          </p:nvPr>
        </p:nvSpPr>
        <p:spPr/>
        <p:txBody>
          <a:bodyPr/>
          <a:lstStyle/>
          <a:p>
            <a:fld id="{B6796F57-8306-40D4-9229-37A3D19F0B5F}" type="slidenum">
              <a:rPr lang="LID4096" smtClean="0"/>
              <a:t>23</a:t>
            </a:fld>
            <a:endParaRPr lang="LID4096"/>
          </a:p>
        </p:txBody>
      </p:sp>
    </p:spTree>
    <p:extLst>
      <p:ext uri="{BB962C8B-B14F-4D97-AF65-F5344CB8AC3E}">
        <p14:creationId xmlns:p14="http://schemas.microsoft.com/office/powerpoint/2010/main" val="17272826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13481E-3CF0-DF63-E246-6C9FAE099E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9CEA3AD-AE50-E0F0-D965-E6663CA4AC02}"/>
              </a:ext>
            </a:extLst>
          </p:cNvPr>
          <p:cNvSpPr>
            <a:spLocks noGrp="1"/>
          </p:cNvSpPr>
          <p:nvPr>
            <p:ph type="title"/>
          </p:nvPr>
        </p:nvSpPr>
        <p:spPr>
          <a:xfrm>
            <a:off x="838200" y="20997"/>
            <a:ext cx="10515600" cy="1325563"/>
          </a:xfrm>
        </p:spPr>
        <p:txBody>
          <a:bodyPr/>
          <a:lstStyle/>
          <a:p>
            <a:r>
              <a:rPr lang="en-US" dirty="0"/>
              <a:t>Applying Bayes to our example</a:t>
            </a:r>
            <a:endParaRPr lang="LID4096"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FAEAF1C-794B-6FD7-5CF5-569F2F12F994}"/>
                  </a:ext>
                </a:extLst>
              </p:cNvPr>
              <p:cNvSpPr>
                <a:spLocks noGrp="1"/>
              </p:cNvSpPr>
              <p:nvPr>
                <p:ph idx="1"/>
              </p:nvPr>
            </p:nvSpPr>
            <p:spPr>
              <a:xfrm>
                <a:off x="656492" y="1380595"/>
                <a:ext cx="11189677" cy="5191892"/>
              </a:xfrm>
            </p:spPr>
            <p:txBody>
              <a:bodyPr>
                <a:normAutofit/>
              </a:bodyPr>
              <a:lstStyle/>
              <a:p>
                <a:r>
                  <a:rPr lang="en-US" dirty="0"/>
                  <a:t>Before seeing the data we may have prior knowledge.</a:t>
                </a:r>
              </a:p>
              <a:p>
                <a:r>
                  <a:rPr lang="en-US" dirty="0"/>
                  <a:t>For example:</a:t>
                </a:r>
              </a:p>
              <a:p>
                <a:pPr lvl="1"/>
                <a:r>
                  <a:rPr lang="en-US" dirty="0"/>
                  <a:t>From previous studies we might expect the event rate to be very low.</a:t>
                </a:r>
              </a:p>
              <a:p>
                <a:pPr lvl="1"/>
                <a:r>
                  <a:rPr lang="en-US" dirty="0"/>
                  <a:t>This belief can be represented with a prior distribution.</a:t>
                </a:r>
              </a:p>
              <a:p>
                <a:r>
                  <a:rPr lang="en-US" dirty="0"/>
                  <a:t>Example:</a:t>
                </a:r>
              </a:p>
              <a:p>
                <a:pPr marL="0" indent="0">
                  <a:buNone/>
                </a:pPr>
                <a:r>
                  <a:rPr lang="en-US" sz="2400" dirty="0"/>
                  <a:t>			</a:t>
                </a:r>
                <a14:m>
                  <m:oMath xmlns:m="http://schemas.openxmlformats.org/officeDocument/2006/math">
                    <m:r>
                      <a:rPr lang="en-US" sz="2400" i="1">
                        <a:latin typeface="Cambria Math" panose="02040503050406030204" pitchFamily="18" charset="0"/>
                      </a:rPr>
                      <m:t>𝜃</m:t>
                    </m:r>
                    <m:r>
                      <a:rPr lang="en-US" sz="2400">
                        <a:latin typeface="Cambria Math" panose="02040503050406030204" pitchFamily="18" charset="0"/>
                      </a:rPr>
                      <m:t>∼</m:t>
                    </m:r>
                    <m:r>
                      <a:rPr lang="en-US" sz="2400" i="1">
                        <a:latin typeface="Cambria Math" panose="02040503050406030204" pitchFamily="18" charset="0"/>
                      </a:rPr>
                      <m:t>𝐵𝑒𝑡𝑎</m:t>
                    </m:r>
                    <m:d>
                      <m:dPr>
                        <m:sepChr m:val=","/>
                        <m:ctrlPr>
                          <a:rPr lang="ar-AE" sz="2400" i="1">
                            <a:latin typeface="Cambria Math" panose="02040503050406030204" pitchFamily="18" charset="0"/>
                          </a:rPr>
                        </m:ctrlPr>
                      </m:dPr>
                      <m:e>
                        <m:r>
                          <a:rPr lang="ar-AE" sz="2400">
                            <a:latin typeface="Cambria Math" panose="02040503050406030204" pitchFamily="18" charset="0"/>
                          </a:rPr>
                          <m:t>1</m:t>
                        </m:r>
                      </m:e>
                      <m:e>
                        <m:r>
                          <a:rPr lang="ar-AE" sz="2400">
                            <a:latin typeface="Cambria Math" panose="02040503050406030204" pitchFamily="18" charset="0"/>
                          </a:rPr>
                          <m:t>199</m:t>
                        </m:r>
                      </m:e>
                    </m:d>
                  </m:oMath>
                </a14:m>
                <a:endParaRPr lang="ar-AE" sz="2400" dirty="0"/>
              </a:p>
              <a:p>
                <a:r>
                  <a:rPr lang="en-US" dirty="0"/>
                  <a:t>Prior mean:</a:t>
                </a:r>
              </a:p>
              <a:p>
                <a:pPr marL="0" indent="0">
                  <a:buNone/>
                </a:pPr>
                <a:r>
                  <a:rPr lang="en-US" dirty="0"/>
                  <a:t>				</a:t>
                </a:r>
                <a14:m>
                  <m:oMath xmlns:m="http://schemas.openxmlformats.org/officeDocument/2006/math">
                    <m:r>
                      <a:rPr lang="en-US" sz="2400">
                        <a:latin typeface="Cambria Math" panose="02040503050406030204" pitchFamily="18" charset="0"/>
                      </a:rPr>
                      <m:t>0</m:t>
                    </m:r>
                    <m:r>
                      <a:rPr lang="en-US" sz="2400">
                        <a:latin typeface="Cambria Math" panose="02040503050406030204" pitchFamily="18" charset="0"/>
                      </a:rPr>
                      <m:t>.</m:t>
                    </m:r>
                    <m:r>
                      <a:rPr lang="en-US" sz="2400">
                        <a:latin typeface="Cambria Math" panose="02040503050406030204" pitchFamily="18" charset="0"/>
                      </a:rPr>
                      <m:t>005</m:t>
                    </m:r>
                  </m:oMath>
                </a14:m>
                <a:endParaRPr lang="en-US" dirty="0"/>
              </a:p>
            </p:txBody>
          </p:sp>
        </mc:Choice>
        <mc:Fallback xmlns="">
          <p:sp>
            <p:nvSpPr>
              <p:cNvPr id="3" name="Content Placeholder 2">
                <a:extLst>
                  <a:ext uri="{FF2B5EF4-FFF2-40B4-BE49-F238E27FC236}">
                    <a16:creationId xmlns:a16="http://schemas.microsoft.com/office/drawing/2014/main" id="{3FAEAF1C-794B-6FD7-5CF5-569F2F12F994}"/>
                  </a:ext>
                </a:extLst>
              </p:cNvPr>
              <p:cNvSpPr>
                <a:spLocks noGrp="1" noRot="1" noChangeAspect="1" noMove="1" noResize="1" noEditPoints="1" noAdjustHandles="1" noChangeArrowheads="1" noChangeShapeType="1" noTextEdit="1"/>
              </p:cNvSpPr>
              <p:nvPr>
                <p:ph idx="1"/>
              </p:nvPr>
            </p:nvSpPr>
            <p:spPr>
              <a:xfrm>
                <a:off x="656492" y="1380595"/>
                <a:ext cx="11189677" cy="5191892"/>
              </a:xfrm>
              <a:blipFill>
                <a:blip r:embed="rId3"/>
                <a:stretch>
                  <a:fillRect l="-981" t="-1878"/>
                </a:stretch>
              </a:blipFill>
            </p:spPr>
            <p:txBody>
              <a:bodyPr/>
              <a:lstStyle/>
              <a:p>
                <a:r>
                  <a:rPr lang="he-IL">
                    <a:noFill/>
                  </a:rPr>
                  <a:t> </a:t>
                </a:r>
              </a:p>
            </p:txBody>
          </p:sp>
        </mc:Fallback>
      </mc:AlternateContent>
      <p:sp>
        <p:nvSpPr>
          <p:cNvPr id="11" name="Content Placeholder 2">
            <a:extLst>
              <a:ext uri="{FF2B5EF4-FFF2-40B4-BE49-F238E27FC236}">
                <a16:creationId xmlns:a16="http://schemas.microsoft.com/office/drawing/2014/main" id="{C6625994-3C67-AAE1-DA27-202B5F94E81F}"/>
              </a:ext>
            </a:extLst>
          </p:cNvPr>
          <p:cNvSpPr txBox="1">
            <a:spLocks/>
          </p:cNvSpPr>
          <p:nvPr/>
        </p:nvSpPr>
        <p:spPr>
          <a:xfrm>
            <a:off x="461062" y="2129132"/>
            <a:ext cx="10881852" cy="537870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Char char="§"/>
            </a:pPr>
            <a:endParaRPr lang="en-US" dirty="0"/>
          </a:p>
          <a:p>
            <a:pPr>
              <a:lnSpc>
                <a:spcPct val="150000"/>
              </a:lnSpc>
              <a:buFont typeface="Wingdings" panose="05000000000000000000" pitchFamily="2" charset="2"/>
              <a:buChar char="§"/>
            </a:pPr>
            <a:endParaRPr lang="en-GB" dirty="0">
              <a:highlight>
                <a:srgbClr val="FFFF00"/>
              </a:highlight>
            </a:endParaRPr>
          </a:p>
        </p:txBody>
      </p:sp>
      <p:sp>
        <p:nvSpPr>
          <p:cNvPr id="4" name="מציין מיקום של מספר שקופית 3">
            <a:extLst>
              <a:ext uri="{FF2B5EF4-FFF2-40B4-BE49-F238E27FC236}">
                <a16:creationId xmlns:a16="http://schemas.microsoft.com/office/drawing/2014/main" id="{E36F8739-84FC-A10B-D3C7-419B56421CA2}"/>
              </a:ext>
            </a:extLst>
          </p:cNvPr>
          <p:cNvSpPr>
            <a:spLocks noGrp="1"/>
          </p:cNvSpPr>
          <p:nvPr>
            <p:ph type="sldNum" sz="quarter" idx="12"/>
          </p:nvPr>
        </p:nvSpPr>
        <p:spPr/>
        <p:txBody>
          <a:bodyPr/>
          <a:lstStyle/>
          <a:p>
            <a:fld id="{B6796F57-8306-40D4-9229-37A3D19F0B5F}" type="slidenum">
              <a:rPr lang="LID4096" smtClean="0"/>
              <a:t>24</a:t>
            </a:fld>
            <a:endParaRPr lang="LID4096"/>
          </a:p>
        </p:txBody>
      </p:sp>
      <p:pic>
        <p:nvPicPr>
          <p:cNvPr id="1026" name="Picture 2">
            <a:extLst>
              <a:ext uri="{FF2B5EF4-FFF2-40B4-BE49-F238E27FC236}">
                <a16:creationId xmlns:a16="http://schemas.microsoft.com/office/drawing/2014/main" id="{5C55BF49-4B29-5AC1-D7AE-B88CFD6F815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74493" y="3233585"/>
            <a:ext cx="5271884" cy="34878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9305069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973260-88F9-64AE-78BF-6E0D5242725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785298-2888-11F5-6E8D-C25E0425A6A0}"/>
              </a:ext>
            </a:extLst>
          </p:cNvPr>
          <p:cNvSpPr>
            <a:spLocks noGrp="1"/>
          </p:cNvSpPr>
          <p:nvPr>
            <p:ph type="title"/>
          </p:nvPr>
        </p:nvSpPr>
        <p:spPr>
          <a:xfrm>
            <a:off x="838200" y="20997"/>
            <a:ext cx="10515600" cy="1325563"/>
          </a:xfrm>
        </p:spPr>
        <p:txBody>
          <a:bodyPr/>
          <a:lstStyle/>
          <a:p>
            <a:r>
              <a:rPr lang="en-US" dirty="0"/>
              <a:t>Applying Bayes to our example</a:t>
            </a:r>
            <a:endParaRPr lang="LID4096"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679F2D5-89EF-6991-19D5-6E53D059FACA}"/>
                  </a:ext>
                </a:extLst>
              </p:cNvPr>
              <p:cNvSpPr>
                <a:spLocks noGrp="1"/>
              </p:cNvSpPr>
              <p:nvPr>
                <p:ph idx="1"/>
              </p:nvPr>
            </p:nvSpPr>
            <p:spPr>
              <a:xfrm>
                <a:off x="656493" y="1380595"/>
                <a:ext cx="6747608" cy="5191892"/>
              </a:xfrm>
            </p:spPr>
            <p:txBody>
              <a:bodyPr>
                <a:normAutofit/>
              </a:bodyPr>
              <a:lstStyle/>
              <a:p>
                <a:r>
                  <a:rPr lang="en-US" dirty="0"/>
                  <a:t>Combining prior and likelihood:</a:t>
                </a:r>
                <a:br>
                  <a:rPr lang="en-US" dirty="0"/>
                </a:br>
                <a:endParaRPr lang="en-US" dirty="0"/>
              </a:p>
              <a:p>
                <a:pPr marL="0" indent="0">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𝑃</m:t>
                      </m:r>
                      <m:d>
                        <m:dPr>
                          <m:ctrlPr>
                            <a:rPr lang="ar-AE" i="1">
                              <a:latin typeface="Cambria Math" panose="02040503050406030204" pitchFamily="18" charset="0"/>
                            </a:rPr>
                          </m:ctrlPr>
                        </m:dPr>
                        <m:e>
                          <m:r>
                            <a:rPr lang="ar-AE" i="1">
                              <a:latin typeface="Cambria Math" panose="02040503050406030204" pitchFamily="18" charset="0"/>
                            </a:rPr>
                            <m:t>𝜃</m:t>
                          </m:r>
                          <m:r>
                            <a:rPr lang="ar-AE">
                              <a:latin typeface="Cambria Math" panose="02040503050406030204" pitchFamily="18" charset="0"/>
                            </a:rPr>
                            <m:t>∣</m:t>
                          </m:r>
                          <m:r>
                            <a:rPr lang="ar-AE" i="1">
                              <a:latin typeface="Cambria Math" panose="02040503050406030204" pitchFamily="18" charset="0"/>
                            </a:rPr>
                            <m:t>𝑑𝑎𝑡𝑎</m:t>
                          </m:r>
                        </m:e>
                      </m:d>
                    </m:oMath>
                  </m:oMathPara>
                </a14:m>
                <a:endParaRPr lang="ar-AE" dirty="0"/>
              </a:p>
              <a:p>
                <a:r>
                  <a:rPr lang="en-US" dirty="0"/>
                  <a:t>Posterior distribution:</a:t>
                </a:r>
                <a:br>
                  <a:rPr lang="en-US" dirty="0"/>
                </a:br>
                <a:endParaRPr lang="en-US" dirty="0"/>
              </a:p>
              <a:p>
                <a:pPr marL="914400" lvl="2" indent="0">
                  <a:buNone/>
                </a:pPr>
                <a14:m>
                  <m:oMathPara xmlns:m="http://schemas.openxmlformats.org/officeDocument/2006/math">
                    <m:oMathParaPr>
                      <m:jc m:val="centerGroup"/>
                    </m:oMathParaPr>
                    <m:oMath xmlns:m="http://schemas.openxmlformats.org/officeDocument/2006/math">
                      <m:r>
                        <a:rPr lang="en-US" sz="2800" i="1">
                          <a:latin typeface="Cambria Math" panose="02040503050406030204" pitchFamily="18" charset="0"/>
                        </a:rPr>
                        <m:t>𝜃</m:t>
                      </m:r>
                      <m:r>
                        <a:rPr lang="en-US" sz="2800">
                          <a:latin typeface="Cambria Math" panose="02040503050406030204" pitchFamily="18" charset="0"/>
                        </a:rPr>
                        <m:t>∼</m:t>
                      </m:r>
                      <m:r>
                        <a:rPr lang="en-US" sz="2800" i="1">
                          <a:latin typeface="Cambria Math" panose="02040503050406030204" pitchFamily="18" charset="0"/>
                        </a:rPr>
                        <m:t>𝐵𝑒𝑡𝑎</m:t>
                      </m:r>
                      <m:d>
                        <m:dPr>
                          <m:sepChr m:val=","/>
                          <m:ctrlPr>
                            <a:rPr lang="ar-AE" sz="2800" i="1">
                              <a:latin typeface="Cambria Math" panose="02040503050406030204" pitchFamily="18" charset="0"/>
                            </a:rPr>
                          </m:ctrlPr>
                        </m:dPr>
                        <m:e>
                          <m:r>
                            <a:rPr lang="ar-AE" sz="2800">
                              <a:latin typeface="Cambria Math" panose="02040503050406030204" pitchFamily="18" charset="0"/>
                            </a:rPr>
                            <m:t>4</m:t>
                          </m:r>
                        </m:e>
                        <m:e>
                          <m:r>
                            <a:rPr lang="ar-AE" sz="2800">
                              <a:latin typeface="Cambria Math" panose="02040503050406030204" pitchFamily="18" charset="0"/>
                            </a:rPr>
                            <m:t>216</m:t>
                          </m:r>
                        </m:e>
                      </m:d>
                    </m:oMath>
                  </m:oMathPara>
                </a14:m>
                <a:endParaRPr lang="ar-AE" dirty="0"/>
              </a:p>
              <a:p>
                <a:r>
                  <a:rPr lang="en-US" dirty="0"/>
                  <a:t>Posterior mean:</a:t>
                </a:r>
              </a:p>
              <a:p>
                <a:pPr marL="914400" lvl="2" indent="0">
                  <a:buNone/>
                </a:pPr>
                <a:r>
                  <a:rPr lang="en-US" sz="2800" dirty="0"/>
                  <a:t>≈ </a:t>
                </a:r>
                <a:r>
                  <a:rPr lang="en-US" sz="2800" b="1" dirty="0"/>
                  <a:t>1.8%</a:t>
                </a:r>
                <a:endParaRPr lang="en-US" sz="2800" dirty="0"/>
              </a:p>
            </p:txBody>
          </p:sp>
        </mc:Choice>
        <mc:Fallback xmlns="">
          <p:sp>
            <p:nvSpPr>
              <p:cNvPr id="3" name="Content Placeholder 2">
                <a:extLst>
                  <a:ext uri="{FF2B5EF4-FFF2-40B4-BE49-F238E27FC236}">
                    <a16:creationId xmlns:a16="http://schemas.microsoft.com/office/drawing/2014/main" id="{3679F2D5-89EF-6991-19D5-6E53D059FACA}"/>
                  </a:ext>
                </a:extLst>
              </p:cNvPr>
              <p:cNvSpPr>
                <a:spLocks noGrp="1" noRot="1" noChangeAspect="1" noMove="1" noResize="1" noEditPoints="1" noAdjustHandles="1" noChangeArrowheads="1" noChangeShapeType="1" noTextEdit="1"/>
              </p:cNvSpPr>
              <p:nvPr>
                <p:ph idx="1"/>
              </p:nvPr>
            </p:nvSpPr>
            <p:spPr>
              <a:xfrm>
                <a:off x="656493" y="1380595"/>
                <a:ext cx="6747608" cy="5191892"/>
              </a:xfrm>
              <a:blipFill>
                <a:blip r:embed="rId3"/>
                <a:stretch>
                  <a:fillRect l="-1626" t="-1878"/>
                </a:stretch>
              </a:blipFill>
            </p:spPr>
            <p:txBody>
              <a:bodyPr/>
              <a:lstStyle/>
              <a:p>
                <a:r>
                  <a:rPr lang="he-IL">
                    <a:noFill/>
                  </a:rPr>
                  <a:t> </a:t>
                </a:r>
              </a:p>
            </p:txBody>
          </p:sp>
        </mc:Fallback>
      </mc:AlternateContent>
      <p:sp>
        <p:nvSpPr>
          <p:cNvPr id="4" name="מציין מיקום של מספר שקופית 3">
            <a:extLst>
              <a:ext uri="{FF2B5EF4-FFF2-40B4-BE49-F238E27FC236}">
                <a16:creationId xmlns:a16="http://schemas.microsoft.com/office/drawing/2014/main" id="{BE2CA2BA-41F1-D347-2E06-011ABC535B27}"/>
              </a:ext>
            </a:extLst>
          </p:cNvPr>
          <p:cNvSpPr>
            <a:spLocks noGrp="1"/>
          </p:cNvSpPr>
          <p:nvPr>
            <p:ph type="sldNum" sz="quarter" idx="12"/>
          </p:nvPr>
        </p:nvSpPr>
        <p:spPr/>
        <p:txBody>
          <a:bodyPr/>
          <a:lstStyle/>
          <a:p>
            <a:fld id="{B6796F57-8306-40D4-9229-37A3D19F0B5F}" type="slidenum">
              <a:rPr lang="LID4096" smtClean="0"/>
              <a:t>25</a:t>
            </a:fld>
            <a:endParaRPr lang="LID4096"/>
          </a:p>
        </p:txBody>
      </p:sp>
      <p:pic>
        <p:nvPicPr>
          <p:cNvPr id="2050" name="Picture 2">
            <a:extLst>
              <a:ext uri="{FF2B5EF4-FFF2-40B4-BE49-F238E27FC236}">
                <a16:creationId xmlns:a16="http://schemas.microsoft.com/office/drawing/2014/main" id="{DDD9FC1C-FFEE-62FB-AF64-01709BC608C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12076" y="2248465"/>
            <a:ext cx="6208995" cy="41078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9774533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B3D8DF-03AF-CF09-2561-954853FA772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27CA59D-C158-1AF3-D678-4D361EFF7D4E}"/>
              </a:ext>
            </a:extLst>
          </p:cNvPr>
          <p:cNvSpPr>
            <a:spLocks noGrp="1"/>
          </p:cNvSpPr>
          <p:nvPr>
            <p:ph type="title"/>
          </p:nvPr>
        </p:nvSpPr>
        <p:spPr>
          <a:xfrm>
            <a:off x="838200" y="20997"/>
            <a:ext cx="10515600" cy="1325563"/>
          </a:xfrm>
        </p:spPr>
        <p:txBody>
          <a:bodyPr/>
          <a:lstStyle/>
          <a:p>
            <a:r>
              <a:rPr lang="en-US" dirty="0"/>
              <a:t>Applying Bayes to our example</a:t>
            </a:r>
            <a:endParaRPr lang="LID4096" dirty="0"/>
          </a:p>
        </p:txBody>
      </p:sp>
      <p:sp>
        <p:nvSpPr>
          <p:cNvPr id="3" name="Content Placeholder 2">
            <a:extLst>
              <a:ext uri="{FF2B5EF4-FFF2-40B4-BE49-F238E27FC236}">
                <a16:creationId xmlns:a16="http://schemas.microsoft.com/office/drawing/2014/main" id="{A5DB2DE9-0F7A-13F6-1E37-DFDF98240E89}"/>
              </a:ext>
            </a:extLst>
          </p:cNvPr>
          <p:cNvSpPr>
            <a:spLocks noGrp="1"/>
          </p:cNvSpPr>
          <p:nvPr>
            <p:ph idx="1"/>
          </p:nvPr>
        </p:nvSpPr>
        <p:spPr>
          <a:xfrm>
            <a:off x="656492" y="1380594"/>
            <a:ext cx="11189677" cy="5210705"/>
          </a:xfrm>
        </p:spPr>
        <p:txBody>
          <a:bodyPr>
            <a:normAutofit fontScale="92500" lnSpcReduction="10000"/>
          </a:bodyPr>
          <a:lstStyle/>
          <a:p>
            <a:pPr marL="0" indent="0">
              <a:buNone/>
            </a:pPr>
            <a:r>
              <a:rPr lang="en-US" sz="3000" dirty="0"/>
              <a:t>Interpretation: </a:t>
            </a:r>
          </a:p>
          <a:p>
            <a:r>
              <a:rPr lang="en-US" dirty="0"/>
              <a:t>Prior expectation:</a:t>
            </a:r>
          </a:p>
          <a:p>
            <a:pPr lvl="1"/>
            <a:r>
              <a:rPr lang="en-US" dirty="0"/>
              <a:t>Extremely rare (&lt;1%) </a:t>
            </a:r>
          </a:p>
          <a:p>
            <a:pPr lvl="1"/>
            <a:r>
              <a:rPr lang="en-US" dirty="0"/>
              <a:t>The inflammatory reaction after a surgery is rare</a:t>
            </a:r>
          </a:p>
          <a:p>
            <a:pPr marL="0" indent="0">
              <a:buNone/>
            </a:pPr>
            <a:endParaRPr lang="en-US" dirty="0"/>
          </a:p>
          <a:p>
            <a:r>
              <a:rPr lang="en-US" dirty="0"/>
              <a:t>Observed pilot data:</a:t>
            </a:r>
          </a:p>
          <a:p>
            <a:pPr lvl="1"/>
            <a:r>
              <a:rPr lang="en-US" dirty="0"/>
              <a:t>3 of 20 patients affected. </a:t>
            </a:r>
          </a:p>
          <a:p>
            <a:pPr marL="457200" lvl="1" indent="0">
              <a:buNone/>
            </a:pPr>
            <a:endParaRPr lang="en-US" dirty="0"/>
          </a:p>
          <a:p>
            <a:r>
              <a:rPr lang="en-US" dirty="0"/>
              <a:t>Posterior conclusion:</a:t>
            </a:r>
          </a:p>
          <a:p>
            <a:pPr lvl="1"/>
            <a:r>
              <a:rPr lang="en-US" dirty="0"/>
              <a:t>The estimated incidence increases, but remains </a:t>
            </a:r>
            <a:r>
              <a:rPr lang="en-US" b="1" dirty="0"/>
              <a:t>low (~2%)</a:t>
            </a:r>
            <a:r>
              <a:rPr lang="en-US" dirty="0"/>
              <a:t>.</a:t>
            </a:r>
          </a:p>
          <a:p>
            <a:endParaRPr lang="en-US" dirty="0"/>
          </a:p>
          <a:p>
            <a:r>
              <a:rPr lang="en-US" dirty="0"/>
              <a:t>However:</a:t>
            </a:r>
          </a:p>
          <a:p>
            <a:pPr lvl="1"/>
            <a:r>
              <a:rPr lang="en-US" dirty="0"/>
              <a:t>The data are </a:t>
            </a:r>
            <a:r>
              <a:rPr lang="en-US" b="1" dirty="0"/>
              <a:t>concerning relative to prior expectations</a:t>
            </a:r>
            <a:r>
              <a:rPr lang="en-US" dirty="0"/>
              <a:t>.</a:t>
            </a:r>
          </a:p>
        </p:txBody>
      </p:sp>
      <p:sp>
        <p:nvSpPr>
          <p:cNvPr id="11" name="Content Placeholder 2">
            <a:extLst>
              <a:ext uri="{FF2B5EF4-FFF2-40B4-BE49-F238E27FC236}">
                <a16:creationId xmlns:a16="http://schemas.microsoft.com/office/drawing/2014/main" id="{15AB50C6-4B89-D4C0-F3EC-CB7395D65A02}"/>
              </a:ext>
            </a:extLst>
          </p:cNvPr>
          <p:cNvSpPr txBox="1">
            <a:spLocks/>
          </p:cNvSpPr>
          <p:nvPr/>
        </p:nvSpPr>
        <p:spPr>
          <a:xfrm>
            <a:off x="461062" y="2129132"/>
            <a:ext cx="10881852" cy="537870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Char char="§"/>
            </a:pPr>
            <a:endParaRPr lang="en-US" dirty="0"/>
          </a:p>
          <a:p>
            <a:pPr>
              <a:lnSpc>
                <a:spcPct val="150000"/>
              </a:lnSpc>
              <a:buFont typeface="Wingdings" panose="05000000000000000000" pitchFamily="2" charset="2"/>
              <a:buChar char="§"/>
            </a:pPr>
            <a:endParaRPr lang="en-GB" dirty="0">
              <a:highlight>
                <a:srgbClr val="FFFF00"/>
              </a:highlight>
            </a:endParaRPr>
          </a:p>
        </p:txBody>
      </p:sp>
      <p:sp>
        <p:nvSpPr>
          <p:cNvPr id="4" name="מציין מיקום של מספר שקופית 3">
            <a:extLst>
              <a:ext uri="{FF2B5EF4-FFF2-40B4-BE49-F238E27FC236}">
                <a16:creationId xmlns:a16="http://schemas.microsoft.com/office/drawing/2014/main" id="{162BFCAC-A666-F284-6953-9D514D068A82}"/>
              </a:ext>
            </a:extLst>
          </p:cNvPr>
          <p:cNvSpPr>
            <a:spLocks noGrp="1"/>
          </p:cNvSpPr>
          <p:nvPr>
            <p:ph type="sldNum" sz="quarter" idx="12"/>
          </p:nvPr>
        </p:nvSpPr>
        <p:spPr/>
        <p:txBody>
          <a:bodyPr/>
          <a:lstStyle/>
          <a:p>
            <a:fld id="{B6796F57-8306-40D4-9229-37A3D19F0B5F}" type="slidenum">
              <a:rPr lang="LID4096" smtClean="0"/>
              <a:t>26</a:t>
            </a:fld>
            <a:endParaRPr lang="LID4096"/>
          </a:p>
        </p:txBody>
      </p:sp>
      <mc:AlternateContent xmlns:mc="http://schemas.openxmlformats.org/markup-compatibility/2006">
        <mc:Choice xmlns:a14="http://schemas.microsoft.com/office/drawing/2010/main" Requires="a14">
          <p:sp>
            <p:nvSpPr>
              <p:cNvPr id="6" name="תיבת טקסט 5">
                <a:extLst>
                  <a:ext uri="{FF2B5EF4-FFF2-40B4-BE49-F238E27FC236}">
                    <a16:creationId xmlns:a16="http://schemas.microsoft.com/office/drawing/2014/main" id="{6D7C1E79-B28F-C250-13E9-908681C27D7A}"/>
                  </a:ext>
                </a:extLst>
              </p:cNvPr>
              <p:cNvSpPr txBox="1"/>
              <p:nvPr/>
            </p:nvSpPr>
            <p:spPr>
              <a:xfrm>
                <a:off x="2673243" y="1042316"/>
                <a:ext cx="6096000"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𝑧</m:t>
                      </m:r>
                      <m:r>
                        <a:rPr lang="en-US">
                          <a:latin typeface="Cambria Math" panose="02040503050406030204" pitchFamily="18" charset="0"/>
                        </a:rPr>
                        <m:t>∼</m:t>
                      </m:r>
                      <m:r>
                        <a:rPr lang="en-US" i="1">
                          <a:latin typeface="Cambria Math" panose="02040503050406030204" pitchFamily="18" charset="0"/>
                        </a:rPr>
                        <m:t>𝐵𝑖𝑛𝑜𝑚𝑖𝑎𝑙</m:t>
                      </m:r>
                      <m:d>
                        <m:dPr>
                          <m:sepChr m:val=","/>
                          <m:ctrlPr>
                            <a:rPr lang="ar-AE" i="1">
                              <a:latin typeface="Cambria Math" panose="02040503050406030204" pitchFamily="18" charset="0"/>
                            </a:rPr>
                          </m:ctrlPr>
                        </m:dPr>
                        <m:e>
                          <m:r>
                            <a:rPr lang="ar-AE" i="1">
                              <a:latin typeface="Cambria Math" panose="02040503050406030204" pitchFamily="18" charset="0"/>
                            </a:rPr>
                            <m:t>𝑛</m:t>
                          </m:r>
                        </m:e>
                        <m:e>
                          <m:r>
                            <a:rPr lang="ar-AE" i="1">
                              <a:latin typeface="Cambria Math" panose="02040503050406030204" pitchFamily="18" charset="0"/>
                            </a:rPr>
                            <m:t>𝜃</m:t>
                          </m:r>
                        </m:e>
                      </m:d>
                    </m:oMath>
                  </m:oMathPara>
                </a14:m>
                <a:endParaRPr lang="he-IL" dirty="0"/>
              </a:p>
            </p:txBody>
          </p:sp>
        </mc:Choice>
        <mc:Fallback>
          <p:sp>
            <p:nvSpPr>
              <p:cNvPr id="6" name="תיבת טקסט 5">
                <a:extLst>
                  <a:ext uri="{FF2B5EF4-FFF2-40B4-BE49-F238E27FC236}">
                    <a16:creationId xmlns:a16="http://schemas.microsoft.com/office/drawing/2014/main" id="{6D7C1E79-B28F-C250-13E9-908681C27D7A}"/>
                  </a:ext>
                </a:extLst>
              </p:cNvPr>
              <p:cNvSpPr txBox="1">
                <a:spLocks noRot="1" noChangeAspect="1" noMove="1" noResize="1" noEditPoints="1" noAdjustHandles="1" noChangeArrowheads="1" noChangeShapeType="1" noTextEdit="1"/>
              </p:cNvSpPr>
              <p:nvPr/>
            </p:nvSpPr>
            <p:spPr>
              <a:xfrm>
                <a:off x="2673243" y="1042316"/>
                <a:ext cx="6096000" cy="369332"/>
              </a:xfrm>
              <a:prstGeom prst="rect">
                <a:avLst/>
              </a:prstGeom>
              <a:blipFill>
                <a:blip r:embed="rId3"/>
                <a:stretch>
                  <a:fillRect/>
                </a:stretch>
              </a:blipFill>
            </p:spPr>
            <p:txBody>
              <a:bodyPr/>
              <a:lstStyle/>
              <a:p>
                <a:r>
                  <a:rPr lang="he-IL">
                    <a:noFill/>
                  </a:rPr>
                  <a:t> </a:t>
                </a:r>
              </a:p>
            </p:txBody>
          </p:sp>
        </mc:Fallback>
      </mc:AlternateContent>
      <mc:AlternateContent xmlns:mc="http://schemas.openxmlformats.org/markup-compatibility/2006">
        <mc:Choice xmlns:a14="http://schemas.microsoft.com/office/drawing/2010/main" Requires="a14">
          <p:sp>
            <p:nvSpPr>
              <p:cNvPr id="8" name="תיבת טקסט 7">
                <a:extLst>
                  <a:ext uri="{FF2B5EF4-FFF2-40B4-BE49-F238E27FC236}">
                    <a16:creationId xmlns:a16="http://schemas.microsoft.com/office/drawing/2014/main" id="{F6737DCF-E79E-EC96-9724-A06E335D9E12}"/>
                  </a:ext>
                </a:extLst>
              </p:cNvPr>
              <p:cNvSpPr txBox="1"/>
              <p:nvPr/>
            </p:nvSpPr>
            <p:spPr>
              <a:xfrm>
                <a:off x="3866132" y="2207109"/>
                <a:ext cx="6175512" cy="646331"/>
              </a:xfrm>
              <a:prstGeom prst="rect">
                <a:avLst/>
              </a:prstGeom>
              <a:noFill/>
            </p:spPr>
            <p:txBody>
              <a:bodyPr wrap="square">
                <a:spAutoFit/>
              </a:bodyPr>
              <a:lstStyle/>
              <a:p>
                <a:pPr marL="0" indent="0">
                  <a:buNone/>
                </a:pPr>
                <a:r>
                  <a:rPr lang="en-US" sz="1800" dirty="0"/>
                  <a:t>			</a:t>
                </a:r>
                <a14:m>
                  <m:oMath xmlns:m="http://schemas.openxmlformats.org/officeDocument/2006/math">
                    <m:r>
                      <a:rPr lang="en-US" sz="1800" i="1">
                        <a:latin typeface="Cambria Math" panose="02040503050406030204" pitchFamily="18" charset="0"/>
                      </a:rPr>
                      <m:t>𝜃</m:t>
                    </m:r>
                    <m:r>
                      <a:rPr lang="en-US" sz="1800">
                        <a:latin typeface="Cambria Math" panose="02040503050406030204" pitchFamily="18" charset="0"/>
                      </a:rPr>
                      <m:t>∼</m:t>
                    </m:r>
                    <m:r>
                      <a:rPr lang="en-US" sz="1800" i="1">
                        <a:latin typeface="Cambria Math" panose="02040503050406030204" pitchFamily="18" charset="0"/>
                      </a:rPr>
                      <m:t>𝐵𝑒𝑡𝑎</m:t>
                    </m:r>
                    <m:d>
                      <m:dPr>
                        <m:sepChr m:val=","/>
                        <m:ctrlPr>
                          <a:rPr lang="ar-AE" sz="1800" i="1">
                            <a:latin typeface="Cambria Math" panose="02040503050406030204" pitchFamily="18" charset="0"/>
                          </a:rPr>
                        </m:ctrlPr>
                      </m:dPr>
                      <m:e>
                        <m:r>
                          <a:rPr lang="ar-AE" sz="1800">
                            <a:latin typeface="Cambria Math" panose="02040503050406030204" pitchFamily="18" charset="0"/>
                          </a:rPr>
                          <m:t>1</m:t>
                        </m:r>
                      </m:e>
                      <m:e>
                        <m:r>
                          <a:rPr lang="ar-AE" sz="1800">
                            <a:latin typeface="Cambria Math" panose="02040503050406030204" pitchFamily="18" charset="0"/>
                          </a:rPr>
                          <m:t>199</m:t>
                        </m:r>
                      </m:e>
                    </m:d>
                  </m:oMath>
                </a14:m>
                <a:endParaRPr lang="en-US" sz="1800" dirty="0"/>
              </a:p>
              <a:p>
                <a:r>
                  <a:rPr lang="en-US" dirty="0"/>
                  <a:t>				</a:t>
                </a:r>
                <a14:m>
                  <m:oMath xmlns:m="http://schemas.openxmlformats.org/officeDocument/2006/math">
                    <m:r>
                      <a:rPr lang="en-US">
                        <a:latin typeface="Cambria Math" panose="02040503050406030204" pitchFamily="18" charset="0"/>
                      </a:rPr>
                      <m:t>0</m:t>
                    </m:r>
                    <m:r>
                      <a:rPr lang="en-US">
                        <a:latin typeface="Cambria Math" panose="02040503050406030204" pitchFamily="18" charset="0"/>
                      </a:rPr>
                      <m:t>.</m:t>
                    </m:r>
                    <m:r>
                      <a:rPr lang="en-US">
                        <a:latin typeface="Cambria Math" panose="02040503050406030204" pitchFamily="18" charset="0"/>
                      </a:rPr>
                      <m:t>005</m:t>
                    </m:r>
                  </m:oMath>
                </a14:m>
                <a:endParaRPr lang="en-US" dirty="0"/>
              </a:p>
            </p:txBody>
          </p:sp>
        </mc:Choice>
        <mc:Fallback>
          <p:sp>
            <p:nvSpPr>
              <p:cNvPr id="8" name="תיבת טקסט 7">
                <a:extLst>
                  <a:ext uri="{FF2B5EF4-FFF2-40B4-BE49-F238E27FC236}">
                    <a16:creationId xmlns:a16="http://schemas.microsoft.com/office/drawing/2014/main" id="{F6737DCF-E79E-EC96-9724-A06E335D9E12}"/>
                  </a:ext>
                </a:extLst>
              </p:cNvPr>
              <p:cNvSpPr txBox="1">
                <a:spLocks noRot="1" noChangeAspect="1" noMove="1" noResize="1" noEditPoints="1" noAdjustHandles="1" noChangeArrowheads="1" noChangeShapeType="1" noTextEdit="1"/>
              </p:cNvSpPr>
              <p:nvPr/>
            </p:nvSpPr>
            <p:spPr>
              <a:xfrm>
                <a:off x="3866132" y="2207109"/>
                <a:ext cx="6175512" cy="646331"/>
              </a:xfrm>
              <a:prstGeom prst="rect">
                <a:avLst/>
              </a:prstGeom>
              <a:blipFill>
                <a:blip r:embed="rId4"/>
                <a:stretch>
                  <a:fillRect/>
                </a:stretch>
              </a:blipFill>
            </p:spPr>
            <p:txBody>
              <a:bodyPr/>
              <a:lstStyle/>
              <a:p>
                <a:r>
                  <a:rPr lang="he-IL">
                    <a:noFill/>
                  </a:rPr>
                  <a:t> </a:t>
                </a:r>
              </a:p>
            </p:txBody>
          </p:sp>
        </mc:Fallback>
      </mc:AlternateContent>
      <mc:AlternateContent xmlns:mc="http://schemas.openxmlformats.org/markup-compatibility/2006">
        <mc:Choice xmlns:a14="http://schemas.microsoft.com/office/drawing/2010/main" Requires="a14">
          <p:sp>
            <p:nvSpPr>
              <p:cNvPr id="10" name="תיבת טקסט 9">
                <a:extLst>
                  <a:ext uri="{FF2B5EF4-FFF2-40B4-BE49-F238E27FC236}">
                    <a16:creationId xmlns:a16="http://schemas.microsoft.com/office/drawing/2014/main" id="{487F747B-48B4-7413-496C-480606EA45CA}"/>
                  </a:ext>
                </a:extLst>
              </p:cNvPr>
              <p:cNvSpPr txBox="1"/>
              <p:nvPr/>
            </p:nvSpPr>
            <p:spPr>
              <a:xfrm>
                <a:off x="6934200" y="4818484"/>
                <a:ext cx="6096000" cy="646331"/>
              </a:xfrm>
              <a:prstGeom prst="rect">
                <a:avLst/>
              </a:prstGeom>
              <a:noFill/>
            </p:spPr>
            <p:txBody>
              <a:bodyPr wrap="square">
                <a:spAutoFit/>
              </a:bodyPr>
              <a:lstStyle/>
              <a:p>
                <a:pPr marL="914400" lvl="2" indent="0">
                  <a:buNone/>
                </a:pPr>
                <a14:m>
                  <m:oMathPara xmlns:m="http://schemas.openxmlformats.org/officeDocument/2006/math">
                    <m:oMathParaPr>
                      <m:jc m:val="centerGroup"/>
                    </m:oMathParaPr>
                    <m:oMath xmlns:m="http://schemas.openxmlformats.org/officeDocument/2006/math">
                      <m:r>
                        <a:rPr lang="en-US" sz="1800" i="1" smtClean="0">
                          <a:latin typeface="Cambria Math" panose="02040503050406030204" pitchFamily="18" charset="0"/>
                        </a:rPr>
                        <m:t>𝜃</m:t>
                      </m:r>
                      <m:r>
                        <a:rPr lang="en-US" sz="1800">
                          <a:latin typeface="Cambria Math" panose="02040503050406030204" pitchFamily="18" charset="0"/>
                        </a:rPr>
                        <m:t>∼</m:t>
                      </m:r>
                      <m:r>
                        <a:rPr lang="en-US" sz="1800" i="1">
                          <a:latin typeface="Cambria Math" panose="02040503050406030204" pitchFamily="18" charset="0"/>
                        </a:rPr>
                        <m:t>𝐵𝑒𝑡𝑎</m:t>
                      </m:r>
                      <m:d>
                        <m:dPr>
                          <m:sepChr m:val=","/>
                          <m:ctrlPr>
                            <a:rPr lang="ar-AE" sz="1800" i="1">
                              <a:latin typeface="Cambria Math" panose="02040503050406030204" pitchFamily="18" charset="0"/>
                            </a:rPr>
                          </m:ctrlPr>
                        </m:dPr>
                        <m:e>
                          <m:r>
                            <a:rPr lang="ar-AE" sz="1800">
                              <a:latin typeface="Cambria Math" panose="02040503050406030204" pitchFamily="18" charset="0"/>
                            </a:rPr>
                            <m:t>4</m:t>
                          </m:r>
                        </m:e>
                        <m:e>
                          <m:r>
                            <a:rPr lang="ar-AE" sz="1800">
                              <a:latin typeface="Cambria Math" panose="02040503050406030204" pitchFamily="18" charset="0"/>
                            </a:rPr>
                            <m:t>216</m:t>
                          </m:r>
                        </m:e>
                      </m:d>
                    </m:oMath>
                  </m:oMathPara>
                </a14:m>
                <a:endParaRPr lang="en-US" dirty="0"/>
              </a:p>
              <a:p>
                <a:pPr marL="914400" lvl="2" indent="0">
                  <a:buNone/>
                </a:pPr>
                <a:r>
                  <a:rPr lang="en-US" dirty="0"/>
                  <a:t>		0.18</a:t>
                </a:r>
                <a:endParaRPr lang="ar-AE" dirty="0"/>
              </a:p>
            </p:txBody>
          </p:sp>
        </mc:Choice>
        <mc:Fallback>
          <p:sp>
            <p:nvSpPr>
              <p:cNvPr id="10" name="תיבת טקסט 9">
                <a:extLst>
                  <a:ext uri="{FF2B5EF4-FFF2-40B4-BE49-F238E27FC236}">
                    <a16:creationId xmlns:a16="http://schemas.microsoft.com/office/drawing/2014/main" id="{487F747B-48B4-7413-496C-480606EA45CA}"/>
                  </a:ext>
                </a:extLst>
              </p:cNvPr>
              <p:cNvSpPr txBox="1">
                <a:spLocks noRot="1" noChangeAspect="1" noMove="1" noResize="1" noEditPoints="1" noAdjustHandles="1" noChangeArrowheads="1" noChangeShapeType="1" noTextEdit="1"/>
              </p:cNvSpPr>
              <p:nvPr/>
            </p:nvSpPr>
            <p:spPr>
              <a:xfrm>
                <a:off x="6934200" y="4818484"/>
                <a:ext cx="6096000" cy="646331"/>
              </a:xfrm>
              <a:prstGeom prst="rect">
                <a:avLst/>
              </a:prstGeom>
              <a:blipFill>
                <a:blip r:embed="rId5"/>
                <a:stretch>
                  <a:fillRect b="-15094"/>
                </a:stretch>
              </a:blipFill>
            </p:spPr>
            <p:txBody>
              <a:bodyPr/>
              <a:lstStyle/>
              <a:p>
                <a:r>
                  <a:rPr lang="he-IL">
                    <a:noFill/>
                  </a:rPr>
                  <a:t> </a:t>
                </a:r>
              </a:p>
            </p:txBody>
          </p:sp>
        </mc:Fallback>
      </mc:AlternateContent>
      <mc:AlternateContent xmlns:mc="http://schemas.openxmlformats.org/markup-compatibility/2006">
        <mc:Choice xmlns:a14="http://schemas.microsoft.com/office/drawing/2010/main" Requires="a14">
          <p:sp>
            <p:nvSpPr>
              <p:cNvPr id="15" name="תיבת טקסט 14">
                <a:extLst>
                  <a:ext uri="{FF2B5EF4-FFF2-40B4-BE49-F238E27FC236}">
                    <a16:creationId xmlns:a16="http://schemas.microsoft.com/office/drawing/2014/main" id="{E472D8FA-2609-5C05-1D61-759C2EE42222}"/>
                  </a:ext>
                </a:extLst>
              </p:cNvPr>
              <p:cNvSpPr txBox="1"/>
              <p:nvPr/>
            </p:nvSpPr>
            <p:spPr>
              <a:xfrm>
                <a:off x="3548080" y="1319185"/>
                <a:ext cx="6513442" cy="369332"/>
              </a:xfrm>
              <a:prstGeom prst="rect">
                <a:avLst/>
              </a:prstGeom>
              <a:noFill/>
            </p:spPr>
            <p:txBody>
              <a:bodyPr wrap="square">
                <a:spAutoFit/>
              </a:bodyPr>
              <a:lstStyle/>
              <a:p>
                <a:pPr lvl="1"/>
                <a14:m>
                  <m:oMath xmlns:m="http://schemas.openxmlformats.org/officeDocument/2006/math">
                    <m:r>
                      <a:rPr lang="en-US" i="1" smtClean="0">
                        <a:latin typeface="Cambria Math" panose="02040503050406030204" pitchFamily="18" charset="0"/>
                      </a:rPr>
                      <m:t>𝜃</m:t>
                    </m:r>
                  </m:oMath>
                </a14:m>
                <a:r>
                  <a:rPr lang="en-US" dirty="0"/>
                  <a:t> probability that a patient experiences the event</a:t>
                </a:r>
              </a:p>
            </p:txBody>
          </p:sp>
        </mc:Choice>
        <mc:Fallback>
          <p:sp>
            <p:nvSpPr>
              <p:cNvPr id="15" name="תיבת טקסט 14">
                <a:extLst>
                  <a:ext uri="{FF2B5EF4-FFF2-40B4-BE49-F238E27FC236}">
                    <a16:creationId xmlns:a16="http://schemas.microsoft.com/office/drawing/2014/main" id="{E472D8FA-2609-5C05-1D61-759C2EE42222}"/>
                  </a:ext>
                </a:extLst>
              </p:cNvPr>
              <p:cNvSpPr txBox="1">
                <a:spLocks noRot="1" noChangeAspect="1" noMove="1" noResize="1" noEditPoints="1" noAdjustHandles="1" noChangeArrowheads="1" noChangeShapeType="1" noTextEdit="1"/>
              </p:cNvSpPr>
              <p:nvPr/>
            </p:nvSpPr>
            <p:spPr>
              <a:xfrm>
                <a:off x="3548080" y="1319185"/>
                <a:ext cx="6513442" cy="369332"/>
              </a:xfrm>
              <a:prstGeom prst="rect">
                <a:avLst/>
              </a:prstGeom>
              <a:blipFill>
                <a:blip r:embed="rId6"/>
                <a:stretch>
                  <a:fillRect t="-6557" b="-26230"/>
                </a:stretch>
              </a:blipFill>
            </p:spPr>
            <p:txBody>
              <a:bodyPr/>
              <a:lstStyle/>
              <a:p>
                <a:r>
                  <a:rPr lang="he-IL">
                    <a:noFill/>
                  </a:rPr>
                  <a:t> </a:t>
                </a:r>
              </a:p>
            </p:txBody>
          </p:sp>
        </mc:Fallback>
      </mc:AlternateContent>
    </p:spTree>
    <p:extLst>
      <p:ext uri="{BB962C8B-B14F-4D97-AF65-F5344CB8AC3E}">
        <p14:creationId xmlns:p14="http://schemas.microsoft.com/office/powerpoint/2010/main" val="31592570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3">
                                            <p:txEl>
                                              <p:pRg st="11" end="11"/>
                                            </p:tx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5"/>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6"/>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8"/>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6" grpId="0"/>
      <p:bldP spid="8" grpId="0"/>
      <p:bldP spid="10" grpId="0"/>
      <p:bldP spid="15"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FC59B2-C94F-8457-113D-9750ABA585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54E0BD2-0FFA-1060-2A3A-AE7C383B8964}"/>
              </a:ext>
            </a:extLst>
          </p:cNvPr>
          <p:cNvSpPr>
            <a:spLocks noGrp="1"/>
          </p:cNvSpPr>
          <p:nvPr>
            <p:ph type="title"/>
          </p:nvPr>
        </p:nvSpPr>
        <p:spPr>
          <a:xfrm>
            <a:off x="838200" y="20997"/>
            <a:ext cx="10515600" cy="1325563"/>
          </a:xfrm>
        </p:spPr>
        <p:txBody>
          <a:bodyPr/>
          <a:lstStyle/>
          <a:p>
            <a:r>
              <a:rPr lang="en-US" dirty="0"/>
              <a:t>Choosing Priors</a:t>
            </a:r>
            <a:endParaRPr lang="LID4096"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1260FC7-4BCE-31E1-C00B-8CCFE4CF83A1}"/>
                  </a:ext>
                </a:extLst>
              </p:cNvPr>
              <p:cNvSpPr>
                <a:spLocks noGrp="1"/>
              </p:cNvSpPr>
              <p:nvPr>
                <p:ph idx="1"/>
              </p:nvPr>
            </p:nvSpPr>
            <p:spPr>
              <a:xfrm>
                <a:off x="656492" y="1380594"/>
                <a:ext cx="11189677" cy="5210705"/>
              </a:xfrm>
            </p:spPr>
            <p:txBody>
              <a:bodyPr>
                <a:normAutofit/>
              </a:bodyPr>
              <a:lstStyle/>
              <a:p>
                <a:r>
                  <a:rPr lang="en-US" dirty="0"/>
                  <a:t>Now consider a different context -</a:t>
                </a:r>
              </a:p>
              <a:p>
                <a:r>
                  <a:rPr lang="en-US" dirty="0"/>
                  <a:t>Suppose the same data arise in a different setting.</a:t>
                </a:r>
              </a:p>
              <a:p>
                <a:pPr marL="0" indent="0">
                  <a:buNone/>
                </a:pPr>
                <a:endParaRPr lang="en-US" dirty="0"/>
              </a:p>
              <a:p>
                <a:r>
                  <a:rPr lang="en-US" dirty="0"/>
                  <a:t>Observed data remain identical:</a:t>
                </a:r>
              </a:p>
              <a:p>
                <a:pPr marL="0" indent="0">
                  <a:buNone/>
                </a:pPr>
                <a14:m>
                  <m:oMathPara xmlns:m="http://schemas.openxmlformats.org/officeDocument/2006/math">
                    <m:oMathParaPr>
                      <m:jc m:val="centerGroup"/>
                    </m:oMathParaPr>
                    <m:oMath xmlns:m="http://schemas.openxmlformats.org/officeDocument/2006/math">
                      <m:r>
                        <a:rPr lang="en-US" b="0" smtClean="0">
                          <a:latin typeface="Cambria Math" panose="02040503050406030204" pitchFamily="18" charset="0"/>
                        </a:rPr>
                        <m:t>3</m:t>
                      </m:r>
                      <m:r>
                        <a:rPr lang="en-US" b="0" smtClean="0">
                          <a:latin typeface="Cambria Math" panose="02040503050406030204" pitchFamily="18" charset="0"/>
                        </a:rPr>
                        <m:t>/</m:t>
                      </m:r>
                      <m:r>
                        <a:rPr lang="en-US" b="0" smtClean="0">
                          <a:latin typeface="Cambria Math" panose="02040503050406030204" pitchFamily="18" charset="0"/>
                        </a:rPr>
                        <m:t>20</m:t>
                      </m:r>
                    </m:oMath>
                  </m:oMathPara>
                </a14:m>
                <a:endParaRPr lang="en-US" dirty="0"/>
              </a:p>
              <a:p>
                <a:r>
                  <a:rPr lang="en-US" dirty="0"/>
                  <a:t>But our prior knowledge changes.</a:t>
                </a:r>
              </a:p>
            </p:txBody>
          </p:sp>
        </mc:Choice>
        <mc:Fallback xmlns="">
          <p:sp>
            <p:nvSpPr>
              <p:cNvPr id="3" name="Content Placeholder 2">
                <a:extLst>
                  <a:ext uri="{FF2B5EF4-FFF2-40B4-BE49-F238E27FC236}">
                    <a16:creationId xmlns:a16="http://schemas.microsoft.com/office/drawing/2014/main" id="{01260FC7-4BCE-31E1-C00B-8CCFE4CF83A1}"/>
                  </a:ext>
                </a:extLst>
              </p:cNvPr>
              <p:cNvSpPr>
                <a:spLocks noGrp="1" noRot="1" noChangeAspect="1" noMove="1" noResize="1" noEditPoints="1" noAdjustHandles="1" noChangeArrowheads="1" noChangeShapeType="1" noTextEdit="1"/>
              </p:cNvSpPr>
              <p:nvPr>
                <p:ph idx="1"/>
              </p:nvPr>
            </p:nvSpPr>
            <p:spPr>
              <a:xfrm>
                <a:off x="656492" y="1380594"/>
                <a:ext cx="11189677" cy="5210705"/>
              </a:xfrm>
              <a:blipFill>
                <a:blip r:embed="rId3"/>
                <a:stretch>
                  <a:fillRect l="-981" t="-1871"/>
                </a:stretch>
              </a:blipFill>
            </p:spPr>
            <p:txBody>
              <a:bodyPr/>
              <a:lstStyle/>
              <a:p>
                <a:r>
                  <a:rPr lang="he-IL">
                    <a:noFill/>
                  </a:rPr>
                  <a:t> </a:t>
                </a:r>
              </a:p>
            </p:txBody>
          </p:sp>
        </mc:Fallback>
      </mc:AlternateContent>
      <p:sp>
        <p:nvSpPr>
          <p:cNvPr id="11" name="Content Placeholder 2">
            <a:extLst>
              <a:ext uri="{FF2B5EF4-FFF2-40B4-BE49-F238E27FC236}">
                <a16:creationId xmlns:a16="http://schemas.microsoft.com/office/drawing/2014/main" id="{08BB7A4D-2674-9002-FC50-D55A467434C6}"/>
              </a:ext>
            </a:extLst>
          </p:cNvPr>
          <p:cNvSpPr txBox="1">
            <a:spLocks/>
          </p:cNvSpPr>
          <p:nvPr/>
        </p:nvSpPr>
        <p:spPr>
          <a:xfrm>
            <a:off x="461062" y="2129132"/>
            <a:ext cx="10881852" cy="537870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Char char="§"/>
            </a:pPr>
            <a:endParaRPr lang="en-US" dirty="0"/>
          </a:p>
          <a:p>
            <a:pPr>
              <a:lnSpc>
                <a:spcPct val="150000"/>
              </a:lnSpc>
              <a:buFont typeface="Wingdings" panose="05000000000000000000" pitchFamily="2" charset="2"/>
              <a:buChar char="§"/>
            </a:pPr>
            <a:endParaRPr lang="en-GB" dirty="0">
              <a:highlight>
                <a:srgbClr val="FFFF00"/>
              </a:highlight>
            </a:endParaRPr>
          </a:p>
        </p:txBody>
      </p:sp>
      <p:sp>
        <p:nvSpPr>
          <p:cNvPr id="4" name="מציין מיקום של מספר שקופית 3">
            <a:extLst>
              <a:ext uri="{FF2B5EF4-FFF2-40B4-BE49-F238E27FC236}">
                <a16:creationId xmlns:a16="http://schemas.microsoft.com/office/drawing/2014/main" id="{8F762A7E-FBD4-B39E-418E-CE949C129E30}"/>
              </a:ext>
            </a:extLst>
          </p:cNvPr>
          <p:cNvSpPr>
            <a:spLocks noGrp="1"/>
          </p:cNvSpPr>
          <p:nvPr>
            <p:ph type="sldNum" sz="quarter" idx="12"/>
          </p:nvPr>
        </p:nvSpPr>
        <p:spPr/>
        <p:txBody>
          <a:bodyPr/>
          <a:lstStyle/>
          <a:p>
            <a:fld id="{B6796F57-8306-40D4-9229-37A3D19F0B5F}" type="slidenum">
              <a:rPr lang="LID4096" smtClean="0"/>
              <a:t>27</a:t>
            </a:fld>
            <a:endParaRPr lang="LID4096"/>
          </a:p>
        </p:txBody>
      </p:sp>
    </p:spTree>
    <p:extLst>
      <p:ext uri="{BB962C8B-B14F-4D97-AF65-F5344CB8AC3E}">
        <p14:creationId xmlns:p14="http://schemas.microsoft.com/office/powerpoint/2010/main" val="258008031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BBD2DD-C560-F64D-3268-F341BA50990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E5ED7BC-32A7-2654-AA18-9FB2127A19BE}"/>
              </a:ext>
            </a:extLst>
          </p:cNvPr>
          <p:cNvSpPr>
            <a:spLocks noGrp="1"/>
          </p:cNvSpPr>
          <p:nvPr>
            <p:ph type="title"/>
          </p:nvPr>
        </p:nvSpPr>
        <p:spPr>
          <a:xfrm>
            <a:off x="838200" y="20997"/>
            <a:ext cx="10515600" cy="1325563"/>
          </a:xfrm>
        </p:spPr>
        <p:txBody>
          <a:bodyPr/>
          <a:lstStyle/>
          <a:p>
            <a:r>
              <a:rPr lang="en-US" dirty="0"/>
              <a:t>Applying Bayes to our example</a:t>
            </a:r>
            <a:endParaRPr lang="LID4096"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DD7AA6A-88F2-DD1B-87BA-A4C8EB10B375}"/>
                  </a:ext>
                </a:extLst>
              </p:cNvPr>
              <p:cNvSpPr>
                <a:spLocks noGrp="1"/>
              </p:cNvSpPr>
              <p:nvPr>
                <p:ph idx="1"/>
              </p:nvPr>
            </p:nvSpPr>
            <p:spPr>
              <a:xfrm>
                <a:off x="656492" y="1380594"/>
                <a:ext cx="10391463" cy="5210705"/>
              </a:xfrm>
            </p:spPr>
            <p:txBody>
              <a:bodyPr>
                <a:normAutofit/>
              </a:bodyPr>
              <a:lstStyle/>
              <a:p>
                <a:pPr marL="0" indent="0">
                  <a:buNone/>
                </a:pPr>
                <a:r>
                  <a:rPr lang="en-US" b="1" dirty="0"/>
                  <a:t>Example 2:</a:t>
                </a:r>
              </a:p>
              <a:p>
                <a:r>
                  <a:rPr lang="en-US" dirty="0"/>
                  <a:t>Post-operative inflammatory reaction in high-risk abdominal surgery patients.</a:t>
                </a:r>
              </a:p>
              <a:p>
                <a:r>
                  <a:rPr lang="en-US" dirty="0"/>
                  <a:t>From previous studies – </a:t>
                </a:r>
              </a:p>
              <a:p>
                <a:pPr marL="0" indent="0">
                  <a:buNone/>
                </a:pPr>
                <a:r>
                  <a:rPr lang="en-US" dirty="0"/>
                  <a:t>Expected incidence:</a:t>
                </a:r>
              </a:p>
              <a:p>
                <a:pPr marL="0" indent="0">
                  <a:buNone/>
                </a:pPr>
                <a:r>
                  <a:rPr lang="en-US" dirty="0"/>
                  <a:t>			30%–50%.</a:t>
                </a:r>
              </a:p>
              <a:p>
                <a:r>
                  <a:rPr lang="en-US" dirty="0"/>
                  <a:t>Prior:</a:t>
                </a:r>
              </a:p>
              <a:p>
                <a:pPr marL="0" indent="0">
                  <a:buNone/>
                </a:pPr>
                <a:r>
                  <a:rPr lang="en-US" dirty="0"/>
                  <a:t>			</a:t>
                </a:r>
                <a14:m>
                  <m:oMath xmlns:m="http://schemas.openxmlformats.org/officeDocument/2006/math">
                    <m:r>
                      <a:rPr lang="en-US" i="1">
                        <a:latin typeface="Cambria Math" panose="02040503050406030204" pitchFamily="18" charset="0"/>
                      </a:rPr>
                      <m:t>𝜃</m:t>
                    </m:r>
                    <m:r>
                      <a:rPr lang="en-US">
                        <a:latin typeface="Cambria Math" panose="02040503050406030204" pitchFamily="18" charset="0"/>
                      </a:rPr>
                      <m:t>∼</m:t>
                    </m:r>
                    <m:r>
                      <a:rPr lang="en-US" i="1">
                        <a:latin typeface="Cambria Math" panose="02040503050406030204" pitchFamily="18" charset="0"/>
                      </a:rPr>
                      <m:t>𝐵𝑒𝑡𝑎</m:t>
                    </m:r>
                    <m:d>
                      <m:dPr>
                        <m:sepChr m:val=","/>
                        <m:ctrlPr>
                          <a:rPr lang="ar-AE" i="1">
                            <a:latin typeface="Cambria Math" panose="02040503050406030204" pitchFamily="18" charset="0"/>
                          </a:rPr>
                        </m:ctrlPr>
                      </m:dPr>
                      <m:e>
                        <m:r>
                          <a:rPr lang="ar-AE">
                            <a:latin typeface="Cambria Math" panose="02040503050406030204" pitchFamily="18" charset="0"/>
                          </a:rPr>
                          <m:t>40</m:t>
                        </m:r>
                      </m:e>
                      <m:e>
                        <m:r>
                          <a:rPr lang="ar-AE">
                            <a:latin typeface="Cambria Math" panose="02040503050406030204" pitchFamily="18" charset="0"/>
                          </a:rPr>
                          <m:t>60</m:t>
                        </m:r>
                      </m:e>
                    </m:d>
                  </m:oMath>
                </a14:m>
                <a:endParaRPr lang="ar-AE" dirty="0"/>
              </a:p>
              <a:p>
                <a:r>
                  <a:rPr lang="en-US" dirty="0"/>
                  <a:t>Prior mean:</a:t>
                </a:r>
              </a:p>
              <a:p>
                <a:pPr marL="0" indent="0">
                  <a:buNone/>
                </a:pPr>
                <a:r>
                  <a:rPr lang="en-US" dirty="0"/>
                  <a:t>			40%.</a:t>
                </a:r>
              </a:p>
            </p:txBody>
          </p:sp>
        </mc:Choice>
        <mc:Fallback xmlns="">
          <p:sp>
            <p:nvSpPr>
              <p:cNvPr id="3" name="Content Placeholder 2">
                <a:extLst>
                  <a:ext uri="{FF2B5EF4-FFF2-40B4-BE49-F238E27FC236}">
                    <a16:creationId xmlns:a16="http://schemas.microsoft.com/office/drawing/2014/main" id="{7DD7AA6A-88F2-DD1B-87BA-A4C8EB10B375}"/>
                  </a:ext>
                </a:extLst>
              </p:cNvPr>
              <p:cNvSpPr>
                <a:spLocks noGrp="1" noRot="1" noChangeAspect="1" noMove="1" noResize="1" noEditPoints="1" noAdjustHandles="1" noChangeArrowheads="1" noChangeShapeType="1" noTextEdit="1"/>
              </p:cNvSpPr>
              <p:nvPr>
                <p:ph idx="1"/>
              </p:nvPr>
            </p:nvSpPr>
            <p:spPr>
              <a:xfrm>
                <a:off x="656492" y="1380594"/>
                <a:ext cx="10391463" cy="5210705"/>
              </a:xfrm>
              <a:blipFill>
                <a:blip r:embed="rId3"/>
                <a:stretch>
                  <a:fillRect l="-1232" t="-1871"/>
                </a:stretch>
              </a:blipFill>
            </p:spPr>
            <p:txBody>
              <a:bodyPr/>
              <a:lstStyle/>
              <a:p>
                <a:r>
                  <a:rPr lang="he-IL">
                    <a:noFill/>
                  </a:rPr>
                  <a:t> </a:t>
                </a:r>
              </a:p>
            </p:txBody>
          </p:sp>
        </mc:Fallback>
      </mc:AlternateContent>
      <p:sp>
        <p:nvSpPr>
          <p:cNvPr id="11" name="Content Placeholder 2">
            <a:extLst>
              <a:ext uri="{FF2B5EF4-FFF2-40B4-BE49-F238E27FC236}">
                <a16:creationId xmlns:a16="http://schemas.microsoft.com/office/drawing/2014/main" id="{E840B511-8348-48EF-6C9B-202E24F5A058}"/>
              </a:ext>
            </a:extLst>
          </p:cNvPr>
          <p:cNvSpPr txBox="1">
            <a:spLocks/>
          </p:cNvSpPr>
          <p:nvPr/>
        </p:nvSpPr>
        <p:spPr>
          <a:xfrm>
            <a:off x="461062" y="2129132"/>
            <a:ext cx="10881852" cy="537870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Char char="§"/>
            </a:pPr>
            <a:endParaRPr lang="en-US" dirty="0"/>
          </a:p>
          <a:p>
            <a:pPr>
              <a:lnSpc>
                <a:spcPct val="150000"/>
              </a:lnSpc>
              <a:buFont typeface="Wingdings" panose="05000000000000000000" pitchFamily="2" charset="2"/>
              <a:buChar char="§"/>
            </a:pPr>
            <a:endParaRPr lang="en-GB" dirty="0">
              <a:highlight>
                <a:srgbClr val="FFFF00"/>
              </a:highlight>
            </a:endParaRPr>
          </a:p>
        </p:txBody>
      </p:sp>
      <p:sp>
        <p:nvSpPr>
          <p:cNvPr id="4" name="מציין מיקום של מספר שקופית 3">
            <a:extLst>
              <a:ext uri="{FF2B5EF4-FFF2-40B4-BE49-F238E27FC236}">
                <a16:creationId xmlns:a16="http://schemas.microsoft.com/office/drawing/2014/main" id="{06DF903E-153F-3629-730F-21C2342DDD5E}"/>
              </a:ext>
            </a:extLst>
          </p:cNvPr>
          <p:cNvSpPr>
            <a:spLocks noGrp="1"/>
          </p:cNvSpPr>
          <p:nvPr>
            <p:ph type="sldNum" sz="quarter" idx="12"/>
          </p:nvPr>
        </p:nvSpPr>
        <p:spPr/>
        <p:txBody>
          <a:bodyPr/>
          <a:lstStyle/>
          <a:p>
            <a:fld id="{B6796F57-8306-40D4-9229-37A3D19F0B5F}" type="slidenum">
              <a:rPr lang="LID4096" smtClean="0"/>
              <a:t>28</a:t>
            </a:fld>
            <a:endParaRPr lang="LID4096"/>
          </a:p>
        </p:txBody>
      </p:sp>
      <p:pic>
        <p:nvPicPr>
          <p:cNvPr id="3074" name="Picture 2">
            <a:extLst>
              <a:ext uri="{FF2B5EF4-FFF2-40B4-BE49-F238E27FC236}">
                <a16:creationId xmlns:a16="http://schemas.microsoft.com/office/drawing/2014/main" id="{7C70B4F2-017A-03E8-3934-457E91B8387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50904" y="2571271"/>
            <a:ext cx="5515627" cy="378507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1006235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D46231-6474-F1FF-70C9-C4726E0156F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C8A48BE-D4B3-13B2-2DBC-F87BAA40E5FD}"/>
              </a:ext>
            </a:extLst>
          </p:cNvPr>
          <p:cNvSpPr>
            <a:spLocks noGrp="1"/>
          </p:cNvSpPr>
          <p:nvPr>
            <p:ph type="title"/>
          </p:nvPr>
        </p:nvSpPr>
        <p:spPr>
          <a:xfrm>
            <a:off x="838200" y="20997"/>
            <a:ext cx="10515600" cy="1325563"/>
          </a:xfrm>
        </p:spPr>
        <p:txBody>
          <a:bodyPr/>
          <a:lstStyle/>
          <a:p>
            <a:r>
              <a:rPr lang="en-US" dirty="0"/>
              <a:t>Applying Bayes to our example</a:t>
            </a:r>
            <a:endParaRPr lang="LID4096"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F559E65-EF40-3ABE-A62B-EF01AEEC1FCF}"/>
                  </a:ext>
                </a:extLst>
              </p:cNvPr>
              <p:cNvSpPr>
                <a:spLocks noGrp="1"/>
              </p:cNvSpPr>
              <p:nvPr>
                <p:ph idx="1"/>
              </p:nvPr>
            </p:nvSpPr>
            <p:spPr>
              <a:xfrm>
                <a:off x="656493" y="1380594"/>
                <a:ext cx="7192108" cy="5210705"/>
              </a:xfrm>
            </p:spPr>
            <p:txBody>
              <a:bodyPr>
                <a:normAutofit/>
              </a:bodyPr>
              <a:lstStyle/>
              <a:p>
                <a:r>
                  <a:rPr lang="en-US" dirty="0"/>
                  <a:t>Combining the same likelihood with this prior:</a:t>
                </a:r>
              </a:p>
              <a:p>
                <a:r>
                  <a:rPr lang="en-US" dirty="0"/>
                  <a:t>Posterior:</a:t>
                </a:r>
                <a:br>
                  <a:rPr lang="en-US" i="1" dirty="0"/>
                </a:br>
                <a:r>
                  <a:rPr lang="en-US" i="1" dirty="0"/>
                  <a:t>	</a:t>
                </a:r>
                <a14:m>
                  <m:oMath xmlns:m="http://schemas.openxmlformats.org/officeDocument/2006/math">
                    <m:r>
                      <a:rPr lang="en-US" i="1">
                        <a:latin typeface="Cambria Math" panose="02040503050406030204" pitchFamily="18" charset="0"/>
                      </a:rPr>
                      <m:t>𝜃</m:t>
                    </m:r>
                    <m:r>
                      <a:rPr lang="en-US">
                        <a:latin typeface="Cambria Math" panose="02040503050406030204" pitchFamily="18" charset="0"/>
                      </a:rPr>
                      <m:t>∼</m:t>
                    </m:r>
                    <m:r>
                      <a:rPr lang="en-US" i="1">
                        <a:latin typeface="Cambria Math" panose="02040503050406030204" pitchFamily="18" charset="0"/>
                      </a:rPr>
                      <m:t>𝐵𝑒𝑡𝑎</m:t>
                    </m:r>
                    <m:d>
                      <m:dPr>
                        <m:sepChr m:val=","/>
                        <m:ctrlPr>
                          <a:rPr lang="ar-AE" i="1">
                            <a:latin typeface="Cambria Math" panose="02040503050406030204" pitchFamily="18" charset="0"/>
                          </a:rPr>
                        </m:ctrlPr>
                      </m:dPr>
                      <m:e>
                        <m:r>
                          <a:rPr lang="ar-AE">
                            <a:latin typeface="Cambria Math" panose="02040503050406030204" pitchFamily="18" charset="0"/>
                          </a:rPr>
                          <m:t>43</m:t>
                        </m:r>
                      </m:e>
                      <m:e>
                        <m:r>
                          <a:rPr lang="ar-AE">
                            <a:latin typeface="Cambria Math" panose="02040503050406030204" pitchFamily="18" charset="0"/>
                          </a:rPr>
                          <m:t>77</m:t>
                        </m:r>
                      </m:e>
                    </m:d>
                  </m:oMath>
                </a14:m>
                <a:br>
                  <a:rPr lang="en-US" dirty="0"/>
                </a:br>
                <a:endParaRPr lang="ar-AE" dirty="0"/>
              </a:p>
              <a:p>
                <a:r>
                  <a:rPr lang="en-US" dirty="0"/>
                  <a:t>Posterior mean:</a:t>
                </a:r>
              </a:p>
              <a:p>
                <a:pPr marL="0" indent="0">
                  <a:buNone/>
                </a:pPr>
                <a:r>
                  <a:rPr lang="en-US" dirty="0"/>
                  <a:t>	≈ </a:t>
                </a:r>
                <a:r>
                  <a:rPr lang="en-US" b="1" dirty="0"/>
                  <a:t>35.8%</a:t>
                </a:r>
                <a:endParaRPr lang="en-US" dirty="0"/>
              </a:p>
            </p:txBody>
          </p:sp>
        </mc:Choice>
        <mc:Fallback xmlns="">
          <p:sp>
            <p:nvSpPr>
              <p:cNvPr id="3" name="Content Placeholder 2">
                <a:extLst>
                  <a:ext uri="{FF2B5EF4-FFF2-40B4-BE49-F238E27FC236}">
                    <a16:creationId xmlns:a16="http://schemas.microsoft.com/office/drawing/2014/main" id="{6F559E65-EF40-3ABE-A62B-EF01AEEC1FCF}"/>
                  </a:ext>
                </a:extLst>
              </p:cNvPr>
              <p:cNvSpPr>
                <a:spLocks noGrp="1" noRot="1" noChangeAspect="1" noMove="1" noResize="1" noEditPoints="1" noAdjustHandles="1" noChangeArrowheads="1" noChangeShapeType="1" noTextEdit="1"/>
              </p:cNvSpPr>
              <p:nvPr>
                <p:ph idx="1"/>
              </p:nvPr>
            </p:nvSpPr>
            <p:spPr>
              <a:xfrm>
                <a:off x="656493" y="1380594"/>
                <a:ext cx="7192108" cy="5210705"/>
              </a:xfrm>
              <a:blipFill>
                <a:blip r:embed="rId3"/>
                <a:stretch>
                  <a:fillRect l="-1525" t="-1871"/>
                </a:stretch>
              </a:blipFill>
            </p:spPr>
            <p:txBody>
              <a:bodyPr/>
              <a:lstStyle/>
              <a:p>
                <a:r>
                  <a:rPr lang="he-IL">
                    <a:noFill/>
                  </a:rPr>
                  <a:t> </a:t>
                </a:r>
              </a:p>
            </p:txBody>
          </p:sp>
        </mc:Fallback>
      </mc:AlternateContent>
      <p:sp>
        <p:nvSpPr>
          <p:cNvPr id="4" name="מציין מיקום של מספר שקופית 3">
            <a:extLst>
              <a:ext uri="{FF2B5EF4-FFF2-40B4-BE49-F238E27FC236}">
                <a16:creationId xmlns:a16="http://schemas.microsoft.com/office/drawing/2014/main" id="{5CCDAFD9-0E3B-5F82-BA0A-C7FDE17DCBE0}"/>
              </a:ext>
            </a:extLst>
          </p:cNvPr>
          <p:cNvSpPr>
            <a:spLocks noGrp="1"/>
          </p:cNvSpPr>
          <p:nvPr>
            <p:ph type="sldNum" sz="quarter" idx="12"/>
          </p:nvPr>
        </p:nvSpPr>
        <p:spPr/>
        <p:txBody>
          <a:bodyPr/>
          <a:lstStyle/>
          <a:p>
            <a:fld id="{B6796F57-8306-40D4-9229-37A3D19F0B5F}" type="slidenum">
              <a:rPr lang="LID4096" smtClean="0"/>
              <a:t>29</a:t>
            </a:fld>
            <a:endParaRPr lang="LID4096"/>
          </a:p>
        </p:txBody>
      </p:sp>
      <p:pic>
        <p:nvPicPr>
          <p:cNvPr id="8194" name="Picture 2">
            <a:extLst>
              <a:ext uri="{FF2B5EF4-FFF2-40B4-BE49-F238E27FC236}">
                <a16:creationId xmlns:a16="http://schemas.microsoft.com/office/drawing/2014/main" id="{D0A8578E-0E1B-CFC8-FA25-49C40BF934C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57775" y="1976437"/>
            <a:ext cx="6648450" cy="45624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4378749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C86D50-70CB-F788-24D0-519386A7E300}"/>
            </a:ext>
          </a:extLst>
        </p:cNvPr>
        <p:cNvGrpSpPr/>
        <p:nvPr/>
      </p:nvGrpSpPr>
      <p:grpSpPr>
        <a:xfrm>
          <a:off x="0" y="0"/>
          <a:ext cx="0" cy="0"/>
          <a:chOff x="0" y="0"/>
          <a:chExt cx="0" cy="0"/>
        </a:xfrm>
      </p:grpSpPr>
      <p:pic>
        <p:nvPicPr>
          <p:cNvPr id="4098" name="Picture 2">
            <a:extLst>
              <a:ext uri="{FF2B5EF4-FFF2-40B4-BE49-F238E27FC236}">
                <a16:creationId xmlns:a16="http://schemas.microsoft.com/office/drawing/2014/main" id="{27D103A7-8CDC-5928-91F6-55DF0400EB7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13559" y="1452103"/>
            <a:ext cx="8211855" cy="4941556"/>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3CEDF5B0-D332-068B-793E-81DC0B5D9836}"/>
              </a:ext>
            </a:extLst>
          </p:cNvPr>
          <p:cNvSpPr>
            <a:spLocks noGrp="1"/>
          </p:cNvSpPr>
          <p:nvPr>
            <p:ph type="title"/>
          </p:nvPr>
        </p:nvSpPr>
        <p:spPr>
          <a:xfrm>
            <a:off x="838200" y="20997"/>
            <a:ext cx="10515600" cy="1325563"/>
          </a:xfrm>
        </p:spPr>
        <p:txBody>
          <a:bodyPr/>
          <a:lstStyle/>
          <a:p>
            <a:r>
              <a:rPr lang="en-US" dirty="0"/>
              <a:t>Applying Bayes to our example</a:t>
            </a:r>
            <a:endParaRPr lang="LID4096" dirty="0"/>
          </a:p>
        </p:txBody>
      </p:sp>
      <p:sp>
        <p:nvSpPr>
          <p:cNvPr id="4" name="מציין מיקום של מספר שקופית 3">
            <a:extLst>
              <a:ext uri="{FF2B5EF4-FFF2-40B4-BE49-F238E27FC236}">
                <a16:creationId xmlns:a16="http://schemas.microsoft.com/office/drawing/2014/main" id="{D4AC8648-7577-3DBF-0902-9F1457394853}"/>
              </a:ext>
            </a:extLst>
          </p:cNvPr>
          <p:cNvSpPr>
            <a:spLocks noGrp="1"/>
          </p:cNvSpPr>
          <p:nvPr>
            <p:ph type="sldNum" sz="quarter" idx="12"/>
          </p:nvPr>
        </p:nvSpPr>
        <p:spPr/>
        <p:txBody>
          <a:bodyPr/>
          <a:lstStyle/>
          <a:p>
            <a:fld id="{B6796F57-8306-40D4-9229-37A3D19F0B5F}" type="slidenum">
              <a:rPr lang="LID4096" smtClean="0"/>
              <a:t>30</a:t>
            </a:fld>
            <a:endParaRPr lang="LID4096"/>
          </a:p>
        </p:txBody>
      </p:sp>
      <p:pic>
        <p:nvPicPr>
          <p:cNvPr id="9220" name="Picture 4">
            <a:extLst>
              <a:ext uri="{FF2B5EF4-FFF2-40B4-BE49-F238E27FC236}">
                <a16:creationId xmlns:a16="http://schemas.microsoft.com/office/drawing/2014/main" id="{98289169-AFFA-9092-7B84-F10A9DA1643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66586" y="1346559"/>
            <a:ext cx="8455069" cy="51526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4975325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A9EFD7-BCFF-2E49-709D-18467D2293E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69A8D14-170B-0348-7CDF-655CE1C3247B}"/>
              </a:ext>
            </a:extLst>
          </p:cNvPr>
          <p:cNvSpPr>
            <a:spLocks noGrp="1"/>
          </p:cNvSpPr>
          <p:nvPr>
            <p:ph type="title"/>
          </p:nvPr>
        </p:nvSpPr>
        <p:spPr>
          <a:xfrm>
            <a:off x="838200" y="20997"/>
            <a:ext cx="10515600" cy="1325563"/>
          </a:xfrm>
        </p:spPr>
        <p:txBody>
          <a:bodyPr/>
          <a:lstStyle/>
          <a:p>
            <a:r>
              <a:rPr lang="en-US" dirty="0"/>
              <a:t>Applying Bayes to our example</a:t>
            </a:r>
            <a:endParaRPr lang="LID4096" dirty="0"/>
          </a:p>
        </p:txBody>
      </p:sp>
      <p:sp>
        <p:nvSpPr>
          <p:cNvPr id="3" name="Content Placeholder 2">
            <a:extLst>
              <a:ext uri="{FF2B5EF4-FFF2-40B4-BE49-F238E27FC236}">
                <a16:creationId xmlns:a16="http://schemas.microsoft.com/office/drawing/2014/main" id="{0EE77787-A8FE-8CC9-0711-81BE30F53AC2}"/>
              </a:ext>
            </a:extLst>
          </p:cNvPr>
          <p:cNvSpPr>
            <a:spLocks noGrp="1"/>
          </p:cNvSpPr>
          <p:nvPr>
            <p:ph idx="1"/>
          </p:nvPr>
        </p:nvSpPr>
        <p:spPr>
          <a:xfrm>
            <a:off x="656492" y="1380594"/>
            <a:ext cx="11189677" cy="5210705"/>
          </a:xfrm>
        </p:spPr>
        <p:txBody>
          <a:bodyPr>
            <a:normAutofit/>
          </a:bodyPr>
          <a:lstStyle/>
          <a:p>
            <a:r>
              <a:rPr lang="en-US" dirty="0"/>
              <a:t>Bayesian modeling says data never speak alone.</a:t>
            </a:r>
          </a:p>
          <a:p>
            <a:pPr lvl="1"/>
            <a:r>
              <a:rPr lang="en-US" sz="2800" dirty="0"/>
              <a:t>They are interpreted relative to what was plausible before seeing the data.</a:t>
            </a:r>
          </a:p>
          <a:p>
            <a:pPr lvl="1"/>
            <a:r>
              <a:rPr lang="en-US" sz="2800" dirty="0"/>
              <a:t>The same dataset can represent an alarming signal for a rare event or a small deviation from a common event</a:t>
            </a:r>
          </a:p>
          <a:p>
            <a:pPr lvl="1"/>
            <a:r>
              <a:rPr lang="en-US" sz="2800" dirty="0"/>
              <a:t>depending on the prior.</a:t>
            </a:r>
          </a:p>
          <a:p>
            <a:pPr marL="0" indent="0">
              <a:buNone/>
            </a:pPr>
            <a:endParaRPr lang="en-US" dirty="0"/>
          </a:p>
        </p:txBody>
      </p:sp>
      <p:sp>
        <p:nvSpPr>
          <p:cNvPr id="11" name="Content Placeholder 2">
            <a:extLst>
              <a:ext uri="{FF2B5EF4-FFF2-40B4-BE49-F238E27FC236}">
                <a16:creationId xmlns:a16="http://schemas.microsoft.com/office/drawing/2014/main" id="{6F585E75-8F52-3053-7266-7BDFC83435B5}"/>
              </a:ext>
            </a:extLst>
          </p:cNvPr>
          <p:cNvSpPr txBox="1">
            <a:spLocks/>
          </p:cNvSpPr>
          <p:nvPr/>
        </p:nvSpPr>
        <p:spPr>
          <a:xfrm>
            <a:off x="461062" y="2129132"/>
            <a:ext cx="10881852" cy="537870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Char char="§"/>
            </a:pPr>
            <a:endParaRPr lang="en-US" dirty="0"/>
          </a:p>
          <a:p>
            <a:pPr>
              <a:lnSpc>
                <a:spcPct val="150000"/>
              </a:lnSpc>
              <a:buFont typeface="Wingdings" panose="05000000000000000000" pitchFamily="2" charset="2"/>
              <a:buChar char="§"/>
            </a:pPr>
            <a:endParaRPr lang="en-GB" dirty="0">
              <a:highlight>
                <a:srgbClr val="FFFF00"/>
              </a:highlight>
            </a:endParaRPr>
          </a:p>
        </p:txBody>
      </p:sp>
      <p:sp>
        <p:nvSpPr>
          <p:cNvPr id="4" name="מציין מיקום של מספר שקופית 3">
            <a:extLst>
              <a:ext uri="{FF2B5EF4-FFF2-40B4-BE49-F238E27FC236}">
                <a16:creationId xmlns:a16="http://schemas.microsoft.com/office/drawing/2014/main" id="{0D13EDFD-37FE-2441-77C3-4037277626F9}"/>
              </a:ext>
            </a:extLst>
          </p:cNvPr>
          <p:cNvSpPr>
            <a:spLocks noGrp="1"/>
          </p:cNvSpPr>
          <p:nvPr>
            <p:ph type="sldNum" sz="quarter" idx="12"/>
          </p:nvPr>
        </p:nvSpPr>
        <p:spPr/>
        <p:txBody>
          <a:bodyPr/>
          <a:lstStyle/>
          <a:p>
            <a:fld id="{B6796F57-8306-40D4-9229-37A3D19F0B5F}" type="slidenum">
              <a:rPr lang="LID4096" smtClean="0"/>
              <a:t>31</a:t>
            </a:fld>
            <a:endParaRPr lang="LID4096"/>
          </a:p>
        </p:txBody>
      </p:sp>
    </p:spTree>
    <p:extLst>
      <p:ext uri="{BB962C8B-B14F-4D97-AF65-F5344CB8AC3E}">
        <p14:creationId xmlns:p14="http://schemas.microsoft.com/office/powerpoint/2010/main" val="178691302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8B158080-A1BB-EF8B-29C6-0ADD14A2D159}"/>
              </a:ext>
            </a:extLst>
          </p:cNvPr>
          <p:cNvSpPr>
            <a:spLocks noGrp="1"/>
          </p:cNvSpPr>
          <p:nvPr>
            <p:ph type="title"/>
          </p:nvPr>
        </p:nvSpPr>
        <p:spPr/>
        <p:txBody>
          <a:bodyPr/>
          <a:lstStyle/>
          <a:p>
            <a:r>
              <a:rPr lang="en-US" dirty="0"/>
              <a:t>likelihood</a:t>
            </a:r>
            <a:endParaRPr lang="he-IL" dirty="0"/>
          </a:p>
        </p:txBody>
      </p:sp>
      <mc:AlternateContent xmlns:mc="http://schemas.openxmlformats.org/markup-compatibility/2006" xmlns:a14="http://schemas.microsoft.com/office/drawing/2010/main">
        <mc:Choice Requires="a14">
          <p:sp>
            <p:nvSpPr>
              <p:cNvPr id="3" name="מציין מיקום תוכן 2">
                <a:extLst>
                  <a:ext uri="{FF2B5EF4-FFF2-40B4-BE49-F238E27FC236}">
                    <a16:creationId xmlns:a16="http://schemas.microsoft.com/office/drawing/2014/main" id="{64791E6A-3B21-CB82-7C2C-5BD3ADF548E7}"/>
                  </a:ext>
                </a:extLst>
              </p:cNvPr>
              <p:cNvSpPr>
                <a:spLocks noGrp="1"/>
              </p:cNvSpPr>
              <p:nvPr>
                <p:ph idx="1"/>
              </p:nvPr>
            </p:nvSpPr>
            <p:spPr/>
            <p:txBody>
              <a:bodyPr/>
              <a:lstStyle/>
              <a:p>
                <a:r>
                  <a:rPr lang="en-US" dirty="0">
                    <a:cs typeface="David" panose="020E0502060401010101" pitchFamily="34" charset="-79"/>
                  </a:rPr>
                  <a:t>Bayesian inference also depends on the </a:t>
                </a:r>
                <a:r>
                  <a:rPr lang="en-US" b="1" dirty="0">
                    <a:cs typeface="David" panose="020E0502060401010101" pitchFamily="34" charset="-79"/>
                  </a:rPr>
                  <a:t>likelihood</a:t>
                </a:r>
                <a:r>
                  <a:rPr lang="en-US" dirty="0">
                    <a:cs typeface="David" panose="020E0502060401010101" pitchFamily="34" charset="-79"/>
                  </a:rPr>
                  <a:t>, which comes from the data.</a:t>
                </a:r>
              </a:p>
              <a:p>
                <a:r>
                  <a:rPr lang="en-US" dirty="0">
                    <a:cs typeface="David" panose="020E0502060401010101" pitchFamily="34" charset="-79"/>
                  </a:rPr>
                  <a:t>The likelihood answers the question:</a:t>
                </a:r>
              </a:p>
              <a:p>
                <a:r>
                  <a:rPr lang="en-US" dirty="0">
                    <a:cs typeface="David" panose="020E0502060401010101" pitchFamily="34" charset="-79"/>
                  </a:rPr>
                  <a:t>How likely are the observed data for different values of </a:t>
                </a:r>
                <a14:m>
                  <m:oMath xmlns:m="http://schemas.openxmlformats.org/officeDocument/2006/math">
                    <m:r>
                      <a:rPr lang="en-US" i="1">
                        <a:latin typeface="Cambria Math" panose="02040503050406030204" pitchFamily="18" charset="0"/>
                      </a:rPr>
                      <m:t>𝜃</m:t>
                    </m:r>
                  </m:oMath>
                </a14:m>
                <a:r>
                  <a:rPr lang="en-US" dirty="0">
                    <a:cs typeface="David" panose="020E0502060401010101" pitchFamily="34" charset="-79"/>
                  </a:rPr>
                  <a:t>?</a:t>
                </a:r>
              </a:p>
              <a:p>
                <a:pPr marL="0" indent="0">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𝑃</m:t>
                      </m:r>
                      <m:d>
                        <m:dPr>
                          <m:ctrlPr>
                            <a:rPr lang="ar-AE" i="1">
                              <a:latin typeface="Cambria Math" panose="02040503050406030204" pitchFamily="18" charset="0"/>
                            </a:rPr>
                          </m:ctrlPr>
                        </m:dPr>
                        <m:e>
                          <m:r>
                            <m:rPr>
                              <m:nor/>
                            </m:rPr>
                            <a:rPr lang="en-US" i="1">
                              <a:cs typeface="David" panose="020E0502060401010101" pitchFamily="34" charset="-79"/>
                            </a:rPr>
                            <m:t>data</m:t>
                          </m:r>
                          <m:r>
                            <a:rPr lang="en-US">
                              <a:latin typeface="Cambria Math" panose="02040503050406030204" pitchFamily="18" charset="0"/>
                            </a:rPr>
                            <m:t>∣</m:t>
                          </m:r>
                          <m:r>
                            <a:rPr lang="en-US" i="1">
                              <a:latin typeface="Cambria Math" panose="02040503050406030204" pitchFamily="18" charset="0"/>
                            </a:rPr>
                            <m:t>𝜃</m:t>
                          </m:r>
                        </m:e>
                      </m:d>
                    </m:oMath>
                  </m:oMathPara>
                </a14:m>
                <a:endParaRPr lang="ar-AE" dirty="0"/>
              </a:p>
              <a:p>
                <a:endParaRPr lang="he-IL" dirty="0">
                  <a:cs typeface="David" panose="020E0502060401010101" pitchFamily="34" charset="-79"/>
                </a:endParaRPr>
              </a:p>
            </p:txBody>
          </p:sp>
        </mc:Choice>
        <mc:Fallback xmlns="">
          <p:sp>
            <p:nvSpPr>
              <p:cNvPr id="3" name="מציין מיקום תוכן 2">
                <a:extLst>
                  <a:ext uri="{FF2B5EF4-FFF2-40B4-BE49-F238E27FC236}">
                    <a16:creationId xmlns:a16="http://schemas.microsoft.com/office/drawing/2014/main" id="{64791E6A-3B21-CB82-7C2C-5BD3ADF548E7}"/>
                  </a:ext>
                </a:extLst>
              </p:cNvPr>
              <p:cNvSpPr>
                <a:spLocks noGrp="1" noRot="1" noChangeAspect="1" noMove="1" noResize="1" noEditPoints="1" noAdjustHandles="1" noChangeArrowheads="1" noChangeShapeType="1" noTextEdit="1"/>
              </p:cNvSpPr>
              <p:nvPr>
                <p:ph idx="1"/>
              </p:nvPr>
            </p:nvSpPr>
            <p:spPr>
              <a:blipFill>
                <a:blip r:embed="rId2"/>
                <a:stretch>
                  <a:fillRect l="-1043" t="-2241" r="-174"/>
                </a:stretch>
              </a:blipFill>
            </p:spPr>
            <p:txBody>
              <a:bodyPr/>
              <a:lstStyle/>
              <a:p>
                <a:r>
                  <a:rPr lang="he-IL">
                    <a:noFill/>
                  </a:rPr>
                  <a:t> </a:t>
                </a:r>
              </a:p>
            </p:txBody>
          </p:sp>
        </mc:Fallback>
      </mc:AlternateContent>
      <p:sp>
        <p:nvSpPr>
          <p:cNvPr id="4" name="מציין מיקום של מספר שקופית 3">
            <a:extLst>
              <a:ext uri="{FF2B5EF4-FFF2-40B4-BE49-F238E27FC236}">
                <a16:creationId xmlns:a16="http://schemas.microsoft.com/office/drawing/2014/main" id="{CC889586-8CFD-1D32-ECCA-84C246DDFD2E}"/>
              </a:ext>
            </a:extLst>
          </p:cNvPr>
          <p:cNvSpPr>
            <a:spLocks noGrp="1"/>
          </p:cNvSpPr>
          <p:nvPr>
            <p:ph type="sldNum" sz="quarter" idx="12"/>
          </p:nvPr>
        </p:nvSpPr>
        <p:spPr/>
        <p:txBody>
          <a:bodyPr/>
          <a:lstStyle/>
          <a:p>
            <a:fld id="{B6796F57-8306-40D4-9229-37A3D19F0B5F}" type="slidenum">
              <a:rPr lang="LID4096" smtClean="0"/>
              <a:t>32</a:t>
            </a:fld>
            <a:endParaRPr lang="LID4096"/>
          </a:p>
        </p:txBody>
      </p:sp>
    </p:spTree>
    <p:extLst>
      <p:ext uri="{BB962C8B-B14F-4D97-AF65-F5344CB8AC3E}">
        <p14:creationId xmlns:p14="http://schemas.microsoft.com/office/powerpoint/2010/main" val="119870696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0234156F-68B9-EAF7-26A8-EFD10232A6EA}"/>
              </a:ext>
            </a:extLst>
          </p:cNvPr>
          <p:cNvSpPr>
            <a:spLocks noGrp="1"/>
          </p:cNvSpPr>
          <p:nvPr>
            <p:ph type="title"/>
          </p:nvPr>
        </p:nvSpPr>
        <p:spPr/>
        <p:txBody>
          <a:bodyPr/>
          <a:lstStyle/>
          <a:p>
            <a:r>
              <a:rPr lang="en-US" dirty="0"/>
              <a:t>Applying Bayes to our example</a:t>
            </a:r>
            <a:endParaRPr lang="he-IL" dirty="0"/>
          </a:p>
        </p:txBody>
      </p:sp>
      <mc:AlternateContent xmlns:mc="http://schemas.openxmlformats.org/markup-compatibility/2006" xmlns:a14="http://schemas.microsoft.com/office/drawing/2010/main">
        <mc:Choice Requires="a14">
          <p:sp>
            <p:nvSpPr>
              <p:cNvPr id="3" name="מציין מיקום תוכן 2">
                <a:extLst>
                  <a:ext uri="{FF2B5EF4-FFF2-40B4-BE49-F238E27FC236}">
                    <a16:creationId xmlns:a16="http://schemas.microsoft.com/office/drawing/2014/main" id="{DFEA76A2-5540-48B2-9364-29B317C35B47}"/>
                  </a:ext>
                </a:extLst>
              </p:cNvPr>
              <p:cNvSpPr>
                <a:spLocks noGrp="1"/>
              </p:cNvSpPr>
              <p:nvPr>
                <p:ph idx="1"/>
              </p:nvPr>
            </p:nvSpPr>
            <p:spPr/>
            <p:txBody>
              <a:bodyPr/>
              <a:lstStyle/>
              <a:p>
                <a:r>
                  <a:rPr lang="en-US" dirty="0"/>
                  <a:t>Observed data:</a:t>
                </a:r>
              </a:p>
              <a:p>
                <a:pPr marL="0" indent="0">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𝑧</m:t>
                      </m:r>
                      <m:r>
                        <a:rPr lang="en-US">
                          <a:latin typeface="Cambria Math" panose="02040503050406030204" pitchFamily="18" charset="0"/>
                        </a:rPr>
                        <m:t>=</m:t>
                      </m:r>
                      <m:r>
                        <a:rPr lang="en-US">
                          <a:latin typeface="Cambria Math" panose="02040503050406030204" pitchFamily="18" charset="0"/>
                        </a:rPr>
                        <m:t>3</m:t>
                      </m:r>
                      <m:r>
                        <a:rPr lang="en-US">
                          <a:latin typeface="Cambria Math" panose="02040503050406030204" pitchFamily="18" charset="0"/>
                        </a:rPr>
                        <m:t>, </m:t>
                      </m:r>
                      <m:r>
                        <a:rPr lang="en-US" i="1">
                          <a:latin typeface="Cambria Math" panose="02040503050406030204" pitchFamily="18" charset="0"/>
                        </a:rPr>
                        <m:t>𝑛</m:t>
                      </m:r>
                      <m:r>
                        <a:rPr lang="en-US">
                          <a:latin typeface="Cambria Math" panose="02040503050406030204" pitchFamily="18" charset="0"/>
                        </a:rPr>
                        <m:t>=</m:t>
                      </m:r>
                      <m:r>
                        <a:rPr lang="en-US">
                          <a:latin typeface="Cambria Math" panose="02040503050406030204" pitchFamily="18" charset="0"/>
                        </a:rPr>
                        <m:t>20</m:t>
                      </m:r>
                    </m:oMath>
                  </m:oMathPara>
                </a14:m>
                <a:endParaRPr lang="en-US" dirty="0"/>
              </a:p>
              <a:p>
                <a:r>
                  <a:rPr lang="en-US" dirty="0"/>
                  <a:t>Observed proportion:</a:t>
                </a:r>
              </a:p>
              <a:p>
                <a:pPr marL="0" indent="0">
                  <a:buNone/>
                </a:pPr>
                <a14:m>
                  <m:oMathPara xmlns:m="http://schemas.openxmlformats.org/officeDocument/2006/math">
                    <m:oMathParaPr>
                      <m:jc m:val="centerGroup"/>
                    </m:oMathParaPr>
                    <m:oMath xmlns:m="http://schemas.openxmlformats.org/officeDocument/2006/math">
                      <m:f>
                        <m:fPr>
                          <m:ctrlPr>
                            <a:rPr lang="ar-AE" i="1">
                              <a:latin typeface="Cambria Math" panose="02040503050406030204" pitchFamily="18" charset="0"/>
                            </a:rPr>
                          </m:ctrlPr>
                        </m:fPr>
                        <m:num>
                          <m:r>
                            <a:rPr lang="ar-AE">
                              <a:latin typeface="Cambria Math" panose="02040503050406030204" pitchFamily="18" charset="0"/>
                            </a:rPr>
                            <m:t>3</m:t>
                          </m:r>
                        </m:num>
                        <m:den>
                          <m:r>
                            <a:rPr lang="ar-AE">
                              <a:latin typeface="Cambria Math" panose="02040503050406030204" pitchFamily="18" charset="0"/>
                            </a:rPr>
                            <m:t>20</m:t>
                          </m:r>
                        </m:den>
                      </m:f>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15</m:t>
                      </m:r>
                    </m:oMath>
                  </m:oMathPara>
                </a14:m>
                <a:endParaRPr lang="ar-AE" dirty="0"/>
              </a:p>
              <a:p>
                <a:r>
                  <a:rPr lang="en-US" dirty="0"/>
                  <a:t>Because the sample is small, this proportion may vary a lot across samples.</a:t>
                </a:r>
              </a:p>
              <a:p>
                <a:endParaRPr lang="he-IL" dirty="0"/>
              </a:p>
            </p:txBody>
          </p:sp>
        </mc:Choice>
        <mc:Fallback xmlns="">
          <p:sp>
            <p:nvSpPr>
              <p:cNvPr id="3" name="מציין מיקום תוכן 2">
                <a:extLst>
                  <a:ext uri="{FF2B5EF4-FFF2-40B4-BE49-F238E27FC236}">
                    <a16:creationId xmlns:a16="http://schemas.microsoft.com/office/drawing/2014/main" id="{DFEA76A2-5540-48B2-9364-29B317C35B47}"/>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he-IL">
                    <a:noFill/>
                  </a:rPr>
                  <a:t> </a:t>
                </a:r>
              </a:p>
            </p:txBody>
          </p:sp>
        </mc:Fallback>
      </mc:AlternateContent>
      <p:sp>
        <p:nvSpPr>
          <p:cNvPr id="4" name="מציין מיקום של מספר שקופית 3">
            <a:extLst>
              <a:ext uri="{FF2B5EF4-FFF2-40B4-BE49-F238E27FC236}">
                <a16:creationId xmlns:a16="http://schemas.microsoft.com/office/drawing/2014/main" id="{E92F6FDB-51D2-29CC-40C9-064EEDF034E1}"/>
              </a:ext>
            </a:extLst>
          </p:cNvPr>
          <p:cNvSpPr>
            <a:spLocks noGrp="1"/>
          </p:cNvSpPr>
          <p:nvPr>
            <p:ph type="sldNum" sz="quarter" idx="12"/>
          </p:nvPr>
        </p:nvSpPr>
        <p:spPr/>
        <p:txBody>
          <a:bodyPr/>
          <a:lstStyle/>
          <a:p>
            <a:fld id="{B6796F57-8306-40D4-9229-37A3D19F0B5F}" type="slidenum">
              <a:rPr lang="LID4096" smtClean="0"/>
              <a:t>33</a:t>
            </a:fld>
            <a:endParaRPr lang="LID4096"/>
          </a:p>
        </p:txBody>
      </p:sp>
    </p:spTree>
    <p:extLst>
      <p:ext uri="{BB962C8B-B14F-4D97-AF65-F5344CB8AC3E}">
        <p14:creationId xmlns:p14="http://schemas.microsoft.com/office/powerpoint/2010/main" val="242019105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FB2CC1-2BCA-BD3D-2CAE-69970F19516A}"/>
            </a:ext>
          </a:extLst>
        </p:cNvPr>
        <p:cNvGrpSpPr/>
        <p:nvPr/>
      </p:nvGrpSpPr>
      <p:grpSpPr>
        <a:xfrm>
          <a:off x="0" y="0"/>
          <a:ext cx="0" cy="0"/>
          <a:chOff x="0" y="0"/>
          <a:chExt cx="0" cy="0"/>
        </a:xfrm>
      </p:grpSpPr>
      <p:sp>
        <p:nvSpPr>
          <p:cNvPr id="2" name="כותרת 1">
            <a:extLst>
              <a:ext uri="{FF2B5EF4-FFF2-40B4-BE49-F238E27FC236}">
                <a16:creationId xmlns:a16="http://schemas.microsoft.com/office/drawing/2014/main" id="{24B9BBF0-3D90-D30D-B83D-BFB67325B620}"/>
              </a:ext>
            </a:extLst>
          </p:cNvPr>
          <p:cNvSpPr>
            <a:spLocks noGrp="1"/>
          </p:cNvSpPr>
          <p:nvPr>
            <p:ph type="title"/>
          </p:nvPr>
        </p:nvSpPr>
        <p:spPr/>
        <p:txBody>
          <a:bodyPr/>
          <a:lstStyle/>
          <a:p>
            <a:r>
              <a:rPr lang="en-US" dirty="0"/>
              <a:t>Applying Bayes to our example</a:t>
            </a:r>
            <a:endParaRPr lang="he-IL" dirty="0"/>
          </a:p>
        </p:txBody>
      </p:sp>
      <mc:AlternateContent xmlns:mc="http://schemas.openxmlformats.org/markup-compatibility/2006" xmlns:a14="http://schemas.microsoft.com/office/drawing/2010/main">
        <mc:Choice Requires="a14">
          <p:sp>
            <p:nvSpPr>
              <p:cNvPr id="3" name="מציין מיקום תוכן 2">
                <a:extLst>
                  <a:ext uri="{FF2B5EF4-FFF2-40B4-BE49-F238E27FC236}">
                    <a16:creationId xmlns:a16="http://schemas.microsoft.com/office/drawing/2014/main" id="{66A0B951-FD1C-6902-51A1-33AE456006FD}"/>
                  </a:ext>
                </a:extLst>
              </p:cNvPr>
              <p:cNvSpPr>
                <a:spLocks noGrp="1"/>
              </p:cNvSpPr>
              <p:nvPr>
                <p:ph idx="1"/>
              </p:nvPr>
            </p:nvSpPr>
            <p:spPr/>
            <p:txBody>
              <a:bodyPr/>
              <a:lstStyle/>
              <a:p>
                <a:r>
                  <a:rPr lang="en-US" dirty="0"/>
                  <a:t>or our model:</a:t>
                </a:r>
              </a:p>
              <a:p>
                <a:pPr marL="0" indent="0">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𝑧</m:t>
                      </m:r>
                      <m:r>
                        <a:rPr lang="en-US">
                          <a:latin typeface="Cambria Math" panose="02040503050406030204" pitchFamily="18" charset="0"/>
                        </a:rPr>
                        <m:t>∼</m:t>
                      </m:r>
                      <m:r>
                        <a:rPr lang="en-US" i="1">
                          <a:latin typeface="Cambria Math" panose="02040503050406030204" pitchFamily="18" charset="0"/>
                        </a:rPr>
                        <m:t>𝐵𝑖𝑛𝑜𝑚𝑖𝑎𝑙</m:t>
                      </m:r>
                      <m:d>
                        <m:dPr>
                          <m:sepChr m:val=","/>
                          <m:ctrlPr>
                            <a:rPr lang="ar-AE" i="1">
                              <a:latin typeface="Cambria Math" panose="02040503050406030204" pitchFamily="18" charset="0"/>
                            </a:rPr>
                          </m:ctrlPr>
                        </m:dPr>
                        <m:e>
                          <m:r>
                            <a:rPr lang="ar-AE" i="1">
                              <a:latin typeface="Cambria Math" panose="02040503050406030204" pitchFamily="18" charset="0"/>
                            </a:rPr>
                            <m:t>𝑛</m:t>
                          </m:r>
                        </m:e>
                        <m:e>
                          <m:r>
                            <a:rPr lang="ar-AE" i="1">
                              <a:latin typeface="Cambria Math" panose="02040503050406030204" pitchFamily="18" charset="0"/>
                            </a:rPr>
                            <m:t>𝜃</m:t>
                          </m:r>
                        </m:e>
                      </m:d>
                    </m:oMath>
                  </m:oMathPara>
                </a14:m>
                <a:endParaRPr lang="ar-AE" dirty="0"/>
              </a:p>
              <a:p>
                <a:r>
                  <a:rPr lang="en-US" dirty="0"/>
                  <a:t>Likelihood:</a:t>
                </a:r>
              </a:p>
              <a:p>
                <a:pPr marL="0" indent="0">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𝑃</m:t>
                      </m:r>
                      <m:d>
                        <m:dPr>
                          <m:ctrlPr>
                            <a:rPr lang="ar-AE" i="1">
                              <a:latin typeface="Cambria Math" panose="02040503050406030204" pitchFamily="18" charset="0"/>
                            </a:rPr>
                          </m:ctrlPr>
                        </m:dPr>
                        <m:e>
                          <m:r>
                            <a:rPr lang="ar-AE" i="1">
                              <a:latin typeface="Cambria Math" panose="02040503050406030204" pitchFamily="18" charset="0"/>
                            </a:rPr>
                            <m:t>𝑧</m:t>
                          </m:r>
                          <m:r>
                            <a:rPr lang="ar-AE">
                              <a:latin typeface="Cambria Math" panose="02040503050406030204" pitchFamily="18" charset="0"/>
                            </a:rPr>
                            <m:t>=</m:t>
                          </m:r>
                          <m:r>
                            <a:rPr lang="ar-AE">
                              <a:latin typeface="Cambria Math" panose="02040503050406030204" pitchFamily="18" charset="0"/>
                            </a:rPr>
                            <m:t>3</m:t>
                          </m:r>
                          <m:r>
                            <a:rPr lang="ar-AE">
                              <a:latin typeface="Cambria Math" panose="02040503050406030204" pitchFamily="18" charset="0"/>
                            </a:rPr>
                            <m:t>∣</m:t>
                          </m:r>
                          <m:r>
                            <a:rPr lang="ar-AE" i="1">
                              <a:latin typeface="Cambria Math" panose="02040503050406030204" pitchFamily="18" charset="0"/>
                            </a:rPr>
                            <m:t>𝜃</m:t>
                          </m:r>
                        </m:e>
                      </m:d>
                    </m:oMath>
                  </m:oMathPara>
                </a14:m>
                <a:endParaRPr lang="ar-AE" dirty="0"/>
              </a:p>
              <a:p>
                <a:r>
                  <a:rPr lang="en-US" dirty="0"/>
                  <a:t>Different values of </a:t>
                </a:r>
                <a14:m>
                  <m:oMath xmlns:m="http://schemas.openxmlformats.org/officeDocument/2006/math">
                    <m:r>
                      <a:rPr lang="en-US" i="1">
                        <a:latin typeface="Cambria Math" panose="02040503050406030204" pitchFamily="18" charset="0"/>
                      </a:rPr>
                      <m:t>𝜃</m:t>
                    </m:r>
                  </m:oMath>
                </a14:m>
                <a:r>
                  <a:rPr lang="en-US" dirty="0"/>
                  <a:t> produce different probabilities of observing 3 events out of 20.</a:t>
                </a:r>
              </a:p>
              <a:p>
                <a:r>
                  <a:rPr lang="en-US" dirty="0"/>
                  <a:t>The likelihood typically peaks near:</a:t>
                </a:r>
              </a:p>
              <a:p>
                <a:pPr marL="0" indent="0">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𝜃</m:t>
                      </m:r>
                      <m:r>
                        <a:rPr lang="en-US">
                          <a:latin typeface="Cambria Math" panose="02040503050406030204" pitchFamily="18" charset="0"/>
                        </a:rPr>
                        <m:t>=</m:t>
                      </m:r>
                      <m:r>
                        <a:rPr lang="en-US">
                          <a:latin typeface="Cambria Math" panose="02040503050406030204" pitchFamily="18" charset="0"/>
                        </a:rPr>
                        <m:t>0</m:t>
                      </m:r>
                      <m:r>
                        <a:rPr lang="en-US">
                          <a:latin typeface="Cambria Math" panose="02040503050406030204" pitchFamily="18" charset="0"/>
                        </a:rPr>
                        <m:t>.</m:t>
                      </m:r>
                      <m:r>
                        <a:rPr lang="en-US">
                          <a:latin typeface="Cambria Math" panose="02040503050406030204" pitchFamily="18" charset="0"/>
                        </a:rPr>
                        <m:t>15</m:t>
                      </m:r>
                    </m:oMath>
                  </m:oMathPara>
                </a14:m>
                <a:endParaRPr lang="en-US" dirty="0"/>
              </a:p>
            </p:txBody>
          </p:sp>
        </mc:Choice>
        <mc:Fallback xmlns="">
          <p:sp>
            <p:nvSpPr>
              <p:cNvPr id="3" name="מציין מיקום תוכן 2">
                <a:extLst>
                  <a:ext uri="{FF2B5EF4-FFF2-40B4-BE49-F238E27FC236}">
                    <a16:creationId xmlns:a16="http://schemas.microsoft.com/office/drawing/2014/main" id="{66A0B951-FD1C-6902-51A1-33AE456006FD}"/>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he-IL">
                    <a:noFill/>
                  </a:rPr>
                  <a:t> </a:t>
                </a:r>
              </a:p>
            </p:txBody>
          </p:sp>
        </mc:Fallback>
      </mc:AlternateContent>
      <p:sp>
        <p:nvSpPr>
          <p:cNvPr id="4" name="מציין מיקום של מספר שקופית 3">
            <a:extLst>
              <a:ext uri="{FF2B5EF4-FFF2-40B4-BE49-F238E27FC236}">
                <a16:creationId xmlns:a16="http://schemas.microsoft.com/office/drawing/2014/main" id="{A072C3B0-E9FF-5D07-5220-7DCF59B0512A}"/>
              </a:ext>
            </a:extLst>
          </p:cNvPr>
          <p:cNvSpPr>
            <a:spLocks noGrp="1"/>
          </p:cNvSpPr>
          <p:nvPr>
            <p:ph type="sldNum" sz="quarter" idx="12"/>
          </p:nvPr>
        </p:nvSpPr>
        <p:spPr/>
        <p:txBody>
          <a:bodyPr/>
          <a:lstStyle/>
          <a:p>
            <a:fld id="{B6796F57-8306-40D4-9229-37A3D19F0B5F}" type="slidenum">
              <a:rPr lang="LID4096" smtClean="0"/>
              <a:t>34</a:t>
            </a:fld>
            <a:endParaRPr lang="LID4096"/>
          </a:p>
        </p:txBody>
      </p:sp>
    </p:spTree>
    <p:extLst>
      <p:ext uri="{BB962C8B-B14F-4D97-AF65-F5344CB8AC3E}">
        <p14:creationId xmlns:p14="http://schemas.microsoft.com/office/powerpoint/2010/main" val="170248457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A1C921-2DB2-2AA6-AD2A-1822B2AB4019}"/>
            </a:ext>
          </a:extLst>
        </p:cNvPr>
        <p:cNvGrpSpPr/>
        <p:nvPr/>
      </p:nvGrpSpPr>
      <p:grpSpPr>
        <a:xfrm>
          <a:off x="0" y="0"/>
          <a:ext cx="0" cy="0"/>
          <a:chOff x="0" y="0"/>
          <a:chExt cx="0" cy="0"/>
        </a:xfrm>
      </p:grpSpPr>
      <p:sp>
        <p:nvSpPr>
          <p:cNvPr id="2" name="כותרת 1">
            <a:extLst>
              <a:ext uri="{FF2B5EF4-FFF2-40B4-BE49-F238E27FC236}">
                <a16:creationId xmlns:a16="http://schemas.microsoft.com/office/drawing/2014/main" id="{08C232AE-BEB3-CE7A-AAD0-F763525BE362}"/>
              </a:ext>
            </a:extLst>
          </p:cNvPr>
          <p:cNvSpPr>
            <a:spLocks noGrp="1"/>
          </p:cNvSpPr>
          <p:nvPr>
            <p:ph type="title"/>
          </p:nvPr>
        </p:nvSpPr>
        <p:spPr/>
        <p:txBody>
          <a:bodyPr/>
          <a:lstStyle/>
          <a:p>
            <a:r>
              <a:rPr lang="en-US" dirty="0"/>
              <a:t>Applying Bayes to our example</a:t>
            </a:r>
            <a:endParaRPr lang="he-IL" dirty="0"/>
          </a:p>
        </p:txBody>
      </p:sp>
      <mc:AlternateContent xmlns:mc="http://schemas.openxmlformats.org/markup-compatibility/2006" xmlns:a14="http://schemas.microsoft.com/office/drawing/2010/main">
        <mc:Choice Requires="a14">
          <p:sp>
            <p:nvSpPr>
              <p:cNvPr id="3" name="מציין מיקום תוכן 2">
                <a:extLst>
                  <a:ext uri="{FF2B5EF4-FFF2-40B4-BE49-F238E27FC236}">
                    <a16:creationId xmlns:a16="http://schemas.microsoft.com/office/drawing/2014/main" id="{A9F65C03-DFAF-750E-50E9-12AFE00F8B48}"/>
                  </a:ext>
                </a:extLst>
              </p:cNvPr>
              <p:cNvSpPr>
                <a:spLocks noGrp="1"/>
              </p:cNvSpPr>
              <p:nvPr>
                <p:ph idx="1"/>
              </p:nvPr>
            </p:nvSpPr>
            <p:spPr/>
            <p:txBody>
              <a:bodyPr/>
              <a:lstStyle/>
              <a:p>
                <a:r>
                  <a:rPr lang="en-US" dirty="0"/>
                  <a:t>With only </a:t>
                </a:r>
                <a:r>
                  <a:rPr lang="en-US" b="1" dirty="0"/>
                  <a:t>20 patients</a:t>
                </a:r>
                <a:r>
                  <a:rPr lang="en-US" dirty="0"/>
                  <a:t>, the likelihood is relatively </a:t>
                </a:r>
                <a:r>
                  <a:rPr lang="en-US" b="1" dirty="0"/>
                  <a:t>wide</a:t>
                </a:r>
                <a:r>
                  <a:rPr lang="en-US" dirty="0"/>
                  <a:t>.</a:t>
                </a:r>
              </a:p>
              <a:p>
                <a:r>
                  <a:rPr lang="en-US" dirty="0"/>
                  <a:t>Many values of </a:t>
                </a:r>
                <a14:m>
                  <m:oMath xmlns:m="http://schemas.openxmlformats.org/officeDocument/2006/math">
                    <m:r>
                      <a:rPr lang="en-US" i="1">
                        <a:latin typeface="Cambria Math" panose="02040503050406030204" pitchFamily="18" charset="0"/>
                      </a:rPr>
                      <m:t>𝜃</m:t>
                    </m:r>
                  </m:oMath>
                </a14:m>
                <a:r>
                  <a:rPr lang="en-US" dirty="0"/>
                  <a:t> remain plausible:</a:t>
                </a:r>
              </a:p>
              <a:p>
                <a:pPr marL="457200" lvl="1" indent="0">
                  <a:buNone/>
                </a:pPr>
                <a:r>
                  <a:rPr lang="en-US" dirty="0"/>
                  <a:t>• 0.05</a:t>
                </a:r>
                <a:br>
                  <a:rPr lang="en-US" dirty="0"/>
                </a:br>
                <a:r>
                  <a:rPr lang="en-US" dirty="0"/>
                  <a:t>• 0.10</a:t>
                </a:r>
                <a:br>
                  <a:rPr lang="en-US" dirty="0"/>
                </a:br>
                <a:r>
                  <a:rPr lang="en-US" dirty="0"/>
                  <a:t>• 0.20</a:t>
                </a:r>
                <a:br>
                  <a:rPr lang="en-US" dirty="0"/>
                </a:br>
                <a:r>
                  <a:rPr lang="en-US" dirty="0"/>
                  <a:t>• 0.30</a:t>
                </a:r>
              </a:p>
              <a:p>
                <a:r>
                  <a:rPr lang="en-US" dirty="0"/>
                  <a:t>This means the data alone are </a:t>
                </a:r>
                <a:r>
                  <a:rPr lang="en-US" b="1" dirty="0"/>
                  <a:t>not very informative</a:t>
                </a:r>
                <a:r>
                  <a:rPr lang="en-US" dirty="0"/>
                  <a:t>.</a:t>
                </a:r>
              </a:p>
            </p:txBody>
          </p:sp>
        </mc:Choice>
        <mc:Fallback xmlns="">
          <p:sp>
            <p:nvSpPr>
              <p:cNvPr id="3" name="מציין מיקום תוכן 2">
                <a:extLst>
                  <a:ext uri="{FF2B5EF4-FFF2-40B4-BE49-F238E27FC236}">
                    <a16:creationId xmlns:a16="http://schemas.microsoft.com/office/drawing/2014/main" id="{A9F65C03-DFAF-750E-50E9-12AFE00F8B48}"/>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he-IL">
                    <a:noFill/>
                  </a:rPr>
                  <a:t> </a:t>
                </a:r>
              </a:p>
            </p:txBody>
          </p:sp>
        </mc:Fallback>
      </mc:AlternateContent>
      <p:sp>
        <p:nvSpPr>
          <p:cNvPr id="4" name="מציין מיקום של מספר שקופית 3">
            <a:extLst>
              <a:ext uri="{FF2B5EF4-FFF2-40B4-BE49-F238E27FC236}">
                <a16:creationId xmlns:a16="http://schemas.microsoft.com/office/drawing/2014/main" id="{B58EF1E3-9368-2D72-1358-D9526F6DB4B0}"/>
              </a:ext>
            </a:extLst>
          </p:cNvPr>
          <p:cNvSpPr>
            <a:spLocks noGrp="1"/>
          </p:cNvSpPr>
          <p:nvPr>
            <p:ph type="sldNum" sz="quarter" idx="12"/>
          </p:nvPr>
        </p:nvSpPr>
        <p:spPr/>
        <p:txBody>
          <a:bodyPr/>
          <a:lstStyle/>
          <a:p>
            <a:fld id="{B6796F57-8306-40D4-9229-37A3D19F0B5F}" type="slidenum">
              <a:rPr lang="LID4096" smtClean="0"/>
              <a:t>35</a:t>
            </a:fld>
            <a:endParaRPr lang="LID4096"/>
          </a:p>
        </p:txBody>
      </p:sp>
    </p:spTree>
    <p:extLst>
      <p:ext uri="{BB962C8B-B14F-4D97-AF65-F5344CB8AC3E}">
        <p14:creationId xmlns:p14="http://schemas.microsoft.com/office/powerpoint/2010/main" val="229210738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3099AF-41BD-1D84-3903-95372CC4787D}"/>
            </a:ext>
          </a:extLst>
        </p:cNvPr>
        <p:cNvGrpSpPr/>
        <p:nvPr/>
      </p:nvGrpSpPr>
      <p:grpSpPr>
        <a:xfrm>
          <a:off x="0" y="0"/>
          <a:ext cx="0" cy="0"/>
          <a:chOff x="0" y="0"/>
          <a:chExt cx="0" cy="0"/>
        </a:xfrm>
      </p:grpSpPr>
      <p:sp>
        <p:nvSpPr>
          <p:cNvPr id="2" name="כותרת 1">
            <a:extLst>
              <a:ext uri="{FF2B5EF4-FFF2-40B4-BE49-F238E27FC236}">
                <a16:creationId xmlns:a16="http://schemas.microsoft.com/office/drawing/2014/main" id="{790DE72E-0E92-083F-6B8A-42AA81D2CE8E}"/>
              </a:ext>
            </a:extLst>
          </p:cNvPr>
          <p:cNvSpPr>
            <a:spLocks noGrp="1"/>
          </p:cNvSpPr>
          <p:nvPr>
            <p:ph type="title"/>
          </p:nvPr>
        </p:nvSpPr>
        <p:spPr/>
        <p:txBody>
          <a:bodyPr/>
          <a:lstStyle/>
          <a:p>
            <a:r>
              <a:rPr lang="en-US" dirty="0"/>
              <a:t>Applying Bayes to our example</a:t>
            </a:r>
            <a:endParaRPr lang="he-IL" dirty="0"/>
          </a:p>
        </p:txBody>
      </p:sp>
      <mc:AlternateContent xmlns:mc="http://schemas.openxmlformats.org/markup-compatibility/2006" xmlns:a14="http://schemas.microsoft.com/office/drawing/2010/main">
        <mc:Choice Requires="a14">
          <p:sp>
            <p:nvSpPr>
              <p:cNvPr id="3" name="מציין מיקום תוכן 2">
                <a:extLst>
                  <a:ext uri="{FF2B5EF4-FFF2-40B4-BE49-F238E27FC236}">
                    <a16:creationId xmlns:a16="http://schemas.microsoft.com/office/drawing/2014/main" id="{1D048A9A-831C-1CEA-DF62-9D41292ACC10}"/>
                  </a:ext>
                </a:extLst>
              </p:cNvPr>
              <p:cNvSpPr>
                <a:spLocks noGrp="1"/>
              </p:cNvSpPr>
              <p:nvPr>
                <p:ph idx="1"/>
              </p:nvPr>
            </p:nvSpPr>
            <p:spPr/>
            <p:txBody>
              <a:bodyPr/>
              <a:lstStyle/>
              <a:p>
                <a:r>
                  <a:rPr lang="en-US" dirty="0"/>
                  <a:t>The likelihood depends on:</a:t>
                </a:r>
              </a:p>
              <a:p>
                <a:pPr lvl="1"/>
                <a:r>
                  <a:rPr lang="en-US" dirty="0"/>
                  <a:t>the observed proportion </a:t>
                </a:r>
              </a:p>
              <a:p>
                <a:pPr lvl="1"/>
                <a:r>
                  <a:rPr lang="en-US" dirty="0"/>
                  <a:t>the sample size </a:t>
                </a:r>
              </a:p>
              <a:p>
                <a:r>
                  <a:rPr lang="en-US" dirty="0"/>
                  <a:t>If collect </a:t>
                </a:r>
                <a:r>
                  <a:rPr lang="en-US" b="1" dirty="0"/>
                  <a:t>more data</a:t>
                </a:r>
                <a:r>
                  <a:rPr lang="en-US" dirty="0"/>
                  <a:t>, the likelihood becomes </a:t>
                </a:r>
                <a:r>
                  <a:rPr lang="en-US" b="1" dirty="0"/>
                  <a:t>more concentrated</a:t>
                </a:r>
                <a:r>
                  <a:rPr lang="en-US" dirty="0"/>
                  <a:t>.</a:t>
                </a:r>
              </a:p>
              <a:p>
                <a:pPr lvl="1"/>
                <a:r>
                  <a:rPr lang="en-US" dirty="0"/>
                  <a:t>For the example simplicity, the we keep the observed proportion the same.</a:t>
                </a:r>
              </a:p>
              <a:p>
                <a:r>
                  <a:rPr lang="en-US" dirty="0"/>
                  <a:t>And the data become </a:t>
                </a:r>
                <a:r>
                  <a:rPr lang="en-US" b="1" dirty="0"/>
                  <a:t>more informative</a:t>
                </a:r>
                <a:r>
                  <a:rPr lang="en-US" dirty="0"/>
                  <a:t> about </a:t>
                </a:r>
                <a14:m>
                  <m:oMath xmlns:m="http://schemas.openxmlformats.org/officeDocument/2006/math">
                    <m:r>
                      <a:rPr lang="en-US" i="1">
                        <a:latin typeface="Cambria Math" panose="02040503050406030204" pitchFamily="18" charset="0"/>
                      </a:rPr>
                      <m:t>𝜃</m:t>
                    </m:r>
                  </m:oMath>
                </a14:m>
                <a:r>
                  <a:rPr lang="en-US" dirty="0"/>
                  <a:t>.</a:t>
                </a:r>
              </a:p>
            </p:txBody>
          </p:sp>
        </mc:Choice>
        <mc:Fallback xmlns="">
          <p:sp>
            <p:nvSpPr>
              <p:cNvPr id="3" name="מציין מיקום תוכן 2">
                <a:extLst>
                  <a:ext uri="{FF2B5EF4-FFF2-40B4-BE49-F238E27FC236}">
                    <a16:creationId xmlns:a16="http://schemas.microsoft.com/office/drawing/2014/main" id="{1D048A9A-831C-1CEA-DF62-9D41292ACC10}"/>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he-IL">
                    <a:noFill/>
                  </a:rPr>
                  <a:t> </a:t>
                </a:r>
              </a:p>
            </p:txBody>
          </p:sp>
        </mc:Fallback>
      </mc:AlternateContent>
      <p:sp>
        <p:nvSpPr>
          <p:cNvPr id="4" name="מציין מיקום של מספר שקופית 3">
            <a:extLst>
              <a:ext uri="{FF2B5EF4-FFF2-40B4-BE49-F238E27FC236}">
                <a16:creationId xmlns:a16="http://schemas.microsoft.com/office/drawing/2014/main" id="{D32E5E55-17D1-7490-7ED4-66630F8A44DC}"/>
              </a:ext>
            </a:extLst>
          </p:cNvPr>
          <p:cNvSpPr>
            <a:spLocks noGrp="1"/>
          </p:cNvSpPr>
          <p:nvPr>
            <p:ph type="sldNum" sz="quarter" idx="12"/>
          </p:nvPr>
        </p:nvSpPr>
        <p:spPr/>
        <p:txBody>
          <a:bodyPr/>
          <a:lstStyle/>
          <a:p>
            <a:fld id="{B6796F57-8306-40D4-9229-37A3D19F0B5F}" type="slidenum">
              <a:rPr lang="LID4096" smtClean="0"/>
              <a:t>36</a:t>
            </a:fld>
            <a:endParaRPr lang="LID4096"/>
          </a:p>
        </p:txBody>
      </p:sp>
    </p:spTree>
    <p:extLst>
      <p:ext uri="{BB962C8B-B14F-4D97-AF65-F5344CB8AC3E}">
        <p14:creationId xmlns:p14="http://schemas.microsoft.com/office/powerpoint/2010/main" val="152204896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C2B309-A4DA-4BDF-2986-4B769504144C}"/>
            </a:ext>
          </a:extLst>
        </p:cNvPr>
        <p:cNvGrpSpPr/>
        <p:nvPr/>
      </p:nvGrpSpPr>
      <p:grpSpPr>
        <a:xfrm>
          <a:off x="0" y="0"/>
          <a:ext cx="0" cy="0"/>
          <a:chOff x="0" y="0"/>
          <a:chExt cx="0" cy="0"/>
        </a:xfrm>
      </p:grpSpPr>
      <p:sp>
        <p:nvSpPr>
          <p:cNvPr id="2" name="כותרת 1">
            <a:extLst>
              <a:ext uri="{FF2B5EF4-FFF2-40B4-BE49-F238E27FC236}">
                <a16:creationId xmlns:a16="http://schemas.microsoft.com/office/drawing/2014/main" id="{0293A7D5-A13D-1E67-4858-932FCF8C2E71}"/>
              </a:ext>
            </a:extLst>
          </p:cNvPr>
          <p:cNvSpPr>
            <a:spLocks noGrp="1"/>
          </p:cNvSpPr>
          <p:nvPr>
            <p:ph type="title"/>
          </p:nvPr>
        </p:nvSpPr>
        <p:spPr/>
        <p:txBody>
          <a:bodyPr/>
          <a:lstStyle/>
          <a:p>
            <a:r>
              <a:rPr lang="en-US" dirty="0"/>
              <a:t>Applying Bayes to our example</a:t>
            </a:r>
            <a:endParaRPr lang="he-IL" dirty="0"/>
          </a:p>
        </p:txBody>
      </p:sp>
      <mc:AlternateContent xmlns:mc="http://schemas.openxmlformats.org/markup-compatibility/2006" xmlns:a14="http://schemas.microsoft.com/office/drawing/2010/main">
        <mc:Choice Requires="a14">
          <p:sp>
            <p:nvSpPr>
              <p:cNvPr id="3" name="מציין מיקום תוכן 2">
                <a:extLst>
                  <a:ext uri="{FF2B5EF4-FFF2-40B4-BE49-F238E27FC236}">
                    <a16:creationId xmlns:a16="http://schemas.microsoft.com/office/drawing/2014/main" id="{EA501900-3958-B312-2FBE-9B4E986DC638}"/>
                  </a:ext>
                </a:extLst>
              </p:cNvPr>
              <p:cNvSpPr>
                <a:spLocks noGrp="1"/>
              </p:cNvSpPr>
              <p:nvPr>
                <p:ph idx="1"/>
              </p:nvPr>
            </p:nvSpPr>
            <p:spPr/>
            <p:txBody>
              <a:bodyPr>
                <a:normAutofit/>
              </a:bodyPr>
              <a:lstStyle/>
              <a:p>
                <a:r>
                  <a:rPr lang="en-US" sz="2400" dirty="0"/>
                  <a:t>Suppose we observe the same event rate in different experiments:</a:t>
                </a:r>
              </a:p>
              <a:p>
                <a:pPr lvl="1"/>
                <a14:m>
                  <m:oMath xmlns:m="http://schemas.openxmlformats.org/officeDocument/2006/math">
                    <m:r>
                      <a:rPr lang="en-US" sz="2000" b="0" i="1" dirty="0" smtClean="0">
                        <a:latin typeface="Cambria Math" panose="02040503050406030204" pitchFamily="18" charset="0"/>
                      </a:rPr>
                      <m:t>𝑧</m:t>
                    </m:r>
                    <m:r>
                      <a:rPr lang="en-US" sz="2000" i="1" dirty="0" smtClean="0">
                        <a:latin typeface="Cambria Math" panose="02040503050406030204" pitchFamily="18" charset="0"/>
                      </a:rPr>
                      <m:t> =</m:t>
                    </m:r>
                    <m:r>
                      <a:rPr lang="en-US" sz="2000" i="1" dirty="0">
                        <a:latin typeface="Cambria Math" panose="02040503050406030204" pitchFamily="18" charset="0"/>
                      </a:rPr>
                      <m:t> </m:t>
                    </m:r>
                    <m:r>
                      <a:rPr lang="en-US" sz="2000" i="1" dirty="0" smtClean="0">
                        <a:latin typeface="Cambria Math" panose="02040503050406030204" pitchFamily="18" charset="0"/>
                      </a:rPr>
                      <m:t>3</m:t>
                    </m:r>
                    <m:r>
                      <a:rPr lang="en-US" sz="2000" i="1" dirty="0" smtClean="0">
                        <a:latin typeface="Cambria Math" panose="02040503050406030204" pitchFamily="18" charset="0"/>
                      </a:rPr>
                      <m:t>, </m:t>
                    </m:r>
                    <m:r>
                      <a:rPr lang="en-US" sz="2000" i="1" dirty="0" smtClean="0">
                        <a:latin typeface="Cambria Math" panose="02040503050406030204" pitchFamily="18" charset="0"/>
                      </a:rPr>
                      <m:t>𝑛</m:t>
                    </m:r>
                    <m:r>
                      <a:rPr lang="en-US" sz="2000" i="1" dirty="0">
                        <a:latin typeface="Cambria Math" panose="02040503050406030204" pitchFamily="18" charset="0"/>
                      </a:rPr>
                      <m:t> </m:t>
                    </m:r>
                    <m:r>
                      <a:rPr lang="en-US" sz="2000" i="1" dirty="0" smtClean="0">
                        <a:latin typeface="Cambria Math" panose="02040503050406030204" pitchFamily="18" charset="0"/>
                      </a:rPr>
                      <m:t>=</m:t>
                    </m:r>
                    <m:r>
                      <a:rPr lang="en-US" sz="2000" i="1" dirty="0">
                        <a:latin typeface="Cambria Math" panose="02040503050406030204" pitchFamily="18" charset="0"/>
                      </a:rPr>
                      <m:t> </m:t>
                    </m:r>
                    <m:r>
                      <a:rPr lang="en-US" sz="2000" i="1" dirty="0" smtClean="0">
                        <a:latin typeface="Cambria Math" panose="02040503050406030204" pitchFamily="18" charset="0"/>
                      </a:rPr>
                      <m:t>20</m:t>
                    </m:r>
                  </m:oMath>
                </a14:m>
                <a:endParaRPr lang="en-US" sz="2000" i="1" dirty="0">
                  <a:latin typeface="Cambria Math" panose="02040503050406030204" pitchFamily="18" charset="0"/>
                </a:endParaRPr>
              </a:p>
              <a:p>
                <a:pPr lvl="1"/>
                <a14:m>
                  <m:oMath xmlns:m="http://schemas.openxmlformats.org/officeDocument/2006/math">
                    <m:r>
                      <a:rPr lang="en-US" sz="2000" i="1" dirty="0">
                        <a:latin typeface="Cambria Math" panose="02040503050406030204" pitchFamily="18" charset="0"/>
                      </a:rPr>
                      <m:t>𝑧</m:t>
                    </m:r>
                    <m:r>
                      <a:rPr lang="en-US" sz="2000" i="1" dirty="0">
                        <a:latin typeface="Cambria Math" panose="02040503050406030204" pitchFamily="18" charset="0"/>
                      </a:rPr>
                      <m:t> =</m:t>
                    </m:r>
                    <m:r>
                      <a:rPr lang="en-US" sz="2000" b="0" i="1" dirty="0" smtClean="0">
                        <a:latin typeface="Cambria Math" panose="02040503050406030204" pitchFamily="18" charset="0"/>
                      </a:rPr>
                      <m:t>15</m:t>
                    </m:r>
                    <m:r>
                      <a:rPr lang="en-US" sz="2000" i="1" dirty="0">
                        <a:latin typeface="Cambria Math" panose="02040503050406030204" pitchFamily="18" charset="0"/>
                      </a:rPr>
                      <m:t>, </m:t>
                    </m:r>
                    <m:r>
                      <a:rPr lang="en-US" sz="2000" i="1" dirty="0">
                        <a:latin typeface="Cambria Math" panose="02040503050406030204" pitchFamily="18" charset="0"/>
                      </a:rPr>
                      <m:t>𝑛</m:t>
                    </m:r>
                    <m:r>
                      <a:rPr lang="en-US" sz="2000" i="1" dirty="0">
                        <a:latin typeface="Cambria Math" panose="02040503050406030204" pitchFamily="18" charset="0"/>
                      </a:rPr>
                      <m:t> =</m:t>
                    </m:r>
                    <m:r>
                      <a:rPr lang="en-US" sz="2000" b="0" i="1" dirty="0" smtClean="0">
                        <a:latin typeface="Cambria Math" panose="02040503050406030204" pitchFamily="18" charset="0"/>
                      </a:rPr>
                      <m:t>100</m:t>
                    </m:r>
                  </m:oMath>
                </a14:m>
                <a:endParaRPr lang="en-US" sz="2000" dirty="0"/>
              </a:p>
              <a:p>
                <a:pPr lvl="1"/>
                <a14:m>
                  <m:oMath xmlns:m="http://schemas.openxmlformats.org/officeDocument/2006/math">
                    <m:r>
                      <a:rPr lang="en-US" sz="2000" i="1" dirty="0">
                        <a:latin typeface="Cambria Math" panose="02040503050406030204" pitchFamily="18" charset="0"/>
                      </a:rPr>
                      <m:t>𝑧</m:t>
                    </m:r>
                    <m:r>
                      <a:rPr lang="en-US" sz="2000" i="1" dirty="0">
                        <a:latin typeface="Cambria Math" panose="02040503050406030204" pitchFamily="18" charset="0"/>
                      </a:rPr>
                      <m:t> =</m:t>
                    </m:r>
                    <m:r>
                      <a:rPr lang="en-US" sz="2000" b="0" i="1" dirty="0" smtClean="0">
                        <a:latin typeface="Cambria Math" panose="02040503050406030204" pitchFamily="18" charset="0"/>
                      </a:rPr>
                      <m:t>150</m:t>
                    </m:r>
                    <m:r>
                      <a:rPr lang="en-US" sz="2000" i="1" dirty="0">
                        <a:latin typeface="Cambria Math" panose="02040503050406030204" pitchFamily="18" charset="0"/>
                      </a:rPr>
                      <m:t>, </m:t>
                    </m:r>
                    <m:r>
                      <a:rPr lang="en-US" sz="2000" i="1" dirty="0">
                        <a:latin typeface="Cambria Math" panose="02040503050406030204" pitchFamily="18" charset="0"/>
                      </a:rPr>
                      <m:t>𝑛</m:t>
                    </m:r>
                    <m:r>
                      <a:rPr lang="en-US" sz="2000" i="1" dirty="0">
                        <a:latin typeface="Cambria Math" panose="02040503050406030204" pitchFamily="18" charset="0"/>
                      </a:rPr>
                      <m:t> =</m:t>
                    </m:r>
                    <m:r>
                      <a:rPr lang="en-US" sz="2000" b="0" i="1" dirty="0" smtClean="0">
                        <a:latin typeface="Cambria Math" panose="02040503050406030204" pitchFamily="18" charset="0"/>
                      </a:rPr>
                      <m:t>1000</m:t>
                    </m:r>
                  </m:oMath>
                </a14:m>
                <a:endParaRPr lang="en-US" sz="2000" dirty="0"/>
              </a:p>
              <a:p>
                <a:pPr marL="0" indent="0">
                  <a:buNone/>
                </a:pPr>
                <a:endParaRPr lang="en-US" sz="2400" dirty="0"/>
              </a:p>
            </p:txBody>
          </p:sp>
        </mc:Choice>
        <mc:Fallback xmlns="">
          <p:sp>
            <p:nvSpPr>
              <p:cNvPr id="3" name="מציין מיקום תוכן 2">
                <a:extLst>
                  <a:ext uri="{FF2B5EF4-FFF2-40B4-BE49-F238E27FC236}">
                    <a16:creationId xmlns:a16="http://schemas.microsoft.com/office/drawing/2014/main" id="{EA501900-3958-B312-2FBE-9B4E986DC638}"/>
                  </a:ext>
                </a:extLst>
              </p:cNvPr>
              <p:cNvSpPr>
                <a:spLocks noGrp="1" noRot="1" noChangeAspect="1" noMove="1" noResize="1" noEditPoints="1" noAdjustHandles="1" noChangeArrowheads="1" noChangeShapeType="1" noTextEdit="1"/>
              </p:cNvSpPr>
              <p:nvPr>
                <p:ph idx="1"/>
              </p:nvPr>
            </p:nvSpPr>
            <p:spPr>
              <a:blipFill>
                <a:blip r:embed="rId2"/>
                <a:stretch>
                  <a:fillRect l="-812" t="-1821"/>
                </a:stretch>
              </a:blipFill>
            </p:spPr>
            <p:txBody>
              <a:bodyPr/>
              <a:lstStyle/>
              <a:p>
                <a:r>
                  <a:rPr lang="he-IL">
                    <a:noFill/>
                  </a:rPr>
                  <a:t> </a:t>
                </a:r>
              </a:p>
            </p:txBody>
          </p:sp>
        </mc:Fallback>
      </mc:AlternateContent>
      <p:sp>
        <p:nvSpPr>
          <p:cNvPr id="4" name="מציין מיקום של מספר שקופית 3">
            <a:extLst>
              <a:ext uri="{FF2B5EF4-FFF2-40B4-BE49-F238E27FC236}">
                <a16:creationId xmlns:a16="http://schemas.microsoft.com/office/drawing/2014/main" id="{C8ACA16C-D698-661D-1C01-D0D9998A52D2}"/>
              </a:ext>
            </a:extLst>
          </p:cNvPr>
          <p:cNvSpPr>
            <a:spLocks noGrp="1"/>
          </p:cNvSpPr>
          <p:nvPr>
            <p:ph type="sldNum" sz="quarter" idx="12"/>
          </p:nvPr>
        </p:nvSpPr>
        <p:spPr/>
        <p:txBody>
          <a:bodyPr/>
          <a:lstStyle/>
          <a:p>
            <a:fld id="{B6796F57-8306-40D4-9229-37A3D19F0B5F}" type="slidenum">
              <a:rPr lang="LID4096" smtClean="0"/>
              <a:t>37</a:t>
            </a:fld>
            <a:endParaRPr lang="LID4096"/>
          </a:p>
        </p:txBody>
      </p:sp>
    </p:spTree>
    <p:extLst>
      <p:ext uri="{BB962C8B-B14F-4D97-AF65-F5344CB8AC3E}">
        <p14:creationId xmlns:p14="http://schemas.microsoft.com/office/powerpoint/2010/main" val="267933562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1849EB-85E4-8EC3-5616-E744C2B9068B}"/>
            </a:ext>
          </a:extLst>
        </p:cNvPr>
        <p:cNvGrpSpPr/>
        <p:nvPr/>
      </p:nvGrpSpPr>
      <p:grpSpPr>
        <a:xfrm>
          <a:off x="0" y="0"/>
          <a:ext cx="0" cy="0"/>
          <a:chOff x="0" y="0"/>
          <a:chExt cx="0" cy="0"/>
        </a:xfrm>
      </p:grpSpPr>
      <p:sp>
        <p:nvSpPr>
          <p:cNvPr id="2" name="כותרת 1">
            <a:extLst>
              <a:ext uri="{FF2B5EF4-FFF2-40B4-BE49-F238E27FC236}">
                <a16:creationId xmlns:a16="http://schemas.microsoft.com/office/drawing/2014/main" id="{8A81205D-AB2F-5498-64F5-28B5B88FD1D3}"/>
              </a:ext>
            </a:extLst>
          </p:cNvPr>
          <p:cNvSpPr>
            <a:spLocks noGrp="1"/>
          </p:cNvSpPr>
          <p:nvPr>
            <p:ph type="title"/>
          </p:nvPr>
        </p:nvSpPr>
        <p:spPr/>
        <p:txBody>
          <a:bodyPr/>
          <a:lstStyle/>
          <a:p>
            <a:r>
              <a:rPr lang="en-US" dirty="0"/>
              <a:t>Applying Bayes to our example</a:t>
            </a:r>
            <a:endParaRPr lang="he-IL" dirty="0"/>
          </a:p>
        </p:txBody>
      </p:sp>
      <mc:AlternateContent xmlns:mc="http://schemas.openxmlformats.org/markup-compatibility/2006" xmlns:a14="http://schemas.microsoft.com/office/drawing/2010/main">
        <mc:Choice Requires="a14">
          <p:sp>
            <p:nvSpPr>
              <p:cNvPr id="3" name="מציין מיקום תוכן 2">
                <a:extLst>
                  <a:ext uri="{FF2B5EF4-FFF2-40B4-BE49-F238E27FC236}">
                    <a16:creationId xmlns:a16="http://schemas.microsoft.com/office/drawing/2014/main" id="{C01874ED-3F4C-69BC-AE5A-9DF9F97E741F}"/>
                  </a:ext>
                </a:extLst>
              </p:cNvPr>
              <p:cNvSpPr>
                <a:spLocks noGrp="1"/>
              </p:cNvSpPr>
              <p:nvPr>
                <p:ph idx="1"/>
              </p:nvPr>
            </p:nvSpPr>
            <p:spPr>
              <a:xfrm>
                <a:off x="368299" y="1825625"/>
                <a:ext cx="11143119" cy="4351338"/>
              </a:xfrm>
            </p:spPr>
            <p:txBody>
              <a:bodyPr>
                <a:normAutofit/>
              </a:bodyPr>
              <a:lstStyle/>
              <a:p>
                <a:r>
                  <a:rPr lang="en-US" dirty="0"/>
                  <a:t>As the sample size increases:</a:t>
                </a:r>
              </a:p>
              <a:p>
                <a:pPr lvl="1"/>
                <a:r>
                  <a:rPr lang="en-US" dirty="0"/>
                  <a:t>the likelihood becomes </a:t>
                </a:r>
                <a:r>
                  <a:rPr lang="en-US" b="1" dirty="0"/>
                  <a:t>narrower</a:t>
                </a:r>
                <a:r>
                  <a:rPr lang="en-US" dirty="0"/>
                  <a:t> </a:t>
                </a:r>
              </a:p>
              <a:p>
                <a:pPr lvl="1"/>
                <a:r>
                  <a:rPr lang="en-US" dirty="0"/>
                  <a:t>values far from the observed proportion become less plausible </a:t>
                </a:r>
              </a:p>
              <a:p>
                <a:pPr lvl="1"/>
                <a:r>
                  <a:rPr lang="en-US" dirty="0"/>
                  <a:t>the data provide </a:t>
                </a:r>
                <a:r>
                  <a:rPr lang="en-US" b="1" dirty="0"/>
                  <a:t>stronger evidence</a:t>
                </a:r>
                <a:r>
                  <a:rPr lang="en-US" dirty="0"/>
                  <a:t> about </a:t>
                </a:r>
                <a14:m>
                  <m:oMath xmlns:m="http://schemas.openxmlformats.org/officeDocument/2006/math">
                    <m:r>
                      <a:rPr lang="en-US" i="1">
                        <a:latin typeface="Cambria Math" panose="02040503050406030204" pitchFamily="18" charset="0"/>
                      </a:rPr>
                      <m:t>𝜃</m:t>
                    </m:r>
                  </m:oMath>
                </a14:m>
                <a:endParaRPr lang="en-US" dirty="0"/>
              </a:p>
            </p:txBody>
          </p:sp>
        </mc:Choice>
        <mc:Fallback xmlns="">
          <p:sp>
            <p:nvSpPr>
              <p:cNvPr id="3" name="מציין מיקום תוכן 2">
                <a:extLst>
                  <a:ext uri="{FF2B5EF4-FFF2-40B4-BE49-F238E27FC236}">
                    <a16:creationId xmlns:a16="http://schemas.microsoft.com/office/drawing/2014/main" id="{C01874ED-3F4C-69BC-AE5A-9DF9F97E741F}"/>
                  </a:ext>
                </a:extLst>
              </p:cNvPr>
              <p:cNvSpPr>
                <a:spLocks noGrp="1" noRot="1" noChangeAspect="1" noMove="1" noResize="1" noEditPoints="1" noAdjustHandles="1" noChangeArrowheads="1" noChangeShapeType="1" noTextEdit="1"/>
              </p:cNvSpPr>
              <p:nvPr>
                <p:ph idx="1"/>
              </p:nvPr>
            </p:nvSpPr>
            <p:spPr>
              <a:xfrm>
                <a:off x="368299" y="1825625"/>
                <a:ext cx="11143119" cy="4351338"/>
              </a:xfrm>
              <a:blipFill>
                <a:blip r:embed="rId3"/>
                <a:stretch>
                  <a:fillRect l="-985" t="-2241"/>
                </a:stretch>
              </a:blipFill>
            </p:spPr>
            <p:txBody>
              <a:bodyPr/>
              <a:lstStyle/>
              <a:p>
                <a:r>
                  <a:rPr lang="he-IL">
                    <a:noFill/>
                  </a:rPr>
                  <a:t> </a:t>
                </a:r>
              </a:p>
            </p:txBody>
          </p:sp>
        </mc:Fallback>
      </mc:AlternateContent>
      <p:sp>
        <p:nvSpPr>
          <p:cNvPr id="4" name="מציין מיקום של מספר שקופית 3">
            <a:extLst>
              <a:ext uri="{FF2B5EF4-FFF2-40B4-BE49-F238E27FC236}">
                <a16:creationId xmlns:a16="http://schemas.microsoft.com/office/drawing/2014/main" id="{18D130C1-D9D4-1064-8197-EA3EB678DB02}"/>
              </a:ext>
            </a:extLst>
          </p:cNvPr>
          <p:cNvSpPr>
            <a:spLocks noGrp="1"/>
          </p:cNvSpPr>
          <p:nvPr>
            <p:ph type="sldNum" sz="quarter" idx="12"/>
          </p:nvPr>
        </p:nvSpPr>
        <p:spPr/>
        <p:txBody>
          <a:bodyPr/>
          <a:lstStyle/>
          <a:p>
            <a:fld id="{B6796F57-8306-40D4-9229-37A3D19F0B5F}" type="slidenum">
              <a:rPr lang="LID4096" smtClean="0"/>
              <a:t>38</a:t>
            </a:fld>
            <a:endParaRPr lang="LID4096"/>
          </a:p>
        </p:txBody>
      </p:sp>
      <p:pic>
        <p:nvPicPr>
          <p:cNvPr id="6146" name="Picture 2">
            <a:extLst>
              <a:ext uri="{FF2B5EF4-FFF2-40B4-BE49-F238E27FC236}">
                <a16:creationId xmlns:a16="http://schemas.microsoft.com/office/drawing/2014/main" id="{7D9858F2-6854-4EFB-0DF5-95F304E8B25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2924" y="3687516"/>
            <a:ext cx="11410777" cy="30339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0091860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D02043-A9CE-8358-6551-0055A10E1B52}"/>
            </a:ext>
          </a:extLst>
        </p:cNvPr>
        <p:cNvGrpSpPr/>
        <p:nvPr/>
      </p:nvGrpSpPr>
      <p:grpSpPr>
        <a:xfrm>
          <a:off x="0" y="0"/>
          <a:ext cx="0" cy="0"/>
          <a:chOff x="0" y="0"/>
          <a:chExt cx="0" cy="0"/>
        </a:xfrm>
      </p:grpSpPr>
      <p:sp>
        <p:nvSpPr>
          <p:cNvPr id="2" name="כותרת 1">
            <a:extLst>
              <a:ext uri="{FF2B5EF4-FFF2-40B4-BE49-F238E27FC236}">
                <a16:creationId xmlns:a16="http://schemas.microsoft.com/office/drawing/2014/main" id="{6CEC011D-E02F-294E-9243-90F56BE97F46}"/>
              </a:ext>
            </a:extLst>
          </p:cNvPr>
          <p:cNvSpPr>
            <a:spLocks noGrp="1"/>
          </p:cNvSpPr>
          <p:nvPr>
            <p:ph type="title"/>
          </p:nvPr>
        </p:nvSpPr>
        <p:spPr/>
        <p:txBody>
          <a:bodyPr/>
          <a:lstStyle/>
          <a:p>
            <a:r>
              <a:rPr lang="en-US" dirty="0"/>
              <a:t>Applying Bayes to our example</a:t>
            </a:r>
            <a:endParaRPr lang="he-IL" dirty="0"/>
          </a:p>
        </p:txBody>
      </p:sp>
      <mc:AlternateContent xmlns:mc="http://schemas.openxmlformats.org/markup-compatibility/2006" xmlns:a14="http://schemas.microsoft.com/office/drawing/2010/main">
        <mc:Choice Requires="a14">
          <p:sp>
            <p:nvSpPr>
              <p:cNvPr id="3" name="מציין מיקום תוכן 2">
                <a:extLst>
                  <a:ext uri="{FF2B5EF4-FFF2-40B4-BE49-F238E27FC236}">
                    <a16:creationId xmlns:a16="http://schemas.microsoft.com/office/drawing/2014/main" id="{8BEC9579-AE8C-965E-F65D-D33EC64F14EA}"/>
                  </a:ext>
                </a:extLst>
              </p:cNvPr>
              <p:cNvSpPr>
                <a:spLocks noGrp="1"/>
              </p:cNvSpPr>
              <p:nvPr>
                <p:ph idx="1"/>
              </p:nvPr>
            </p:nvSpPr>
            <p:spPr>
              <a:xfrm>
                <a:off x="368300" y="1825625"/>
                <a:ext cx="4579482" cy="4351338"/>
              </a:xfrm>
            </p:spPr>
            <p:txBody>
              <a:bodyPr>
                <a:normAutofit/>
              </a:bodyPr>
              <a:lstStyle/>
              <a:p>
                <a:r>
                  <a:rPr lang="en-US" dirty="0"/>
                  <a:t>As the sample size increases:</a:t>
                </a:r>
              </a:p>
              <a:p>
                <a:pPr lvl="1"/>
                <a:r>
                  <a:rPr lang="en-US" dirty="0"/>
                  <a:t>the likelihood becomes </a:t>
                </a:r>
                <a:r>
                  <a:rPr lang="en-US" b="1" dirty="0"/>
                  <a:t>narrower</a:t>
                </a:r>
                <a:r>
                  <a:rPr lang="en-US" dirty="0"/>
                  <a:t> </a:t>
                </a:r>
              </a:p>
              <a:p>
                <a:pPr lvl="1"/>
                <a:r>
                  <a:rPr lang="en-US" dirty="0"/>
                  <a:t>values far from the observed proportion become less plausible </a:t>
                </a:r>
              </a:p>
              <a:p>
                <a:pPr lvl="1"/>
                <a:r>
                  <a:rPr lang="en-US" dirty="0"/>
                  <a:t>the data provide </a:t>
                </a:r>
                <a:r>
                  <a:rPr lang="en-US" b="1" dirty="0"/>
                  <a:t>stronger evidence</a:t>
                </a:r>
                <a:r>
                  <a:rPr lang="en-US" dirty="0"/>
                  <a:t> about </a:t>
                </a:r>
                <a14:m>
                  <m:oMath xmlns:m="http://schemas.openxmlformats.org/officeDocument/2006/math">
                    <m:r>
                      <a:rPr lang="en-US" i="1">
                        <a:latin typeface="Cambria Math" panose="02040503050406030204" pitchFamily="18" charset="0"/>
                      </a:rPr>
                      <m:t>𝜃</m:t>
                    </m:r>
                  </m:oMath>
                </a14:m>
                <a:endParaRPr lang="en-US" dirty="0"/>
              </a:p>
            </p:txBody>
          </p:sp>
        </mc:Choice>
        <mc:Fallback xmlns="">
          <p:sp>
            <p:nvSpPr>
              <p:cNvPr id="3" name="מציין מיקום תוכן 2">
                <a:extLst>
                  <a:ext uri="{FF2B5EF4-FFF2-40B4-BE49-F238E27FC236}">
                    <a16:creationId xmlns:a16="http://schemas.microsoft.com/office/drawing/2014/main" id="{8BEC9579-AE8C-965E-F65D-D33EC64F14EA}"/>
                  </a:ext>
                </a:extLst>
              </p:cNvPr>
              <p:cNvSpPr>
                <a:spLocks noGrp="1" noRot="1" noChangeAspect="1" noMove="1" noResize="1" noEditPoints="1" noAdjustHandles="1" noChangeArrowheads="1" noChangeShapeType="1" noTextEdit="1"/>
              </p:cNvSpPr>
              <p:nvPr>
                <p:ph idx="1"/>
              </p:nvPr>
            </p:nvSpPr>
            <p:spPr>
              <a:xfrm>
                <a:off x="368300" y="1825625"/>
                <a:ext cx="4579482" cy="4351338"/>
              </a:xfrm>
              <a:blipFill>
                <a:blip r:embed="rId3"/>
                <a:stretch>
                  <a:fillRect l="-2394" t="-2241" r="-2128"/>
                </a:stretch>
              </a:blipFill>
            </p:spPr>
            <p:txBody>
              <a:bodyPr/>
              <a:lstStyle/>
              <a:p>
                <a:r>
                  <a:rPr lang="he-IL">
                    <a:noFill/>
                  </a:rPr>
                  <a:t> </a:t>
                </a:r>
              </a:p>
            </p:txBody>
          </p:sp>
        </mc:Fallback>
      </mc:AlternateContent>
      <p:sp>
        <p:nvSpPr>
          <p:cNvPr id="4" name="מציין מיקום של מספר שקופית 3">
            <a:extLst>
              <a:ext uri="{FF2B5EF4-FFF2-40B4-BE49-F238E27FC236}">
                <a16:creationId xmlns:a16="http://schemas.microsoft.com/office/drawing/2014/main" id="{77572E7D-812F-B3E4-E50A-38C64C029ADB}"/>
              </a:ext>
            </a:extLst>
          </p:cNvPr>
          <p:cNvSpPr>
            <a:spLocks noGrp="1"/>
          </p:cNvSpPr>
          <p:nvPr>
            <p:ph type="sldNum" sz="quarter" idx="12"/>
          </p:nvPr>
        </p:nvSpPr>
        <p:spPr/>
        <p:txBody>
          <a:bodyPr/>
          <a:lstStyle/>
          <a:p>
            <a:fld id="{B6796F57-8306-40D4-9229-37A3D19F0B5F}" type="slidenum">
              <a:rPr lang="LID4096" smtClean="0"/>
              <a:t>39</a:t>
            </a:fld>
            <a:endParaRPr lang="LID4096"/>
          </a:p>
        </p:txBody>
      </p:sp>
      <p:pic>
        <p:nvPicPr>
          <p:cNvPr id="5126" name="Picture 6">
            <a:extLst>
              <a:ext uri="{FF2B5EF4-FFF2-40B4-BE49-F238E27FC236}">
                <a16:creationId xmlns:a16="http://schemas.microsoft.com/office/drawing/2014/main" id="{67517734-6F9C-AE72-344A-43D9F6E6236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16689" y="1979758"/>
            <a:ext cx="6587822" cy="408752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3622771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D31A95-141D-08EE-C2A4-7272CDC5529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ABA9D2F-63F6-6267-7113-712C17EBCBCC}"/>
              </a:ext>
            </a:extLst>
          </p:cNvPr>
          <p:cNvSpPr>
            <a:spLocks noGrp="1"/>
          </p:cNvSpPr>
          <p:nvPr>
            <p:ph type="title"/>
          </p:nvPr>
        </p:nvSpPr>
        <p:spPr>
          <a:xfrm>
            <a:off x="838200" y="20997"/>
            <a:ext cx="10515600" cy="1325563"/>
          </a:xfrm>
        </p:spPr>
        <p:txBody>
          <a:bodyPr/>
          <a:lstStyle/>
          <a:p>
            <a:r>
              <a:rPr lang="en-US" dirty="0"/>
              <a:t>Bayesian Inference</a:t>
            </a:r>
            <a:endParaRPr lang="LID4096" dirty="0"/>
          </a:p>
        </p:txBody>
      </p:sp>
      <p:sp>
        <p:nvSpPr>
          <p:cNvPr id="3" name="Content Placeholder 2">
            <a:extLst>
              <a:ext uri="{FF2B5EF4-FFF2-40B4-BE49-F238E27FC236}">
                <a16:creationId xmlns:a16="http://schemas.microsoft.com/office/drawing/2014/main" id="{C641A4AD-9143-B205-7C8F-C4803E158319}"/>
              </a:ext>
            </a:extLst>
          </p:cNvPr>
          <p:cNvSpPr>
            <a:spLocks noGrp="1"/>
          </p:cNvSpPr>
          <p:nvPr>
            <p:ph idx="1"/>
          </p:nvPr>
        </p:nvSpPr>
        <p:spPr>
          <a:xfrm>
            <a:off x="838200" y="1346560"/>
            <a:ext cx="10515600" cy="5378705"/>
          </a:xfrm>
        </p:spPr>
        <p:txBody>
          <a:bodyPr>
            <a:normAutofit fontScale="85000" lnSpcReduction="10000"/>
          </a:bodyPr>
          <a:lstStyle/>
          <a:p>
            <a:pPr algn="just">
              <a:lnSpc>
                <a:spcPct val="150000"/>
              </a:lnSpc>
            </a:pPr>
            <a:r>
              <a:rPr lang="en-GB" dirty="0"/>
              <a:t>The result of a Bayesian analysis is a posterior </a:t>
            </a:r>
            <a:r>
              <a:rPr lang="en-GB" b="1" dirty="0"/>
              <a:t>distribution</a:t>
            </a:r>
            <a:r>
              <a:rPr lang="en-GB" dirty="0"/>
              <a:t> – not a single value but a distribution of plausible values given the data and our model.</a:t>
            </a:r>
          </a:p>
          <a:p>
            <a:pPr algn="just">
              <a:lnSpc>
                <a:spcPct val="150000"/>
              </a:lnSpc>
            </a:pPr>
            <a:r>
              <a:rPr lang="en-GB" dirty="0"/>
              <a:t>The most probable value is the mode of the posterior (today we saw the mean).</a:t>
            </a:r>
          </a:p>
          <a:p>
            <a:pPr algn="just">
              <a:lnSpc>
                <a:spcPct val="150000"/>
              </a:lnSpc>
            </a:pPr>
            <a:r>
              <a:rPr lang="en-GB" dirty="0"/>
              <a:t>The spread of the posterior reflects the uncertainty about the value of the parameter.</a:t>
            </a:r>
          </a:p>
          <a:p>
            <a:pPr algn="just">
              <a:lnSpc>
                <a:spcPct val="150000"/>
              </a:lnSpc>
            </a:pPr>
            <a:r>
              <a:rPr lang="en-US" dirty="0"/>
              <a:t>The more data we have, the less the prior effects the posterior. </a:t>
            </a:r>
          </a:p>
          <a:p>
            <a:pPr algn="just">
              <a:lnSpc>
                <a:spcPct val="150000"/>
              </a:lnSpc>
            </a:pPr>
            <a:r>
              <a:rPr lang="en-GB" dirty="0"/>
              <a:t>Given a sufficiently large amount of data, two or more Bayesian models with different priors will tend to converge to the same result. In the limit of infinite data, no matter which prior we use, all of them will provide the same posterior.</a:t>
            </a:r>
            <a:endParaRPr lang="en-US" dirty="0"/>
          </a:p>
        </p:txBody>
      </p:sp>
      <p:sp>
        <p:nvSpPr>
          <p:cNvPr id="4" name="מציין מיקום של מספר שקופית 3">
            <a:extLst>
              <a:ext uri="{FF2B5EF4-FFF2-40B4-BE49-F238E27FC236}">
                <a16:creationId xmlns:a16="http://schemas.microsoft.com/office/drawing/2014/main" id="{BF6E4001-0905-4BED-6C55-26E308CA04E4}"/>
              </a:ext>
            </a:extLst>
          </p:cNvPr>
          <p:cNvSpPr>
            <a:spLocks noGrp="1"/>
          </p:cNvSpPr>
          <p:nvPr>
            <p:ph type="sldNum" sz="quarter" idx="12"/>
          </p:nvPr>
        </p:nvSpPr>
        <p:spPr/>
        <p:txBody>
          <a:bodyPr/>
          <a:lstStyle/>
          <a:p>
            <a:fld id="{B6796F57-8306-40D4-9229-37A3D19F0B5F}" type="slidenum">
              <a:rPr lang="LID4096" smtClean="0"/>
              <a:t>40</a:t>
            </a:fld>
            <a:endParaRPr lang="LID4096"/>
          </a:p>
        </p:txBody>
      </p:sp>
    </p:spTree>
    <p:extLst>
      <p:ext uri="{BB962C8B-B14F-4D97-AF65-F5344CB8AC3E}">
        <p14:creationId xmlns:p14="http://schemas.microsoft.com/office/powerpoint/2010/main" val="17293745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25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25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25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25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9B0CAA-9173-D08A-BC06-6222B1798FF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A584D57-57C8-BCDB-138C-831DF66435E1}"/>
              </a:ext>
            </a:extLst>
          </p:cNvPr>
          <p:cNvSpPr>
            <a:spLocks noGrp="1"/>
          </p:cNvSpPr>
          <p:nvPr>
            <p:ph type="title"/>
          </p:nvPr>
        </p:nvSpPr>
        <p:spPr>
          <a:xfrm>
            <a:off x="838200" y="20997"/>
            <a:ext cx="10515600" cy="1325563"/>
          </a:xfrm>
        </p:spPr>
        <p:txBody>
          <a:bodyPr/>
          <a:lstStyle/>
          <a:p>
            <a:r>
              <a:rPr lang="en-US" dirty="0"/>
              <a:t>Grid Method</a:t>
            </a:r>
            <a:endParaRPr lang="LID4096"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B6ECB8A-2E89-25C4-AE40-30BF3936C235}"/>
                  </a:ext>
                </a:extLst>
              </p:cNvPr>
              <p:cNvSpPr>
                <a:spLocks noGrp="1"/>
              </p:cNvSpPr>
              <p:nvPr>
                <p:ph idx="1"/>
              </p:nvPr>
            </p:nvSpPr>
            <p:spPr>
              <a:xfrm>
                <a:off x="432486" y="1346560"/>
                <a:ext cx="11466437" cy="5378705"/>
              </a:xfrm>
            </p:spPr>
            <p:txBody>
              <a:bodyPr>
                <a:normAutofit lnSpcReduction="10000"/>
              </a:bodyPr>
              <a:lstStyle/>
              <a:p>
                <a:pPr>
                  <a:lnSpc>
                    <a:spcPct val="150000"/>
                  </a:lnSpc>
                  <a:buFont typeface="Wingdings" panose="05000000000000000000" pitchFamily="2" charset="2"/>
                  <a:buChar char="§"/>
                </a:pPr>
                <a14:m>
                  <m:oMath xmlns:m="http://schemas.openxmlformats.org/officeDocument/2006/math">
                    <m:r>
                      <a:rPr lang="en-GB" sz="2800" b="0" i="1" smtClean="0">
                        <a:solidFill>
                          <a:schemeClr val="accent2"/>
                        </a:solidFill>
                        <a:latin typeface="Cambria Math" panose="02040503050406030204" pitchFamily="18" charset="0"/>
                      </a:rPr>
                      <m:t>𝑃</m:t>
                    </m:r>
                    <m:d>
                      <m:dPr>
                        <m:ctrlPr>
                          <a:rPr lang="LID4096" sz="2800" i="1">
                            <a:solidFill>
                              <a:schemeClr val="accent2"/>
                            </a:solidFill>
                            <a:latin typeface="Cambria Math" panose="02040503050406030204" pitchFamily="18" charset="0"/>
                          </a:rPr>
                        </m:ctrlPr>
                      </m:dPr>
                      <m:e>
                        <m:d>
                          <m:dPr>
                            <m:begChr m:val=""/>
                            <m:endChr m:val="|"/>
                            <m:ctrlPr>
                              <a:rPr lang="LID4096" sz="2800" i="1">
                                <a:solidFill>
                                  <a:schemeClr val="accent2"/>
                                </a:solidFill>
                                <a:latin typeface="Cambria Math" panose="02040503050406030204" pitchFamily="18" charset="0"/>
                              </a:rPr>
                            </m:ctrlPr>
                          </m:dPr>
                          <m:e>
                            <m:r>
                              <m:rPr>
                                <m:nor/>
                              </m:rPr>
                              <a:rPr lang="LID4096" sz="2800" i="0">
                                <a:solidFill>
                                  <a:schemeClr val="accent2"/>
                                </a:solidFill>
                                <a:latin typeface="Cambria Math" panose="02040503050406030204" pitchFamily="18" charset="0"/>
                              </a:rPr>
                              <m:t>model</m:t>
                            </m:r>
                          </m:e>
                        </m:d>
                        <m:r>
                          <m:rPr>
                            <m:nor/>
                          </m:rPr>
                          <a:rPr lang="LID4096" sz="2800" i="0">
                            <a:solidFill>
                              <a:schemeClr val="accent2"/>
                            </a:solidFill>
                            <a:latin typeface="Cambria Math" panose="02040503050406030204" pitchFamily="18" charset="0"/>
                          </a:rPr>
                          <m:t>data</m:t>
                        </m:r>
                      </m:e>
                    </m:d>
                    <m:r>
                      <a:rPr lang="LID4096" sz="2800" i="1">
                        <a:solidFill>
                          <a:srgbClr val="000000"/>
                        </a:solidFill>
                        <a:latin typeface="Cambria Math" panose="02040503050406030204" pitchFamily="18" charset="0"/>
                      </a:rPr>
                      <m:t>=</m:t>
                    </m:r>
                    <m:f>
                      <m:fPr>
                        <m:ctrlPr>
                          <a:rPr lang="LID4096" sz="2800" i="1">
                            <a:solidFill>
                              <a:srgbClr val="000000"/>
                            </a:solidFill>
                            <a:latin typeface="Cambria Math" panose="02040503050406030204" pitchFamily="18" charset="0"/>
                          </a:rPr>
                        </m:ctrlPr>
                      </m:fPr>
                      <m:num>
                        <m:r>
                          <a:rPr lang="en-GB" sz="2800" b="0" i="1" smtClean="0">
                            <a:solidFill>
                              <a:schemeClr val="accent5"/>
                            </a:solidFill>
                            <a:latin typeface="Cambria Math" panose="02040503050406030204" pitchFamily="18" charset="0"/>
                          </a:rPr>
                          <m:t>𝑃</m:t>
                        </m:r>
                        <m:d>
                          <m:dPr>
                            <m:ctrlPr>
                              <a:rPr lang="LID4096" sz="2800" i="1">
                                <a:solidFill>
                                  <a:schemeClr val="accent5"/>
                                </a:solidFill>
                                <a:latin typeface="Cambria Math" panose="02040503050406030204" pitchFamily="18" charset="0"/>
                              </a:rPr>
                            </m:ctrlPr>
                          </m:dPr>
                          <m:e>
                            <m:d>
                              <m:dPr>
                                <m:begChr m:val=""/>
                                <m:endChr m:val="|"/>
                                <m:ctrlPr>
                                  <a:rPr lang="LID4096" sz="2800" i="1">
                                    <a:solidFill>
                                      <a:schemeClr val="accent5"/>
                                    </a:solidFill>
                                    <a:latin typeface="Cambria Math" panose="02040503050406030204" pitchFamily="18" charset="0"/>
                                  </a:rPr>
                                </m:ctrlPr>
                              </m:dPr>
                              <m:e>
                                <m:r>
                                  <m:rPr>
                                    <m:nor/>
                                  </m:rPr>
                                  <a:rPr lang="LID4096" sz="2800" i="0">
                                    <a:solidFill>
                                      <a:schemeClr val="accent5"/>
                                    </a:solidFill>
                                    <a:latin typeface="Cambria Math" panose="02040503050406030204" pitchFamily="18" charset="0"/>
                                  </a:rPr>
                                  <m:t>data</m:t>
                                </m:r>
                              </m:e>
                            </m:d>
                            <m:r>
                              <m:rPr>
                                <m:nor/>
                              </m:rPr>
                              <a:rPr lang="LID4096" sz="2800" i="0">
                                <a:solidFill>
                                  <a:schemeClr val="accent5"/>
                                </a:solidFill>
                                <a:latin typeface="Cambria Math" panose="02040503050406030204" pitchFamily="18" charset="0"/>
                              </a:rPr>
                              <m:t>model</m:t>
                            </m:r>
                          </m:e>
                        </m:d>
                        <m:r>
                          <a:rPr lang="en-GB" sz="2800" b="0" i="1" smtClean="0">
                            <a:solidFill>
                              <a:schemeClr val="tx2">
                                <a:lumMod val="75000"/>
                                <a:lumOff val="25000"/>
                              </a:schemeClr>
                            </a:solidFill>
                            <a:latin typeface="Cambria Math" panose="02040503050406030204" pitchFamily="18" charset="0"/>
                          </a:rPr>
                          <m:t>𝑃</m:t>
                        </m:r>
                        <m:d>
                          <m:dPr>
                            <m:ctrlPr>
                              <a:rPr lang="LID4096" sz="2800" i="1">
                                <a:solidFill>
                                  <a:schemeClr val="tx2">
                                    <a:lumMod val="75000"/>
                                    <a:lumOff val="25000"/>
                                  </a:schemeClr>
                                </a:solidFill>
                                <a:latin typeface="Cambria Math" panose="02040503050406030204" pitchFamily="18" charset="0"/>
                              </a:rPr>
                            </m:ctrlPr>
                          </m:dPr>
                          <m:e>
                            <m:r>
                              <m:rPr>
                                <m:nor/>
                              </m:rPr>
                              <a:rPr lang="LID4096" sz="2800" i="0">
                                <a:solidFill>
                                  <a:schemeClr val="tx2">
                                    <a:lumMod val="75000"/>
                                    <a:lumOff val="25000"/>
                                  </a:schemeClr>
                                </a:solidFill>
                                <a:latin typeface="Cambria Math" panose="02040503050406030204" pitchFamily="18" charset="0"/>
                              </a:rPr>
                              <m:t>model</m:t>
                            </m:r>
                          </m:e>
                        </m:d>
                      </m:num>
                      <m:den>
                        <m:nary>
                          <m:naryPr>
                            <m:chr m:val="∑"/>
                            <m:supHide m:val="on"/>
                            <m:ctrlPr>
                              <a:rPr lang="LID4096" sz="2800" i="1" smtClean="0">
                                <a:solidFill>
                                  <a:srgbClr val="00B050"/>
                                </a:solidFill>
                                <a:latin typeface="Cambria Math" panose="02040503050406030204" pitchFamily="18" charset="0"/>
                              </a:rPr>
                            </m:ctrlPr>
                          </m:naryPr>
                          <m:sub>
                            <m:r>
                              <m:rPr>
                                <m:nor/>
                              </m:rPr>
                              <a:rPr lang="LID4096" sz="2800" i="0">
                                <a:solidFill>
                                  <a:srgbClr val="00B050"/>
                                </a:solidFill>
                                <a:latin typeface="Cambria Math" panose="02040503050406030204" pitchFamily="18" charset="0"/>
                              </a:rPr>
                              <m:t>models</m:t>
                            </m:r>
                          </m:sub>
                          <m:sup/>
                          <m:e>
                            <m:r>
                              <a:rPr lang="en-GB" sz="2800" b="0" i="1" smtClean="0">
                                <a:solidFill>
                                  <a:srgbClr val="00B050"/>
                                </a:solidFill>
                                <a:latin typeface="Cambria Math" panose="02040503050406030204" pitchFamily="18" charset="0"/>
                              </a:rPr>
                              <m:t>𝑃</m:t>
                            </m:r>
                            <m:d>
                              <m:dPr>
                                <m:ctrlPr>
                                  <a:rPr lang="LID4096" sz="2800" i="1">
                                    <a:solidFill>
                                      <a:srgbClr val="00B050"/>
                                    </a:solidFill>
                                    <a:latin typeface="Cambria Math" panose="02040503050406030204" pitchFamily="18" charset="0"/>
                                  </a:rPr>
                                </m:ctrlPr>
                              </m:dPr>
                              <m:e>
                                <m:d>
                                  <m:dPr>
                                    <m:begChr m:val=""/>
                                    <m:endChr m:val="|"/>
                                    <m:ctrlPr>
                                      <a:rPr lang="LID4096" sz="2800" i="1">
                                        <a:solidFill>
                                          <a:srgbClr val="00B050"/>
                                        </a:solidFill>
                                        <a:latin typeface="Cambria Math" panose="02040503050406030204" pitchFamily="18" charset="0"/>
                                      </a:rPr>
                                    </m:ctrlPr>
                                  </m:dPr>
                                  <m:e>
                                    <m:r>
                                      <m:rPr>
                                        <m:nor/>
                                      </m:rPr>
                                      <a:rPr lang="LID4096" sz="2800" i="0">
                                        <a:solidFill>
                                          <a:srgbClr val="00B050"/>
                                        </a:solidFill>
                                        <a:latin typeface="Cambria Math" panose="02040503050406030204" pitchFamily="18" charset="0"/>
                                      </a:rPr>
                                      <m:t>data</m:t>
                                    </m:r>
                                  </m:e>
                                </m:d>
                                <m:r>
                                  <m:rPr>
                                    <m:nor/>
                                  </m:rPr>
                                  <a:rPr lang="LID4096" sz="2800" i="0">
                                    <a:solidFill>
                                      <a:srgbClr val="00B050"/>
                                    </a:solidFill>
                                    <a:latin typeface="Cambria Math" panose="02040503050406030204" pitchFamily="18" charset="0"/>
                                  </a:rPr>
                                  <m:t>model</m:t>
                                </m:r>
                              </m:e>
                            </m:d>
                            <m:r>
                              <a:rPr lang="en-GB" sz="2800" b="0" i="1" smtClean="0">
                                <a:solidFill>
                                  <a:srgbClr val="00B050"/>
                                </a:solidFill>
                                <a:latin typeface="Cambria Math" panose="02040503050406030204" pitchFamily="18" charset="0"/>
                              </a:rPr>
                              <m:t>𝑃</m:t>
                            </m:r>
                            <m:d>
                              <m:dPr>
                                <m:ctrlPr>
                                  <a:rPr lang="LID4096" sz="2800" i="1">
                                    <a:solidFill>
                                      <a:srgbClr val="00B050"/>
                                    </a:solidFill>
                                    <a:latin typeface="Cambria Math" panose="02040503050406030204" pitchFamily="18" charset="0"/>
                                  </a:rPr>
                                </m:ctrlPr>
                              </m:dPr>
                              <m:e>
                                <m:r>
                                  <m:rPr>
                                    <m:nor/>
                                  </m:rPr>
                                  <a:rPr lang="LID4096" sz="2800" i="0">
                                    <a:solidFill>
                                      <a:srgbClr val="00B050"/>
                                    </a:solidFill>
                                    <a:latin typeface="Cambria Math" panose="02040503050406030204" pitchFamily="18" charset="0"/>
                                  </a:rPr>
                                  <m:t>model</m:t>
                                </m:r>
                              </m:e>
                            </m:d>
                          </m:e>
                        </m:nary>
                      </m:den>
                    </m:f>
                  </m:oMath>
                </a14:m>
                <a:endParaRPr lang="en-US" dirty="0"/>
              </a:p>
              <a:p>
                <a:pPr>
                  <a:lnSpc>
                    <a:spcPct val="150000"/>
                  </a:lnSpc>
                  <a:buFont typeface="Wingdings" panose="05000000000000000000" pitchFamily="2" charset="2"/>
                  <a:buChar char="§"/>
                </a:pPr>
                <a:r>
                  <a:rPr lang="en-US" dirty="0">
                    <a:solidFill>
                      <a:srgbClr val="00B050"/>
                    </a:solidFill>
                  </a:rPr>
                  <a:t>The marginal likelihood </a:t>
                </a:r>
                <a:r>
                  <a:rPr lang="en-US" dirty="0"/>
                  <a:t>is often a challenging and computationally expensive integral to calculate. </a:t>
                </a:r>
              </a:p>
              <a:p>
                <a:pPr>
                  <a:lnSpc>
                    <a:spcPct val="150000"/>
                  </a:lnSpc>
                  <a:buFont typeface="Wingdings" panose="05000000000000000000" pitchFamily="2" charset="2"/>
                  <a:buChar char="§"/>
                </a:pPr>
                <a:r>
                  <a:rPr lang="en-US" dirty="0"/>
                  <a:t>If we know that prior and the likelihood at a certain point</a:t>
                </a:r>
              </a:p>
              <a:p>
                <a:pPr lvl="1">
                  <a:lnSpc>
                    <a:spcPct val="150000"/>
                  </a:lnSpc>
                  <a:buFont typeface="Wingdings" panose="05000000000000000000" pitchFamily="2" charset="2"/>
                  <a:buChar char="§"/>
                </a:pPr>
                <a:r>
                  <a:rPr lang="en-US" dirty="0"/>
                  <a:t>We can multiply them and get something proportional to the posterior</a:t>
                </a:r>
              </a:p>
              <a:p>
                <a:pPr>
                  <a:lnSpc>
                    <a:spcPct val="150000"/>
                  </a:lnSpc>
                  <a:buFont typeface="Wingdings" panose="05000000000000000000" pitchFamily="2" charset="2"/>
                  <a:buChar char="§"/>
                </a:pPr>
                <a:r>
                  <a:rPr lang="en-US" dirty="0"/>
                  <a:t>If we know the prior and likelihood at a bunch of points</a:t>
                </a:r>
              </a:p>
              <a:p>
                <a:pPr lvl="1">
                  <a:lnSpc>
                    <a:spcPct val="150000"/>
                  </a:lnSpc>
                  <a:buFont typeface="Wingdings" panose="05000000000000000000" pitchFamily="2" charset="2"/>
                  <a:buChar char="§"/>
                </a:pPr>
                <a:r>
                  <a:rPr lang="en-US" dirty="0"/>
                  <a:t>We can multiply them, and then normalize, and get an estimation of the posterior</a:t>
                </a:r>
              </a:p>
            </p:txBody>
          </p:sp>
        </mc:Choice>
        <mc:Fallback xmlns="">
          <p:sp>
            <p:nvSpPr>
              <p:cNvPr id="3" name="Content Placeholder 2">
                <a:extLst>
                  <a:ext uri="{FF2B5EF4-FFF2-40B4-BE49-F238E27FC236}">
                    <a16:creationId xmlns:a16="http://schemas.microsoft.com/office/drawing/2014/main" id="{DB6ECB8A-2E89-25C4-AE40-30BF3936C235}"/>
                  </a:ext>
                </a:extLst>
              </p:cNvPr>
              <p:cNvSpPr>
                <a:spLocks noGrp="1" noRot="1" noChangeAspect="1" noMove="1" noResize="1" noEditPoints="1" noAdjustHandles="1" noChangeArrowheads="1" noChangeShapeType="1" noTextEdit="1"/>
              </p:cNvSpPr>
              <p:nvPr>
                <p:ph idx="1"/>
              </p:nvPr>
            </p:nvSpPr>
            <p:spPr>
              <a:xfrm>
                <a:off x="432486" y="1346560"/>
                <a:ext cx="11466437" cy="5378705"/>
              </a:xfrm>
              <a:blipFill>
                <a:blip r:embed="rId3"/>
                <a:stretch>
                  <a:fillRect l="-957" r="-1170"/>
                </a:stretch>
              </a:blipFill>
            </p:spPr>
            <p:txBody>
              <a:bodyPr/>
              <a:lstStyle/>
              <a:p>
                <a:r>
                  <a:rPr lang="he-IL">
                    <a:noFill/>
                  </a:rPr>
                  <a:t> </a:t>
                </a:r>
              </a:p>
            </p:txBody>
          </p:sp>
        </mc:Fallback>
      </mc:AlternateContent>
      <p:sp>
        <p:nvSpPr>
          <p:cNvPr id="4" name="מציין מיקום של מספר שקופית 3">
            <a:extLst>
              <a:ext uri="{FF2B5EF4-FFF2-40B4-BE49-F238E27FC236}">
                <a16:creationId xmlns:a16="http://schemas.microsoft.com/office/drawing/2014/main" id="{1786EFF5-4A2C-208C-A8C2-C5E81B95E396}"/>
              </a:ext>
            </a:extLst>
          </p:cNvPr>
          <p:cNvSpPr>
            <a:spLocks noGrp="1"/>
          </p:cNvSpPr>
          <p:nvPr>
            <p:ph type="sldNum" sz="quarter" idx="12"/>
          </p:nvPr>
        </p:nvSpPr>
        <p:spPr/>
        <p:txBody>
          <a:bodyPr/>
          <a:lstStyle/>
          <a:p>
            <a:fld id="{B6796F57-8306-40D4-9229-37A3D19F0B5F}" type="slidenum">
              <a:rPr lang="LID4096" smtClean="0"/>
              <a:t>41</a:t>
            </a:fld>
            <a:endParaRPr lang="LID4096"/>
          </a:p>
        </p:txBody>
      </p:sp>
    </p:spTree>
    <p:extLst>
      <p:ext uri="{BB962C8B-B14F-4D97-AF65-F5344CB8AC3E}">
        <p14:creationId xmlns:p14="http://schemas.microsoft.com/office/powerpoint/2010/main" val="18993331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25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250"/>
                                        <p:tgtEl>
                                          <p:spTgt spid="3">
                                            <p:txEl>
                                              <p:pRg st="2" end="2"/>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animEffect transition="in" filter="fade">
                                      <p:cBhvr>
                                        <p:cTn id="15" dur="250"/>
                                        <p:tgtEl>
                                          <p:spTgt spid="3">
                                            <p:txEl>
                                              <p:pRg st="3" end="3"/>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3">
                                            <p:txEl>
                                              <p:pRg st="4" end="4"/>
                                            </p:txEl>
                                          </p:spTgt>
                                        </p:tgtEl>
                                        <p:attrNameLst>
                                          <p:attrName>style.visibility</p:attrName>
                                        </p:attrNameLst>
                                      </p:cBhvr>
                                      <p:to>
                                        <p:strVal val="visible"/>
                                      </p:to>
                                    </p:set>
                                    <p:animEffect transition="in" filter="fade">
                                      <p:cBhvr>
                                        <p:cTn id="20" dur="250"/>
                                        <p:tgtEl>
                                          <p:spTgt spid="3">
                                            <p:txEl>
                                              <p:pRg st="4" end="4"/>
                                            </p:txEl>
                                          </p:spTgt>
                                        </p:tgtEl>
                                      </p:cBhvr>
                                    </p:animEffect>
                                  </p:childTnLst>
                                </p:cTn>
                              </p:par>
                              <p:par>
                                <p:cTn id="21" presetID="10" presetClass="entr" presetSubtype="0" fill="hold" nodeType="with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animEffect transition="in" filter="fade">
                                      <p:cBhvr>
                                        <p:cTn id="23" dur="25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785D40-55EB-6B6F-715F-5BB01DAAD11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073E135-8047-50D2-D362-8289A29E1CEA}"/>
              </a:ext>
            </a:extLst>
          </p:cNvPr>
          <p:cNvSpPr>
            <a:spLocks noGrp="1"/>
          </p:cNvSpPr>
          <p:nvPr>
            <p:ph type="title"/>
          </p:nvPr>
        </p:nvSpPr>
        <p:spPr>
          <a:xfrm>
            <a:off x="838200" y="20997"/>
            <a:ext cx="10515600" cy="1325563"/>
          </a:xfrm>
        </p:spPr>
        <p:txBody>
          <a:bodyPr/>
          <a:lstStyle/>
          <a:p>
            <a:r>
              <a:rPr lang="en-US" dirty="0"/>
              <a:t>Grid Method</a:t>
            </a:r>
            <a:endParaRPr lang="LID4096"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A86BCC2-506A-EC98-531B-78A560E2C96E}"/>
                  </a:ext>
                </a:extLst>
              </p:cNvPr>
              <p:cNvSpPr>
                <a:spLocks noGrp="1"/>
              </p:cNvSpPr>
              <p:nvPr>
                <p:ph idx="1"/>
              </p:nvPr>
            </p:nvSpPr>
            <p:spPr>
              <a:xfrm>
                <a:off x="432486" y="1346560"/>
                <a:ext cx="11759514" cy="5378705"/>
              </a:xfrm>
            </p:spPr>
            <p:txBody>
              <a:bodyPr>
                <a:normAutofit/>
              </a:bodyPr>
              <a:lstStyle/>
              <a:p>
                <a:pPr>
                  <a:lnSpc>
                    <a:spcPct val="150000"/>
                  </a:lnSpc>
                  <a:buFont typeface="Wingdings" panose="05000000000000000000" pitchFamily="2" charset="2"/>
                  <a:buChar char="§"/>
                </a:pPr>
                <a:r>
                  <a:rPr lang="en-US" dirty="0"/>
                  <a:t>In the past we looked at the question: How rare is infection after surgery?</a:t>
                </a:r>
              </a:p>
              <a:p>
                <a:r>
                  <a:rPr lang="en-US" b="1" dirty="0"/>
                  <a:t>What is the event probability </a:t>
                </a:r>
                <a14:m>
                  <m:oMath xmlns:m="http://schemas.openxmlformats.org/officeDocument/2006/math">
                    <m:r>
                      <a:rPr lang="en-US" i="1">
                        <a:latin typeface="Cambria Math" panose="02040503050406030204" pitchFamily="18" charset="0"/>
                      </a:rPr>
                      <m:t>𝜃</m:t>
                    </m:r>
                  </m:oMath>
                </a14:m>
                <a:r>
                  <a:rPr lang="en-US" b="1" dirty="0"/>
                  <a:t> in the population?</a:t>
                </a:r>
                <a:endParaRPr lang="en-US" dirty="0"/>
              </a:p>
              <a:p>
                <a:r>
                  <a:rPr lang="en-US" dirty="0"/>
                  <a:t>Observed data:</a:t>
                </a:r>
              </a:p>
              <a:p>
                <a:pPr marL="0" indent="0">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𝑧</m:t>
                      </m:r>
                      <m:r>
                        <a:rPr lang="en-US">
                          <a:latin typeface="Cambria Math" panose="02040503050406030204" pitchFamily="18" charset="0"/>
                        </a:rPr>
                        <m:t>=</m:t>
                      </m:r>
                      <m:r>
                        <a:rPr lang="en-US">
                          <a:latin typeface="Cambria Math" panose="02040503050406030204" pitchFamily="18" charset="0"/>
                        </a:rPr>
                        <m:t>3</m:t>
                      </m:r>
                      <m:r>
                        <a:rPr lang="en-US">
                          <a:latin typeface="Cambria Math" panose="02040503050406030204" pitchFamily="18" charset="0"/>
                        </a:rPr>
                        <m:t>, </m:t>
                      </m:r>
                      <m:r>
                        <a:rPr lang="en-US" i="1">
                          <a:latin typeface="Cambria Math" panose="02040503050406030204" pitchFamily="18" charset="0"/>
                        </a:rPr>
                        <m:t>𝑛</m:t>
                      </m:r>
                      <m:r>
                        <a:rPr lang="en-US">
                          <a:latin typeface="Cambria Math" panose="02040503050406030204" pitchFamily="18" charset="0"/>
                        </a:rPr>
                        <m:t>=</m:t>
                      </m:r>
                      <m:r>
                        <a:rPr lang="en-US">
                          <a:latin typeface="Cambria Math" panose="02040503050406030204" pitchFamily="18" charset="0"/>
                        </a:rPr>
                        <m:t>20</m:t>
                      </m:r>
                    </m:oMath>
                  </m:oMathPara>
                </a14:m>
                <a:endParaRPr lang="en-US" dirty="0"/>
              </a:p>
              <a:p>
                <a:r>
                  <a:rPr lang="en-US" dirty="0"/>
                  <a:t>Model:</a:t>
                </a:r>
              </a:p>
              <a:p>
                <a:pPr marL="0" indent="0">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𝑧</m:t>
                      </m:r>
                      <m:r>
                        <a:rPr lang="en-US">
                          <a:latin typeface="Cambria Math" panose="02040503050406030204" pitchFamily="18" charset="0"/>
                        </a:rPr>
                        <m:t>∼</m:t>
                      </m:r>
                      <m:r>
                        <m:rPr>
                          <m:nor/>
                        </m:rPr>
                        <a:rPr lang="en-US" i="1"/>
                        <m:t>Binomial</m:t>
                      </m:r>
                      <m:d>
                        <m:dPr>
                          <m:sepChr m:val=","/>
                          <m:ctrlPr>
                            <a:rPr lang="ar-AE" i="1">
                              <a:latin typeface="Cambria Math" panose="02040503050406030204" pitchFamily="18" charset="0"/>
                            </a:rPr>
                          </m:ctrlPr>
                        </m:dPr>
                        <m:e>
                          <m:r>
                            <a:rPr lang="ar-AE" i="1">
                              <a:latin typeface="Cambria Math" panose="02040503050406030204" pitchFamily="18" charset="0"/>
                            </a:rPr>
                            <m:t>𝑛</m:t>
                          </m:r>
                        </m:e>
                        <m:e>
                          <m:r>
                            <a:rPr lang="ar-AE" i="1">
                              <a:latin typeface="Cambria Math" panose="02040503050406030204" pitchFamily="18" charset="0"/>
                            </a:rPr>
                            <m:t>𝜃</m:t>
                          </m:r>
                        </m:e>
                      </m:d>
                    </m:oMath>
                  </m:oMathPara>
                </a14:m>
                <a:endParaRPr lang="ar-AE" b="0" dirty="0"/>
              </a:p>
            </p:txBody>
          </p:sp>
        </mc:Choice>
        <mc:Fallback xmlns="">
          <p:sp>
            <p:nvSpPr>
              <p:cNvPr id="3" name="Content Placeholder 2">
                <a:extLst>
                  <a:ext uri="{FF2B5EF4-FFF2-40B4-BE49-F238E27FC236}">
                    <a16:creationId xmlns:a16="http://schemas.microsoft.com/office/drawing/2014/main" id="{AA86BCC2-506A-EC98-531B-78A560E2C96E}"/>
                  </a:ext>
                </a:extLst>
              </p:cNvPr>
              <p:cNvSpPr>
                <a:spLocks noGrp="1" noRot="1" noChangeAspect="1" noMove="1" noResize="1" noEditPoints="1" noAdjustHandles="1" noChangeArrowheads="1" noChangeShapeType="1" noTextEdit="1"/>
              </p:cNvSpPr>
              <p:nvPr>
                <p:ph idx="1"/>
              </p:nvPr>
            </p:nvSpPr>
            <p:spPr>
              <a:xfrm>
                <a:off x="432486" y="1346560"/>
                <a:ext cx="11759514" cy="5378705"/>
              </a:xfrm>
              <a:blipFill>
                <a:blip r:embed="rId2"/>
                <a:stretch>
                  <a:fillRect l="-933"/>
                </a:stretch>
              </a:blipFill>
            </p:spPr>
            <p:txBody>
              <a:bodyPr/>
              <a:lstStyle/>
              <a:p>
                <a:r>
                  <a:rPr lang="he-IL">
                    <a:noFill/>
                  </a:rPr>
                  <a:t> </a:t>
                </a:r>
              </a:p>
            </p:txBody>
          </p:sp>
        </mc:Fallback>
      </mc:AlternateContent>
      <p:sp>
        <p:nvSpPr>
          <p:cNvPr id="4" name="מציין מיקום של מספר שקופית 3">
            <a:extLst>
              <a:ext uri="{FF2B5EF4-FFF2-40B4-BE49-F238E27FC236}">
                <a16:creationId xmlns:a16="http://schemas.microsoft.com/office/drawing/2014/main" id="{5EF13B28-ADE7-C658-8F8E-BA3FE3F27E20}"/>
              </a:ext>
            </a:extLst>
          </p:cNvPr>
          <p:cNvSpPr>
            <a:spLocks noGrp="1"/>
          </p:cNvSpPr>
          <p:nvPr>
            <p:ph type="sldNum" sz="quarter" idx="12"/>
          </p:nvPr>
        </p:nvSpPr>
        <p:spPr/>
        <p:txBody>
          <a:bodyPr/>
          <a:lstStyle/>
          <a:p>
            <a:fld id="{B6796F57-8306-40D4-9229-37A3D19F0B5F}" type="slidenum">
              <a:rPr lang="LID4096" smtClean="0"/>
              <a:t>42</a:t>
            </a:fld>
            <a:endParaRPr lang="LID4096"/>
          </a:p>
        </p:txBody>
      </p:sp>
    </p:spTree>
    <p:extLst>
      <p:ext uri="{BB962C8B-B14F-4D97-AF65-F5344CB8AC3E}">
        <p14:creationId xmlns:p14="http://schemas.microsoft.com/office/powerpoint/2010/main" val="77020558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158C77-1795-2049-4441-1E09F2F0A80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B4B5142-9C40-9E32-D79A-A12B359E20E4}"/>
              </a:ext>
            </a:extLst>
          </p:cNvPr>
          <p:cNvSpPr>
            <a:spLocks noGrp="1"/>
          </p:cNvSpPr>
          <p:nvPr>
            <p:ph type="title"/>
          </p:nvPr>
        </p:nvSpPr>
        <p:spPr>
          <a:xfrm>
            <a:off x="838200" y="20997"/>
            <a:ext cx="10515600" cy="1325563"/>
          </a:xfrm>
        </p:spPr>
        <p:txBody>
          <a:bodyPr/>
          <a:lstStyle/>
          <a:p>
            <a:r>
              <a:rPr lang="en-US" dirty="0"/>
              <a:t>Grid Method</a:t>
            </a:r>
            <a:endParaRPr lang="LID4096"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5590482-6F8E-EC2B-EACB-94D9581B611B}"/>
                  </a:ext>
                </a:extLst>
              </p:cNvPr>
              <p:cNvSpPr>
                <a:spLocks noGrp="1"/>
              </p:cNvSpPr>
              <p:nvPr>
                <p:ph idx="1"/>
              </p:nvPr>
            </p:nvSpPr>
            <p:spPr>
              <a:xfrm>
                <a:off x="432486" y="1346560"/>
                <a:ext cx="11354506" cy="5378705"/>
              </a:xfrm>
            </p:spPr>
            <p:txBody>
              <a:bodyPr>
                <a:normAutofit/>
              </a:bodyPr>
              <a:lstStyle/>
              <a:p>
                <a:pPr marL="0" indent="0">
                  <a:buNone/>
                </a:pPr>
                <a:r>
                  <a:rPr lang="en-US" dirty="0"/>
                  <a:t>Likelihood</a:t>
                </a:r>
              </a:p>
              <a:p>
                <a:r>
                  <a:rPr lang="en-US" dirty="0"/>
                  <a:t>For our data:</a:t>
                </a:r>
              </a:p>
              <a:p>
                <a:pPr marL="0" indent="0">
                  <a:buNone/>
                </a:pPr>
                <a14:m>
                  <m:oMathPara xmlns:m="http://schemas.openxmlformats.org/officeDocument/2006/math">
                    <m:oMathParaPr>
                      <m:jc m:val="centerGroup"/>
                    </m:oMathParaPr>
                    <m:oMath xmlns:m="http://schemas.openxmlformats.org/officeDocument/2006/math">
                      <m:r>
                        <a:rPr lang="en-US" smtClean="0">
                          <a:latin typeface="Cambria Math" panose="02040503050406030204" pitchFamily="18" charset="0"/>
                        </a:rPr>
                        <m:t>𝑃</m:t>
                      </m:r>
                      <m:d>
                        <m:dPr>
                          <m:ctrlPr>
                            <a:rPr lang="ar-AE" i="1">
                              <a:latin typeface="Cambria Math" panose="02040503050406030204" pitchFamily="18" charset="0"/>
                            </a:rPr>
                          </m:ctrlPr>
                        </m:dPr>
                        <m:e>
                          <m:r>
                            <m:rPr>
                              <m:sty m:val="p"/>
                            </m:rPr>
                            <a:rPr lang="en-US">
                              <a:latin typeface="Cambria Math" panose="02040503050406030204" pitchFamily="18" charset="0"/>
                            </a:rPr>
                            <m:t>data</m:t>
                          </m:r>
                          <m:r>
                            <a:rPr lang="en-US">
                              <a:latin typeface="Cambria Math" panose="02040503050406030204" pitchFamily="18" charset="0"/>
                            </a:rPr>
                            <m:t>∣</m:t>
                          </m:r>
                          <m:r>
                            <a:rPr lang="en-US">
                              <a:latin typeface="Cambria Math" panose="02040503050406030204" pitchFamily="18" charset="0"/>
                            </a:rPr>
                            <m:t>𝜃</m:t>
                          </m:r>
                        </m:e>
                      </m:d>
                      <m:r>
                        <a:rPr lang="ar-AE">
                          <a:latin typeface="Cambria Math" panose="02040503050406030204" pitchFamily="18" charset="0"/>
                        </a:rPr>
                        <m:t>=</m:t>
                      </m:r>
                      <m:r>
                        <a:rPr lang="ar-AE">
                          <a:latin typeface="Cambria Math" panose="02040503050406030204" pitchFamily="18" charset="0"/>
                        </a:rPr>
                        <m:t>𝑃</m:t>
                      </m:r>
                      <m:d>
                        <m:dPr>
                          <m:endChr m:val="|"/>
                          <m:ctrlPr>
                            <a:rPr lang="en-US" b="0" i="1" smtClean="0">
                              <a:latin typeface="Cambria Math" panose="02040503050406030204" pitchFamily="18" charset="0"/>
                            </a:rPr>
                          </m:ctrlPr>
                        </m:dPr>
                        <m:e>
                          <m:r>
                            <m:rPr>
                              <m:sty m:val="p"/>
                            </m:rPr>
                            <a:rPr lang="en-US" b="0" i="0" smtClean="0">
                              <a:latin typeface="Cambria Math" panose="02040503050406030204" pitchFamily="18" charset="0"/>
                            </a:rPr>
                            <m:t>z</m:t>
                          </m:r>
                          <m:r>
                            <a:rPr lang="en-US" b="0" i="0" smtClean="0">
                              <a:latin typeface="Cambria Math" panose="02040503050406030204" pitchFamily="18" charset="0"/>
                            </a:rPr>
                            <m:t>=</m:t>
                          </m:r>
                          <m:r>
                            <a:rPr lang="en-US" b="0" i="0" smtClean="0">
                              <a:latin typeface="Cambria Math" panose="02040503050406030204" pitchFamily="18" charset="0"/>
                            </a:rPr>
                            <m:t>3</m:t>
                          </m:r>
                          <m:r>
                            <a:rPr lang="en-US" b="0" i="0" smtClean="0">
                              <a:latin typeface="Cambria Math" panose="02040503050406030204" pitchFamily="18" charset="0"/>
                            </a:rPr>
                            <m:t> </m:t>
                          </m:r>
                        </m:e>
                      </m:d>
                      <m:r>
                        <a:rPr lang="en-US" i="1">
                          <a:latin typeface="Cambria Math" panose="02040503050406030204" pitchFamily="18" charset="0"/>
                        </a:rPr>
                        <m:t>𝑛</m:t>
                      </m:r>
                      <m:r>
                        <a:rPr lang="en-US" b="0" i="0" smtClean="0">
                          <a:latin typeface="Cambria Math" panose="02040503050406030204" pitchFamily="18" charset="0"/>
                        </a:rPr>
                        <m:t>=</m:t>
                      </m:r>
                      <m:r>
                        <a:rPr lang="en-US" b="0" i="0" smtClean="0">
                          <a:latin typeface="Cambria Math" panose="02040503050406030204" pitchFamily="18" charset="0"/>
                        </a:rPr>
                        <m:t>20</m:t>
                      </m:r>
                      <m:r>
                        <a:rPr lang="en-US" b="0" i="0" smtClean="0">
                          <a:latin typeface="Cambria Math" panose="02040503050406030204" pitchFamily="18" charset="0"/>
                        </a:rPr>
                        <m:t>, </m:t>
                      </m:r>
                      <m:r>
                        <m:rPr>
                          <m:sty m:val="p"/>
                        </m:rPr>
                        <a:rPr lang="el-GR" b="0" i="1" smtClean="0">
                          <a:latin typeface="Cambria Math" panose="02040503050406030204" pitchFamily="18" charset="0"/>
                          <a:ea typeface="Cambria Math" panose="02040503050406030204" pitchFamily="18" charset="0"/>
                        </a:rPr>
                        <m:t>θ</m:t>
                      </m:r>
                      <m:r>
                        <a:rPr lang="en-US" b="0" i="1" smtClean="0">
                          <a:latin typeface="Cambria Math" panose="02040503050406030204" pitchFamily="18" charset="0"/>
                          <a:ea typeface="Cambria Math" panose="02040503050406030204" pitchFamily="18" charset="0"/>
                        </a:rPr>
                        <m:t>)</m:t>
                      </m:r>
                    </m:oMath>
                  </m:oMathPara>
                </a14:m>
                <a:endParaRPr lang="en-US" dirty="0"/>
              </a:p>
              <a:p>
                <a:r>
                  <a:rPr lang="en-US" dirty="0"/>
                  <a:t>Using the Binomial model:</a:t>
                </a:r>
              </a:p>
              <a:p>
                <a:pPr marL="0" indent="0">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𝑃</m:t>
                      </m:r>
                      <m:r>
                        <a:rPr lang="en-US" b="0" i="1" smtClean="0">
                          <a:latin typeface="Cambria Math" panose="02040503050406030204" pitchFamily="18" charset="0"/>
                        </a:rPr>
                        <m:t>(</m:t>
                      </m:r>
                      <m:r>
                        <a:rPr lang="en-US" b="0" i="1" smtClean="0">
                          <a:latin typeface="Cambria Math" panose="02040503050406030204" pitchFamily="18" charset="0"/>
                        </a:rPr>
                        <m:t>𝑧</m:t>
                      </m:r>
                      <m:r>
                        <a:rPr lang="en-US" b="0" i="1" smtClean="0">
                          <a:latin typeface="Cambria Math" panose="02040503050406030204" pitchFamily="18" charset="0"/>
                        </a:rPr>
                        <m:t> |</m:t>
                      </m:r>
                      <m:r>
                        <a:rPr lang="en-US" b="0" i="1" smtClean="0">
                          <a:latin typeface="Cambria Math" panose="02040503050406030204" pitchFamily="18" charset="0"/>
                        </a:rPr>
                        <m:t>𝑛</m:t>
                      </m:r>
                      <m:r>
                        <a:rPr lang="en-US" b="0" i="1" smtClean="0">
                          <a:latin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𝜃</m:t>
                      </m:r>
                      <m:r>
                        <a:rPr lang="en-US" b="0" i="1" smtClean="0">
                          <a:latin typeface="Cambria Math" panose="02040503050406030204" pitchFamily="18" charset="0"/>
                          <a:ea typeface="Cambria Math" panose="02040503050406030204" pitchFamily="18" charset="0"/>
                        </a:rPr>
                        <m:t>)</m:t>
                      </m:r>
                      <m:r>
                        <a:rPr lang="ar-AE">
                          <a:latin typeface="Cambria Math" panose="02040503050406030204" pitchFamily="18" charset="0"/>
                        </a:rPr>
                        <m:t>=</m:t>
                      </m:r>
                      <m:d>
                        <m:dPr>
                          <m:ctrlPr>
                            <a:rPr lang="ar-AE" i="1">
                              <a:latin typeface="Cambria Math" panose="02040503050406030204" pitchFamily="18" charset="0"/>
                            </a:rPr>
                          </m:ctrlPr>
                        </m:dPr>
                        <m:e>
                          <m:f>
                            <m:fPr>
                              <m:type m:val="noBar"/>
                              <m:ctrlPr>
                                <a:rPr lang="ar-AE" i="1">
                                  <a:latin typeface="Cambria Math" panose="02040503050406030204" pitchFamily="18" charset="0"/>
                                </a:rPr>
                              </m:ctrlPr>
                            </m:fPr>
                            <m:num>
                              <m:r>
                                <a:rPr lang="ar-AE" i="1">
                                  <a:latin typeface="Cambria Math" panose="02040503050406030204" pitchFamily="18" charset="0"/>
                                </a:rPr>
                                <m:t>𝑛</m:t>
                              </m:r>
                            </m:num>
                            <m:den>
                              <m:r>
                                <a:rPr lang="ar-AE" i="1">
                                  <a:latin typeface="Cambria Math" panose="02040503050406030204" pitchFamily="18" charset="0"/>
                                </a:rPr>
                                <m:t>𝑧</m:t>
                              </m:r>
                            </m:den>
                          </m:f>
                        </m:e>
                      </m:d>
                      <m:sSup>
                        <m:sSupPr>
                          <m:ctrlPr>
                            <a:rPr lang="ar-AE" i="1">
                              <a:latin typeface="Cambria Math" panose="02040503050406030204" pitchFamily="18" charset="0"/>
                            </a:rPr>
                          </m:ctrlPr>
                        </m:sSupPr>
                        <m:e>
                          <m:r>
                            <a:rPr lang="ar-AE" i="1">
                              <a:latin typeface="Cambria Math" panose="02040503050406030204" pitchFamily="18" charset="0"/>
                            </a:rPr>
                            <m:t>𝜃</m:t>
                          </m:r>
                        </m:e>
                        <m:sup>
                          <m:r>
                            <a:rPr lang="ar-AE" i="1">
                              <a:latin typeface="Cambria Math" panose="02040503050406030204" pitchFamily="18" charset="0"/>
                            </a:rPr>
                            <m:t>𝑧</m:t>
                          </m:r>
                        </m:sup>
                      </m:sSup>
                      <m:sSup>
                        <m:sSupPr>
                          <m:ctrlPr>
                            <a:rPr lang="ar-AE" i="1">
                              <a:latin typeface="Cambria Math" panose="02040503050406030204" pitchFamily="18" charset="0"/>
                            </a:rPr>
                          </m:ctrlPr>
                        </m:sSupPr>
                        <m:e>
                          <m:d>
                            <m:dPr>
                              <m:ctrlPr>
                                <a:rPr lang="ar-AE" i="1">
                                  <a:latin typeface="Cambria Math" panose="02040503050406030204" pitchFamily="18" charset="0"/>
                                </a:rPr>
                              </m:ctrlPr>
                            </m:dPr>
                            <m:e>
                              <m:r>
                                <a:rPr lang="ar-AE">
                                  <a:latin typeface="Cambria Math" panose="02040503050406030204" pitchFamily="18" charset="0"/>
                                </a:rPr>
                                <m:t>1</m:t>
                              </m:r>
                              <m:r>
                                <a:rPr lang="ar-AE">
                                  <a:latin typeface="Cambria Math" panose="02040503050406030204" pitchFamily="18" charset="0"/>
                                </a:rPr>
                                <m:t>−</m:t>
                              </m:r>
                              <m:r>
                                <a:rPr lang="ar-AE" i="1">
                                  <a:latin typeface="Cambria Math" panose="02040503050406030204" pitchFamily="18" charset="0"/>
                                </a:rPr>
                                <m:t>𝜃</m:t>
                              </m:r>
                            </m:e>
                          </m:d>
                        </m:e>
                        <m:sup>
                          <m:r>
                            <a:rPr lang="ar-AE" i="1">
                              <a:latin typeface="Cambria Math" panose="02040503050406030204" pitchFamily="18" charset="0"/>
                            </a:rPr>
                            <m:t>𝑛</m:t>
                          </m:r>
                          <m:r>
                            <a:rPr lang="ar-AE">
                              <a:latin typeface="Cambria Math" panose="02040503050406030204" pitchFamily="18" charset="0"/>
                            </a:rPr>
                            <m:t>−</m:t>
                          </m:r>
                          <m:r>
                            <a:rPr lang="ar-AE" i="1">
                              <a:latin typeface="Cambria Math" panose="02040503050406030204" pitchFamily="18" charset="0"/>
                            </a:rPr>
                            <m:t>𝑧</m:t>
                          </m:r>
                        </m:sup>
                      </m:sSup>
                    </m:oMath>
                  </m:oMathPara>
                </a14:m>
                <a:endParaRPr lang="ar-AE" dirty="0"/>
              </a:p>
              <a:p>
                <a:r>
                  <a:rPr lang="en-US" dirty="0"/>
                  <a:t>So here:</a:t>
                </a:r>
              </a:p>
              <a:p>
                <a:pPr marL="0" indent="0">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𝑃</m:t>
                      </m:r>
                      <m:r>
                        <a:rPr lang="en-US" b="0" i="0" smtClean="0">
                          <a:latin typeface="Cambria Math" panose="02040503050406030204" pitchFamily="18" charset="0"/>
                        </a:rPr>
                        <m:t>(</m:t>
                      </m:r>
                      <m:r>
                        <m:rPr>
                          <m:sty m:val="p"/>
                        </m:rPr>
                        <a:rPr lang="pl-PL">
                          <a:latin typeface="Cambria Math" panose="02040503050406030204" pitchFamily="18" charset="0"/>
                        </a:rPr>
                        <m:t>z</m:t>
                      </m:r>
                      <m:r>
                        <a:rPr lang="pl-PL">
                          <a:latin typeface="Cambria Math" panose="02040503050406030204" pitchFamily="18" charset="0"/>
                        </a:rPr>
                        <m:t>=</m:t>
                      </m:r>
                      <m:r>
                        <a:rPr lang="pl-PL">
                          <a:latin typeface="Cambria Math" panose="02040503050406030204" pitchFamily="18" charset="0"/>
                        </a:rPr>
                        <m:t>3</m:t>
                      </m:r>
                      <m:r>
                        <a:rPr lang="pl-PL">
                          <a:latin typeface="Cambria Math" panose="02040503050406030204" pitchFamily="18" charset="0"/>
                        </a:rPr>
                        <m:t>∣</m:t>
                      </m:r>
                      <m:r>
                        <a:rPr lang="en-US" i="1">
                          <a:latin typeface="Cambria Math" panose="02040503050406030204" pitchFamily="18" charset="0"/>
                        </a:rPr>
                        <m:t>𝑛</m:t>
                      </m:r>
                      <m:r>
                        <a:rPr lang="pl-PL">
                          <a:latin typeface="Cambria Math" panose="02040503050406030204" pitchFamily="18" charset="0"/>
                        </a:rPr>
                        <m:t>=</m:t>
                      </m:r>
                      <m:r>
                        <a:rPr lang="pl-PL">
                          <a:latin typeface="Cambria Math" panose="02040503050406030204" pitchFamily="18" charset="0"/>
                        </a:rPr>
                        <m:t>20</m:t>
                      </m:r>
                      <m:r>
                        <a:rPr lang="pl-PL">
                          <a:latin typeface="Cambria Math" panose="02040503050406030204" pitchFamily="18" charset="0"/>
                        </a:rPr>
                        <m:t>,</m:t>
                      </m:r>
                      <m:r>
                        <m:rPr>
                          <m:sty m:val="p"/>
                        </m:rPr>
                        <a:rPr lang="pl-PL">
                          <a:latin typeface="Cambria Math" panose="02040503050406030204" pitchFamily="18" charset="0"/>
                        </a:rPr>
                        <m:t>θ</m:t>
                      </m:r>
                      <m:r>
                        <m:rPr>
                          <m:nor/>
                        </m:rPr>
                        <a:rPr lang="en-US" b="0" i="0" smtClean="0"/>
                        <m:t>)</m:t>
                      </m:r>
                      <m:r>
                        <a:rPr lang="ar-AE">
                          <a:latin typeface="Cambria Math" panose="02040503050406030204" pitchFamily="18" charset="0"/>
                        </a:rPr>
                        <m:t>=</m:t>
                      </m:r>
                      <m:d>
                        <m:dPr>
                          <m:ctrlPr>
                            <a:rPr lang="ar-AE" i="1">
                              <a:latin typeface="Cambria Math" panose="02040503050406030204" pitchFamily="18" charset="0"/>
                            </a:rPr>
                          </m:ctrlPr>
                        </m:dPr>
                        <m:e>
                          <m:f>
                            <m:fPr>
                              <m:type m:val="noBar"/>
                              <m:ctrlPr>
                                <a:rPr lang="ar-AE" i="1">
                                  <a:latin typeface="Cambria Math" panose="02040503050406030204" pitchFamily="18" charset="0"/>
                                </a:rPr>
                              </m:ctrlPr>
                            </m:fPr>
                            <m:num>
                              <m:r>
                                <a:rPr lang="ar-AE">
                                  <a:latin typeface="Cambria Math" panose="02040503050406030204" pitchFamily="18" charset="0"/>
                                </a:rPr>
                                <m:t>20</m:t>
                              </m:r>
                            </m:num>
                            <m:den>
                              <m:r>
                                <a:rPr lang="ar-AE">
                                  <a:latin typeface="Cambria Math" panose="02040503050406030204" pitchFamily="18" charset="0"/>
                                </a:rPr>
                                <m:t>3</m:t>
                              </m:r>
                            </m:den>
                          </m:f>
                        </m:e>
                      </m:d>
                      <m:sSup>
                        <m:sSupPr>
                          <m:ctrlPr>
                            <a:rPr lang="ar-AE" i="1">
                              <a:latin typeface="Cambria Math" panose="02040503050406030204" pitchFamily="18" charset="0"/>
                            </a:rPr>
                          </m:ctrlPr>
                        </m:sSupPr>
                        <m:e>
                          <m:r>
                            <a:rPr lang="ar-AE" i="1">
                              <a:latin typeface="Cambria Math" panose="02040503050406030204" pitchFamily="18" charset="0"/>
                            </a:rPr>
                            <m:t>𝜃</m:t>
                          </m:r>
                        </m:e>
                        <m:sup>
                          <m:r>
                            <a:rPr lang="ar-AE">
                              <a:latin typeface="Cambria Math" panose="02040503050406030204" pitchFamily="18" charset="0"/>
                            </a:rPr>
                            <m:t>3</m:t>
                          </m:r>
                        </m:sup>
                      </m:sSup>
                      <m:sSup>
                        <m:sSupPr>
                          <m:ctrlPr>
                            <a:rPr lang="ar-AE" i="1">
                              <a:latin typeface="Cambria Math" panose="02040503050406030204" pitchFamily="18" charset="0"/>
                            </a:rPr>
                          </m:ctrlPr>
                        </m:sSupPr>
                        <m:e>
                          <m:d>
                            <m:dPr>
                              <m:ctrlPr>
                                <a:rPr lang="ar-AE" i="1">
                                  <a:latin typeface="Cambria Math" panose="02040503050406030204" pitchFamily="18" charset="0"/>
                                </a:rPr>
                              </m:ctrlPr>
                            </m:dPr>
                            <m:e>
                              <m:r>
                                <a:rPr lang="ar-AE">
                                  <a:latin typeface="Cambria Math" panose="02040503050406030204" pitchFamily="18" charset="0"/>
                                </a:rPr>
                                <m:t>1</m:t>
                              </m:r>
                              <m:r>
                                <a:rPr lang="ar-AE">
                                  <a:latin typeface="Cambria Math" panose="02040503050406030204" pitchFamily="18" charset="0"/>
                                </a:rPr>
                                <m:t>−</m:t>
                              </m:r>
                              <m:r>
                                <a:rPr lang="ar-AE" i="1">
                                  <a:latin typeface="Cambria Math" panose="02040503050406030204" pitchFamily="18" charset="0"/>
                                </a:rPr>
                                <m:t>𝜃</m:t>
                              </m:r>
                            </m:e>
                          </m:d>
                        </m:e>
                        <m:sup>
                          <m:r>
                            <a:rPr lang="ar-AE">
                              <a:latin typeface="Cambria Math" panose="02040503050406030204" pitchFamily="18" charset="0"/>
                            </a:rPr>
                            <m:t>17</m:t>
                          </m:r>
                        </m:sup>
                      </m:sSup>
                    </m:oMath>
                  </m:oMathPara>
                </a14:m>
                <a:endParaRPr lang="ar-AE" dirty="0"/>
              </a:p>
            </p:txBody>
          </p:sp>
        </mc:Choice>
        <mc:Fallback xmlns="">
          <p:sp>
            <p:nvSpPr>
              <p:cNvPr id="3" name="Content Placeholder 2">
                <a:extLst>
                  <a:ext uri="{FF2B5EF4-FFF2-40B4-BE49-F238E27FC236}">
                    <a16:creationId xmlns:a16="http://schemas.microsoft.com/office/drawing/2014/main" id="{D5590482-6F8E-EC2B-EACB-94D9581B611B}"/>
                  </a:ext>
                </a:extLst>
              </p:cNvPr>
              <p:cNvSpPr>
                <a:spLocks noGrp="1" noRot="1" noChangeAspect="1" noMove="1" noResize="1" noEditPoints="1" noAdjustHandles="1" noChangeArrowheads="1" noChangeShapeType="1" noTextEdit="1"/>
              </p:cNvSpPr>
              <p:nvPr>
                <p:ph idx="1"/>
              </p:nvPr>
            </p:nvSpPr>
            <p:spPr>
              <a:xfrm>
                <a:off x="432486" y="1346560"/>
                <a:ext cx="11354506" cy="5378705"/>
              </a:xfrm>
              <a:blipFill>
                <a:blip r:embed="rId2"/>
                <a:stretch>
                  <a:fillRect l="-1127" t="-1927"/>
                </a:stretch>
              </a:blipFill>
            </p:spPr>
            <p:txBody>
              <a:bodyPr/>
              <a:lstStyle/>
              <a:p>
                <a:r>
                  <a:rPr lang="he-IL">
                    <a:noFill/>
                  </a:rPr>
                  <a:t> </a:t>
                </a:r>
              </a:p>
            </p:txBody>
          </p:sp>
        </mc:Fallback>
      </mc:AlternateContent>
      <p:sp>
        <p:nvSpPr>
          <p:cNvPr id="4" name="מציין מיקום של מספר שקופית 3">
            <a:extLst>
              <a:ext uri="{FF2B5EF4-FFF2-40B4-BE49-F238E27FC236}">
                <a16:creationId xmlns:a16="http://schemas.microsoft.com/office/drawing/2014/main" id="{3D957C6B-FCD8-AEE1-D51C-C404E4235BE4}"/>
              </a:ext>
            </a:extLst>
          </p:cNvPr>
          <p:cNvSpPr>
            <a:spLocks noGrp="1"/>
          </p:cNvSpPr>
          <p:nvPr>
            <p:ph type="sldNum" sz="quarter" idx="12"/>
          </p:nvPr>
        </p:nvSpPr>
        <p:spPr/>
        <p:txBody>
          <a:bodyPr/>
          <a:lstStyle/>
          <a:p>
            <a:fld id="{B6796F57-8306-40D4-9229-37A3D19F0B5F}" type="slidenum">
              <a:rPr lang="LID4096" smtClean="0"/>
              <a:t>43</a:t>
            </a:fld>
            <a:endParaRPr lang="LID4096"/>
          </a:p>
        </p:txBody>
      </p:sp>
    </p:spTree>
    <p:extLst>
      <p:ext uri="{BB962C8B-B14F-4D97-AF65-F5344CB8AC3E}">
        <p14:creationId xmlns:p14="http://schemas.microsoft.com/office/powerpoint/2010/main" val="387561673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362E8A-6319-2083-785D-1AABD9F2A72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2733B5C-CA1F-573F-46F0-6019762CA02E}"/>
              </a:ext>
            </a:extLst>
          </p:cNvPr>
          <p:cNvSpPr>
            <a:spLocks noGrp="1"/>
          </p:cNvSpPr>
          <p:nvPr>
            <p:ph type="title"/>
          </p:nvPr>
        </p:nvSpPr>
        <p:spPr>
          <a:xfrm>
            <a:off x="838200" y="20997"/>
            <a:ext cx="10515600" cy="1325563"/>
          </a:xfrm>
        </p:spPr>
        <p:txBody>
          <a:bodyPr/>
          <a:lstStyle/>
          <a:p>
            <a:r>
              <a:rPr lang="en-US" dirty="0"/>
              <a:t>Grid Method</a:t>
            </a:r>
            <a:endParaRPr lang="LID4096"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E561A02-AFA2-E1D6-6C4D-F780171B3494}"/>
                  </a:ext>
                </a:extLst>
              </p:cNvPr>
              <p:cNvSpPr>
                <a:spLocks noGrp="1"/>
              </p:cNvSpPr>
              <p:nvPr>
                <p:ph idx="1"/>
              </p:nvPr>
            </p:nvSpPr>
            <p:spPr>
              <a:xfrm>
                <a:off x="432486" y="1346560"/>
                <a:ext cx="11759514" cy="5378705"/>
              </a:xfrm>
            </p:spPr>
            <p:txBody>
              <a:bodyPr>
                <a:normAutofit/>
              </a:bodyPr>
              <a:lstStyle/>
              <a:p>
                <a:pPr marL="0" indent="0">
                  <a:buNone/>
                </a:pPr>
                <a:r>
                  <a:rPr lang="en-US" dirty="0"/>
                  <a:t>Prior</a:t>
                </a:r>
              </a:p>
              <a:p>
                <a:r>
                  <a:rPr lang="en-US" dirty="0"/>
                  <a:t>We also need a prior on </a:t>
                </a:r>
                <a14:m>
                  <m:oMath xmlns:m="http://schemas.openxmlformats.org/officeDocument/2006/math">
                    <m:r>
                      <a:rPr lang="en-US" i="1">
                        <a:latin typeface="Cambria Math" panose="02040503050406030204" pitchFamily="18" charset="0"/>
                      </a:rPr>
                      <m:t>𝜃</m:t>
                    </m:r>
                  </m:oMath>
                </a14:m>
                <a:r>
                  <a:rPr lang="en-US" dirty="0"/>
                  <a:t>.</a:t>
                </a:r>
              </a:p>
              <a:p>
                <a:endParaRPr lang="en-US" dirty="0"/>
              </a:p>
              <a:p>
                <a:r>
                  <a:rPr lang="en-US" dirty="0"/>
                  <a:t>For example, in the rare-event story:</a:t>
                </a:r>
              </a:p>
              <a:p>
                <a:pPr marL="0" indent="0">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𝜃</m:t>
                      </m:r>
                      <m:r>
                        <a:rPr lang="en-US">
                          <a:latin typeface="Cambria Math" panose="02040503050406030204" pitchFamily="18" charset="0"/>
                        </a:rPr>
                        <m:t>∼</m:t>
                      </m:r>
                      <m:r>
                        <a:rPr lang="en-US" i="1">
                          <a:latin typeface="Cambria Math" panose="02040503050406030204" pitchFamily="18" charset="0"/>
                        </a:rPr>
                        <m:t>𝐵𝑒𝑡𝑎</m:t>
                      </m:r>
                      <m:d>
                        <m:dPr>
                          <m:sepChr m:val=","/>
                          <m:ctrlPr>
                            <a:rPr lang="ar-AE" i="1">
                              <a:latin typeface="Cambria Math" panose="02040503050406030204" pitchFamily="18" charset="0"/>
                            </a:rPr>
                          </m:ctrlPr>
                        </m:dPr>
                        <m:e>
                          <m:r>
                            <a:rPr lang="ar-AE">
                              <a:latin typeface="Cambria Math" panose="02040503050406030204" pitchFamily="18" charset="0"/>
                            </a:rPr>
                            <m:t>1</m:t>
                          </m:r>
                        </m:e>
                        <m:e>
                          <m:r>
                            <a:rPr lang="ar-AE">
                              <a:latin typeface="Cambria Math" panose="02040503050406030204" pitchFamily="18" charset="0"/>
                            </a:rPr>
                            <m:t>199</m:t>
                          </m:r>
                        </m:e>
                      </m:d>
                    </m:oMath>
                  </m:oMathPara>
                </a14:m>
                <a:endParaRPr lang="ar-AE" dirty="0"/>
              </a:p>
              <a:p>
                <a:r>
                  <a:rPr lang="en-US" dirty="0"/>
                  <a:t>This prior reflects the belief that the event should be very rare.</a:t>
                </a:r>
              </a:p>
              <a:p>
                <a:pPr marL="0" indent="0">
                  <a:buNone/>
                </a:pPr>
                <a:endParaRPr lang="ar-AE" dirty="0"/>
              </a:p>
            </p:txBody>
          </p:sp>
        </mc:Choice>
        <mc:Fallback xmlns="">
          <p:sp>
            <p:nvSpPr>
              <p:cNvPr id="3" name="Content Placeholder 2">
                <a:extLst>
                  <a:ext uri="{FF2B5EF4-FFF2-40B4-BE49-F238E27FC236}">
                    <a16:creationId xmlns:a16="http://schemas.microsoft.com/office/drawing/2014/main" id="{4E561A02-AFA2-E1D6-6C4D-F780171B3494}"/>
                  </a:ext>
                </a:extLst>
              </p:cNvPr>
              <p:cNvSpPr>
                <a:spLocks noGrp="1" noRot="1" noChangeAspect="1" noMove="1" noResize="1" noEditPoints="1" noAdjustHandles="1" noChangeArrowheads="1" noChangeShapeType="1" noTextEdit="1"/>
              </p:cNvSpPr>
              <p:nvPr>
                <p:ph idx="1"/>
              </p:nvPr>
            </p:nvSpPr>
            <p:spPr>
              <a:xfrm>
                <a:off x="432486" y="1346560"/>
                <a:ext cx="11759514" cy="5378705"/>
              </a:xfrm>
              <a:blipFill>
                <a:blip r:embed="rId2"/>
                <a:stretch>
                  <a:fillRect l="-1089" t="-1927"/>
                </a:stretch>
              </a:blipFill>
            </p:spPr>
            <p:txBody>
              <a:bodyPr/>
              <a:lstStyle/>
              <a:p>
                <a:r>
                  <a:rPr lang="he-IL">
                    <a:noFill/>
                  </a:rPr>
                  <a:t> </a:t>
                </a:r>
              </a:p>
            </p:txBody>
          </p:sp>
        </mc:Fallback>
      </mc:AlternateContent>
      <p:sp>
        <p:nvSpPr>
          <p:cNvPr id="4" name="מציין מיקום של מספר שקופית 3">
            <a:extLst>
              <a:ext uri="{FF2B5EF4-FFF2-40B4-BE49-F238E27FC236}">
                <a16:creationId xmlns:a16="http://schemas.microsoft.com/office/drawing/2014/main" id="{74AA5243-3C49-AD3E-277E-3A8F405E0B6D}"/>
              </a:ext>
            </a:extLst>
          </p:cNvPr>
          <p:cNvSpPr>
            <a:spLocks noGrp="1"/>
          </p:cNvSpPr>
          <p:nvPr>
            <p:ph type="sldNum" sz="quarter" idx="12"/>
          </p:nvPr>
        </p:nvSpPr>
        <p:spPr/>
        <p:txBody>
          <a:bodyPr/>
          <a:lstStyle/>
          <a:p>
            <a:fld id="{B6796F57-8306-40D4-9229-37A3D19F0B5F}" type="slidenum">
              <a:rPr lang="LID4096" smtClean="0"/>
              <a:t>44</a:t>
            </a:fld>
            <a:endParaRPr lang="LID4096"/>
          </a:p>
        </p:txBody>
      </p:sp>
    </p:spTree>
    <p:extLst>
      <p:ext uri="{BB962C8B-B14F-4D97-AF65-F5344CB8AC3E}">
        <p14:creationId xmlns:p14="http://schemas.microsoft.com/office/powerpoint/2010/main" val="367931867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63C073-9FAF-BDCB-8F7C-25CDC2434D8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E3F970C-EF07-406E-214F-2A47C099461C}"/>
              </a:ext>
            </a:extLst>
          </p:cNvPr>
          <p:cNvSpPr>
            <a:spLocks noGrp="1"/>
          </p:cNvSpPr>
          <p:nvPr>
            <p:ph type="title"/>
          </p:nvPr>
        </p:nvSpPr>
        <p:spPr>
          <a:xfrm>
            <a:off x="838200" y="20997"/>
            <a:ext cx="10515600" cy="1325563"/>
          </a:xfrm>
        </p:spPr>
        <p:txBody>
          <a:bodyPr/>
          <a:lstStyle/>
          <a:p>
            <a:r>
              <a:rPr lang="en-US" dirty="0"/>
              <a:t>Grid Method</a:t>
            </a:r>
            <a:endParaRPr lang="LID4096"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39A7D49-0554-C5B8-63BB-C571A662A22D}"/>
                  </a:ext>
                </a:extLst>
              </p:cNvPr>
              <p:cNvSpPr>
                <a:spLocks noGrp="1"/>
              </p:cNvSpPr>
              <p:nvPr>
                <p:ph idx="1"/>
              </p:nvPr>
            </p:nvSpPr>
            <p:spPr>
              <a:xfrm>
                <a:off x="432486" y="1346560"/>
                <a:ext cx="11759514" cy="5378705"/>
              </a:xfrm>
            </p:spPr>
            <p:txBody>
              <a:bodyPr>
                <a:normAutofit/>
              </a:bodyPr>
              <a:lstStyle/>
              <a:p>
                <a:pPr marL="0" indent="0">
                  <a:buNone/>
                </a:pPr>
                <a:r>
                  <a:rPr lang="en-US" dirty="0"/>
                  <a:t>Posterior</a:t>
                </a:r>
              </a:p>
              <a:p>
                <a:r>
                  <a:rPr lang="en-US" dirty="0"/>
                  <a:t>We already know analytically that:</a:t>
                </a:r>
              </a:p>
              <a:p>
                <a:pPr marL="0" indent="0">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𝑃</m:t>
                      </m:r>
                      <m:d>
                        <m:dPr>
                          <m:ctrlPr>
                            <a:rPr lang="ar-AE" i="1">
                              <a:latin typeface="Cambria Math" panose="02040503050406030204" pitchFamily="18" charset="0"/>
                            </a:rPr>
                          </m:ctrlPr>
                        </m:dPr>
                        <m:e>
                          <m:r>
                            <a:rPr lang="ar-AE" i="1">
                              <a:latin typeface="Cambria Math" panose="02040503050406030204" pitchFamily="18" charset="0"/>
                            </a:rPr>
                            <m:t>𝜃</m:t>
                          </m:r>
                          <m:r>
                            <a:rPr lang="ar-AE">
                              <a:latin typeface="Cambria Math" panose="02040503050406030204" pitchFamily="18" charset="0"/>
                            </a:rPr>
                            <m:t>∣</m:t>
                          </m:r>
                          <m:r>
                            <m:rPr>
                              <m:nor/>
                            </m:rPr>
                            <a:rPr lang="en-US" i="1"/>
                            <m:t>data</m:t>
                          </m:r>
                        </m:e>
                      </m:d>
                      <m:r>
                        <a:rPr lang="ar-AE">
                          <a:latin typeface="Cambria Math" panose="02040503050406030204" pitchFamily="18" charset="0"/>
                        </a:rPr>
                        <m:t>∝</m:t>
                      </m:r>
                      <m:r>
                        <a:rPr lang="ar-AE" i="1">
                          <a:latin typeface="Cambria Math" panose="02040503050406030204" pitchFamily="18" charset="0"/>
                        </a:rPr>
                        <m:t>𝑃</m:t>
                      </m:r>
                      <m:d>
                        <m:dPr>
                          <m:ctrlPr>
                            <a:rPr lang="ar-AE" i="1">
                              <a:latin typeface="Cambria Math" panose="02040503050406030204" pitchFamily="18" charset="0"/>
                            </a:rPr>
                          </m:ctrlPr>
                        </m:dPr>
                        <m:e>
                          <m:r>
                            <m:rPr>
                              <m:nor/>
                            </m:rPr>
                            <a:rPr lang="en-US" i="1"/>
                            <m:t>data</m:t>
                          </m:r>
                          <m:r>
                            <a:rPr lang="en-US">
                              <a:latin typeface="Cambria Math" panose="02040503050406030204" pitchFamily="18" charset="0"/>
                            </a:rPr>
                            <m:t>∣</m:t>
                          </m:r>
                          <m:r>
                            <a:rPr lang="en-US" i="1">
                              <a:latin typeface="Cambria Math" panose="02040503050406030204" pitchFamily="18" charset="0"/>
                            </a:rPr>
                            <m:t>𝜃</m:t>
                          </m:r>
                        </m:e>
                      </m:d>
                      <m:r>
                        <a:rPr lang="ar-AE" i="1">
                          <a:latin typeface="Cambria Math" panose="02040503050406030204" pitchFamily="18" charset="0"/>
                        </a:rPr>
                        <m:t>𝑃</m:t>
                      </m:r>
                      <m:d>
                        <m:dPr>
                          <m:ctrlPr>
                            <a:rPr lang="ar-AE" i="1">
                              <a:latin typeface="Cambria Math" panose="02040503050406030204" pitchFamily="18" charset="0"/>
                            </a:rPr>
                          </m:ctrlPr>
                        </m:dPr>
                        <m:e>
                          <m:r>
                            <a:rPr lang="ar-AE" i="1">
                              <a:latin typeface="Cambria Math" panose="02040503050406030204" pitchFamily="18" charset="0"/>
                            </a:rPr>
                            <m:t>𝜃</m:t>
                          </m:r>
                        </m:e>
                      </m:d>
                    </m:oMath>
                  </m:oMathPara>
                </a14:m>
                <a:endParaRPr lang="ar-AE" b="0" dirty="0"/>
              </a:p>
              <a:p>
                <a:r>
                  <a:rPr lang="en-US" dirty="0"/>
                  <a:t>and because Beta is conjugate to Binomial:</a:t>
                </a:r>
              </a:p>
              <a:p>
                <a:pPr marL="0" indent="0">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𝜃</m:t>
                      </m:r>
                      <m:r>
                        <a:rPr lang="en-US">
                          <a:latin typeface="Cambria Math" panose="02040503050406030204" pitchFamily="18" charset="0"/>
                        </a:rPr>
                        <m:t>∣</m:t>
                      </m:r>
                      <m:r>
                        <a:rPr lang="en-US" i="1">
                          <a:latin typeface="Cambria Math" panose="02040503050406030204" pitchFamily="18" charset="0"/>
                        </a:rPr>
                        <m:t>𝑑𝑎𝑡𝑎</m:t>
                      </m:r>
                      <m:r>
                        <a:rPr lang="en-US">
                          <a:latin typeface="Cambria Math" panose="02040503050406030204" pitchFamily="18" charset="0"/>
                        </a:rPr>
                        <m:t>∼</m:t>
                      </m:r>
                      <m:r>
                        <a:rPr lang="en-US" i="1">
                          <a:latin typeface="Cambria Math" panose="02040503050406030204" pitchFamily="18" charset="0"/>
                        </a:rPr>
                        <m:t>𝐵𝑒𝑡𝑎</m:t>
                      </m:r>
                      <m:d>
                        <m:dPr>
                          <m:sepChr m:val=","/>
                          <m:ctrlPr>
                            <a:rPr lang="ar-AE" i="1">
                              <a:latin typeface="Cambria Math" panose="02040503050406030204" pitchFamily="18" charset="0"/>
                            </a:rPr>
                          </m:ctrlPr>
                        </m:dPr>
                        <m:e>
                          <m:r>
                            <a:rPr lang="ar-AE" i="1">
                              <a:latin typeface="Cambria Math" panose="02040503050406030204" pitchFamily="18" charset="0"/>
                            </a:rPr>
                            <m:t>𝛼</m:t>
                          </m:r>
                        </m:e>
                        <m:e>
                          <m:r>
                            <a:rPr lang="ar-AE">
                              <a:latin typeface="Cambria Math" panose="02040503050406030204" pitchFamily="18" charset="0"/>
                            </a:rPr>
                            <m:t>+</m:t>
                          </m:r>
                          <m:r>
                            <a:rPr lang="ar-AE" i="1">
                              <a:latin typeface="Cambria Math" panose="02040503050406030204" pitchFamily="18" charset="0"/>
                            </a:rPr>
                            <m:t>𝑧</m:t>
                          </m:r>
                          <m:r>
                            <a:rPr lang="en-US" b="0" i="1" smtClean="0">
                              <a:latin typeface="Cambria Math" panose="02040503050406030204" pitchFamily="18" charset="0"/>
                            </a:rPr>
                            <m:t>, </m:t>
                          </m:r>
                          <m:r>
                            <a:rPr lang="ar-AE" i="1">
                              <a:latin typeface="Cambria Math" panose="02040503050406030204" pitchFamily="18" charset="0"/>
                            </a:rPr>
                            <m:t>𝛽</m:t>
                          </m:r>
                          <m:r>
                            <a:rPr lang="ar-AE">
                              <a:latin typeface="Cambria Math" panose="02040503050406030204" pitchFamily="18" charset="0"/>
                            </a:rPr>
                            <m:t>+</m:t>
                          </m:r>
                          <m:r>
                            <a:rPr lang="ar-AE" i="1">
                              <a:latin typeface="Cambria Math" panose="02040503050406030204" pitchFamily="18" charset="0"/>
                            </a:rPr>
                            <m:t>𝑛</m:t>
                          </m:r>
                          <m:r>
                            <a:rPr lang="ar-AE">
                              <a:latin typeface="Cambria Math" panose="02040503050406030204" pitchFamily="18" charset="0"/>
                            </a:rPr>
                            <m:t>−</m:t>
                          </m:r>
                          <m:r>
                            <a:rPr lang="ar-AE" i="1">
                              <a:latin typeface="Cambria Math" panose="02040503050406030204" pitchFamily="18" charset="0"/>
                            </a:rPr>
                            <m:t>𝑧</m:t>
                          </m:r>
                        </m:e>
                      </m:d>
                    </m:oMath>
                  </m:oMathPara>
                </a14:m>
                <a:endParaRPr lang="ar-AE" dirty="0"/>
              </a:p>
              <a:p>
                <a:r>
                  <a:rPr lang="en-US" dirty="0"/>
                  <a:t>For our example:</a:t>
                </a:r>
              </a:p>
              <a:p>
                <a:pPr marL="0" indent="0">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𝐵𝑒𝑡𝑎</m:t>
                      </m:r>
                      <m:d>
                        <m:dPr>
                          <m:sepChr m:val=","/>
                          <m:ctrlPr>
                            <a:rPr lang="ar-AE" i="1">
                              <a:latin typeface="Cambria Math" panose="02040503050406030204" pitchFamily="18" charset="0"/>
                            </a:rPr>
                          </m:ctrlPr>
                        </m:dPr>
                        <m:e>
                          <m:r>
                            <a:rPr lang="ar-AE">
                              <a:latin typeface="Cambria Math" panose="02040503050406030204" pitchFamily="18" charset="0"/>
                            </a:rPr>
                            <m:t>1</m:t>
                          </m:r>
                        </m:e>
                        <m:e>
                          <m:r>
                            <a:rPr lang="ar-AE">
                              <a:latin typeface="Cambria Math" panose="02040503050406030204" pitchFamily="18" charset="0"/>
                            </a:rPr>
                            <m:t>199</m:t>
                          </m:r>
                        </m:e>
                      </m:d>
                      <m:r>
                        <a:rPr lang="ar-AE">
                          <a:latin typeface="Cambria Math" panose="02040503050406030204" pitchFamily="18" charset="0"/>
                        </a:rPr>
                        <m:t>+</m:t>
                      </m:r>
                      <m:r>
                        <a:rPr lang="ar-AE">
                          <a:latin typeface="Cambria Math" panose="02040503050406030204" pitchFamily="18" charset="0"/>
                        </a:rPr>
                        <m:t>3</m:t>
                      </m:r>
                      <m:r>
                        <a:rPr lang="ar-AE">
                          <a:latin typeface="Cambria Math" panose="02040503050406030204" pitchFamily="18" charset="0"/>
                        </a:rPr>
                        <m:t>/</m:t>
                      </m:r>
                      <m:r>
                        <a:rPr lang="ar-AE">
                          <a:latin typeface="Cambria Math" panose="02040503050406030204" pitchFamily="18" charset="0"/>
                        </a:rPr>
                        <m:t>20</m:t>
                      </m:r>
                      <m:r>
                        <a:rPr lang="ar-AE">
                          <a:latin typeface="Cambria Math" panose="02040503050406030204" pitchFamily="18" charset="0"/>
                        </a:rPr>
                        <m:t>→</m:t>
                      </m:r>
                      <m:r>
                        <a:rPr lang="ar-AE" i="1">
                          <a:latin typeface="Cambria Math" panose="02040503050406030204" pitchFamily="18" charset="0"/>
                        </a:rPr>
                        <m:t>𝐵𝑒𝑡𝑎</m:t>
                      </m:r>
                      <m:d>
                        <m:dPr>
                          <m:sepChr m:val=","/>
                          <m:ctrlPr>
                            <a:rPr lang="ar-AE" i="1">
                              <a:latin typeface="Cambria Math" panose="02040503050406030204" pitchFamily="18" charset="0"/>
                            </a:rPr>
                          </m:ctrlPr>
                        </m:dPr>
                        <m:e>
                          <m:r>
                            <a:rPr lang="ar-AE">
                              <a:latin typeface="Cambria Math" panose="02040503050406030204" pitchFamily="18" charset="0"/>
                            </a:rPr>
                            <m:t>4</m:t>
                          </m:r>
                        </m:e>
                        <m:e>
                          <m:r>
                            <a:rPr lang="ar-AE">
                              <a:latin typeface="Cambria Math" panose="02040503050406030204" pitchFamily="18" charset="0"/>
                            </a:rPr>
                            <m:t>216</m:t>
                          </m:r>
                        </m:e>
                      </m:d>
                    </m:oMath>
                  </m:oMathPara>
                </a14:m>
                <a:endParaRPr lang="ar-AE" dirty="0"/>
              </a:p>
              <a:p>
                <a:r>
                  <a:rPr lang="en-US" dirty="0"/>
                  <a:t>Now we will approximate this posterior using the </a:t>
                </a:r>
                <a:r>
                  <a:rPr lang="en-US" b="1" dirty="0"/>
                  <a:t>grid method</a:t>
                </a:r>
                <a:r>
                  <a:rPr lang="en-US" dirty="0"/>
                  <a:t>.</a:t>
                </a:r>
              </a:p>
              <a:p>
                <a:pPr marL="0" indent="0">
                  <a:buNone/>
                </a:pPr>
                <a:endParaRPr lang="ar-AE" dirty="0"/>
              </a:p>
            </p:txBody>
          </p:sp>
        </mc:Choice>
        <mc:Fallback xmlns="">
          <p:sp>
            <p:nvSpPr>
              <p:cNvPr id="3" name="Content Placeholder 2">
                <a:extLst>
                  <a:ext uri="{FF2B5EF4-FFF2-40B4-BE49-F238E27FC236}">
                    <a16:creationId xmlns:a16="http://schemas.microsoft.com/office/drawing/2014/main" id="{439A7D49-0554-C5B8-63BB-C571A662A22D}"/>
                  </a:ext>
                </a:extLst>
              </p:cNvPr>
              <p:cNvSpPr>
                <a:spLocks noGrp="1" noRot="1" noChangeAspect="1" noMove="1" noResize="1" noEditPoints="1" noAdjustHandles="1" noChangeArrowheads="1" noChangeShapeType="1" noTextEdit="1"/>
              </p:cNvSpPr>
              <p:nvPr>
                <p:ph idx="1"/>
              </p:nvPr>
            </p:nvSpPr>
            <p:spPr>
              <a:xfrm>
                <a:off x="432486" y="1346560"/>
                <a:ext cx="11759514" cy="5378705"/>
              </a:xfrm>
              <a:blipFill>
                <a:blip r:embed="rId2"/>
                <a:stretch>
                  <a:fillRect l="-1089" t="-1927"/>
                </a:stretch>
              </a:blipFill>
            </p:spPr>
            <p:txBody>
              <a:bodyPr/>
              <a:lstStyle/>
              <a:p>
                <a:r>
                  <a:rPr lang="he-IL">
                    <a:noFill/>
                  </a:rPr>
                  <a:t> </a:t>
                </a:r>
              </a:p>
            </p:txBody>
          </p:sp>
        </mc:Fallback>
      </mc:AlternateContent>
      <p:sp>
        <p:nvSpPr>
          <p:cNvPr id="4" name="מציין מיקום של מספר שקופית 3">
            <a:extLst>
              <a:ext uri="{FF2B5EF4-FFF2-40B4-BE49-F238E27FC236}">
                <a16:creationId xmlns:a16="http://schemas.microsoft.com/office/drawing/2014/main" id="{FC0A5E1B-3F20-DB04-6B6F-3D0AB480F5ED}"/>
              </a:ext>
            </a:extLst>
          </p:cNvPr>
          <p:cNvSpPr>
            <a:spLocks noGrp="1"/>
          </p:cNvSpPr>
          <p:nvPr>
            <p:ph type="sldNum" sz="quarter" idx="12"/>
          </p:nvPr>
        </p:nvSpPr>
        <p:spPr/>
        <p:txBody>
          <a:bodyPr/>
          <a:lstStyle/>
          <a:p>
            <a:fld id="{B6796F57-8306-40D4-9229-37A3D19F0B5F}" type="slidenum">
              <a:rPr lang="LID4096" smtClean="0"/>
              <a:t>45</a:t>
            </a:fld>
            <a:endParaRPr lang="LID4096"/>
          </a:p>
        </p:txBody>
      </p:sp>
    </p:spTree>
    <p:extLst>
      <p:ext uri="{BB962C8B-B14F-4D97-AF65-F5344CB8AC3E}">
        <p14:creationId xmlns:p14="http://schemas.microsoft.com/office/powerpoint/2010/main" val="235770888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772F95-FF2D-86E6-D901-3686AF932A9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0A7FB53-3859-5E0E-844C-11F5103BEEA1}"/>
              </a:ext>
            </a:extLst>
          </p:cNvPr>
          <p:cNvSpPr>
            <a:spLocks noGrp="1"/>
          </p:cNvSpPr>
          <p:nvPr>
            <p:ph type="title"/>
          </p:nvPr>
        </p:nvSpPr>
        <p:spPr>
          <a:xfrm>
            <a:off x="838200" y="20997"/>
            <a:ext cx="10515600" cy="1325563"/>
          </a:xfrm>
        </p:spPr>
        <p:txBody>
          <a:bodyPr/>
          <a:lstStyle/>
          <a:p>
            <a:r>
              <a:rPr lang="en-US" dirty="0"/>
              <a:t>Grid Method</a:t>
            </a:r>
            <a:endParaRPr lang="LID4096"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FADC4C3-CD4E-9F69-A561-3A141B4386F7}"/>
                  </a:ext>
                </a:extLst>
              </p:cNvPr>
              <p:cNvSpPr>
                <a:spLocks noGrp="1"/>
              </p:cNvSpPr>
              <p:nvPr>
                <p:ph idx="1"/>
              </p:nvPr>
            </p:nvSpPr>
            <p:spPr>
              <a:xfrm>
                <a:off x="432486" y="1346560"/>
                <a:ext cx="11759514" cy="5378705"/>
              </a:xfrm>
            </p:spPr>
            <p:txBody>
              <a:bodyPr>
                <a:normAutofit/>
              </a:bodyPr>
              <a:lstStyle/>
              <a:p>
                <a:r>
                  <a:rPr lang="en-US" b="1" dirty="0"/>
                  <a:t>Grid Method: steps</a:t>
                </a:r>
              </a:p>
              <a:p>
                <a:r>
                  <a:rPr lang="en-US" dirty="0"/>
                  <a:t>Define a reasonable interval for </a:t>
                </a:r>
                <a14:m>
                  <m:oMath xmlns:m="http://schemas.openxmlformats.org/officeDocument/2006/math">
                    <m:r>
                      <a:rPr lang="en-US" i="1">
                        <a:latin typeface="Cambria Math" panose="02040503050406030204" pitchFamily="18" charset="0"/>
                      </a:rPr>
                      <m:t>𝜃</m:t>
                    </m:r>
                  </m:oMath>
                </a14:m>
                <a:endParaRPr lang="en-US" dirty="0"/>
              </a:p>
              <a:p>
                <a:pPr lvl="1"/>
                <a:r>
                  <a:rPr lang="en-US" dirty="0"/>
                  <a:t>parameter support defines interval (probability → [0,1])</a:t>
                </a:r>
              </a:p>
              <a:p>
                <a:pPr lvl="1"/>
                <a:r>
                  <a:rPr lang="en-US" dirty="0"/>
                  <a:t>prior helps refine range</a:t>
                </a:r>
              </a:p>
              <a:p>
                <a:r>
                  <a:rPr lang="en-US" dirty="0"/>
                  <a:t>Place a grid of points on that interval </a:t>
                </a:r>
              </a:p>
              <a:p>
                <a:pPr lvl="1"/>
                <a:r>
                  <a:rPr lang="en-US" dirty="0"/>
                  <a:t>for example: 100 equally spaced points </a:t>
                </a:r>
              </a:p>
              <a:p>
                <a:r>
                  <a:rPr lang="en-US" dirty="0"/>
                  <a:t>Compute the prior at each point </a:t>
                </a:r>
              </a:p>
              <a:p>
                <a:r>
                  <a:rPr lang="en-US" dirty="0"/>
                  <a:t>Compute the likelihood at each point </a:t>
                </a:r>
              </a:p>
              <a:p>
                <a:r>
                  <a:rPr lang="en-US" dirty="0"/>
                  <a:t>Multiply prior × likelihood </a:t>
                </a:r>
              </a:p>
              <a:p>
                <a:r>
                  <a:rPr lang="en-US" dirty="0"/>
                  <a:t>Normalize the result</a:t>
                </a:r>
              </a:p>
            </p:txBody>
          </p:sp>
        </mc:Choice>
        <mc:Fallback xmlns="">
          <p:sp>
            <p:nvSpPr>
              <p:cNvPr id="3" name="Content Placeholder 2">
                <a:extLst>
                  <a:ext uri="{FF2B5EF4-FFF2-40B4-BE49-F238E27FC236}">
                    <a16:creationId xmlns:a16="http://schemas.microsoft.com/office/drawing/2014/main" id="{FFADC4C3-CD4E-9F69-A561-3A141B4386F7}"/>
                  </a:ext>
                </a:extLst>
              </p:cNvPr>
              <p:cNvSpPr>
                <a:spLocks noGrp="1" noRot="1" noChangeAspect="1" noMove="1" noResize="1" noEditPoints="1" noAdjustHandles="1" noChangeArrowheads="1" noChangeShapeType="1" noTextEdit="1"/>
              </p:cNvSpPr>
              <p:nvPr>
                <p:ph idx="1"/>
              </p:nvPr>
            </p:nvSpPr>
            <p:spPr>
              <a:xfrm>
                <a:off x="432486" y="1346560"/>
                <a:ext cx="11759514" cy="5378705"/>
              </a:xfrm>
              <a:blipFill>
                <a:blip r:embed="rId3"/>
                <a:stretch>
                  <a:fillRect l="-933" t="-1927"/>
                </a:stretch>
              </a:blipFill>
            </p:spPr>
            <p:txBody>
              <a:bodyPr/>
              <a:lstStyle/>
              <a:p>
                <a:r>
                  <a:rPr lang="he-IL">
                    <a:noFill/>
                  </a:rPr>
                  <a:t> </a:t>
                </a:r>
              </a:p>
            </p:txBody>
          </p:sp>
        </mc:Fallback>
      </mc:AlternateContent>
      <p:sp>
        <p:nvSpPr>
          <p:cNvPr id="4" name="מציין מיקום של מספר שקופית 3">
            <a:extLst>
              <a:ext uri="{FF2B5EF4-FFF2-40B4-BE49-F238E27FC236}">
                <a16:creationId xmlns:a16="http://schemas.microsoft.com/office/drawing/2014/main" id="{19181190-1B6A-7A92-6EAB-09DAFC980DA9}"/>
              </a:ext>
            </a:extLst>
          </p:cNvPr>
          <p:cNvSpPr>
            <a:spLocks noGrp="1"/>
          </p:cNvSpPr>
          <p:nvPr>
            <p:ph type="sldNum" sz="quarter" idx="12"/>
          </p:nvPr>
        </p:nvSpPr>
        <p:spPr/>
        <p:txBody>
          <a:bodyPr/>
          <a:lstStyle/>
          <a:p>
            <a:fld id="{B6796F57-8306-40D4-9229-37A3D19F0B5F}" type="slidenum">
              <a:rPr lang="LID4096" smtClean="0"/>
              <a:t>46</a:t>
            </a:fld>
            <a:endParaRPr lang="LID4096"/>
          </a:p>
        </p:txBody>
      </p:sp>
    </p:spTree>
    <p:extLst>
      <p:ext uri="{BB962C8B-B14F-4D97-AF65-F5344CB8AC3E}">
        <p14:creationId xmlns:p14="http://schemas.microsoft.com/office/powerpoint/2010/main" val="24713704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525254-F033-A190-CC7B-665743AE3B0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AB312B0-3877-C760-E642-322A8D832388}"/>
              </a:ext>
            </a:extLst>
          </p:cNvPr>
          <p:cNvSpPr>
            <a:spLocks noGrp="1"/>
          </p:cNvSpPr>
          <p:nvPr>
            <p:ph type="title"/>
          </p:nvPr>
        </p:nvSpPr>
        <p:spPr>
          <a:xfrm>
            <a:off x="838200" y="20997"/>
            <a:ext cx="10515600" cy="1325563"/>
          </a:xfrm>
        </p:spPr>
        <p:txBody>
          <a:bodyPr/>
          <a:lstStyle/>
          <a:p>
            <a:r>
              <a:rPr lang="en-US" dirty="0"/>
              <a:t>Grid Method</a:t>
            </a:r>
            <a:endParaRPr lang="LID4096"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A811286-6A3F-68BD-9CB7-A7D3797792DD}"/>
                  </a:ext>
                </a:extLst>
              </p:cNvPr>
              <p:cNvSpPr>
                <a:spLocks noGrp="1"/>
              </p:cNvSpPr>
              <p:nvPr>
                <p:ph idx="1"/>
              </p:nvPr>
            </p:nvSpPr>
            <p:spPr>
              <a:xfrm>
                <a:off x="432486" y="1346560"/>
                <a:ext cx="10002432" cy="5378705"/>
              </a:xfrm>
            </p:spPr>
            <p:txBody>
              <a:bodyPr>
                <a:normAutofit/>
              </a:bodyPr>
              <a:lstStyle/>
              <a:p>
                <a:r>
                  <a:rPr lang="en-US" dirty="0"/>
                  <a:t>At each grid point </a:t>
                </a: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𝜃</m:t>
                        </m:r>
                      </m:e>
                      <m:sub>
                        <m:r>
                          <a:rPr lang="ar-AE" i="1">
                            <a:latin typeface="Cambria Math" panose="02040503050406030204" pitchFamily="18" charset="0"/>
                          </a:rPr>
                          <m:t>𝑖</m:t>
                        </m:r>
                      </m:sub>
                    </m:sSub>
                  </m:oMath>
                </a14:m>
                <a:r>
                  <a:rPr lang="ar-AE" dirty="0"/>
                  <a:t>, </a:t>
                </a:r>
                <a:r>
                  <a:rPr lang="en-US" dirty="0"/>
                  <a:t>we compute:</a:t>
                </a:r>
              </a:p>
              <a:p>
                <a:pPr marL="0" indent="0">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𝑃</m:t>
                      </m:r>
                      <m:d>
                        <m:dPr>
                          <m:ctrlPr>
                            <a:rPr lang="ar-AE" i="1">
                              <a:latin typeface="Cambria Math" panose="02040503050406030204" pitchFamily="18" charset="0"/>
                            </a:rPr>
                          </m:ctrlPr>
                        </m:dPr>
                        <m:e>
                          <m:sSub>
                            <m:sSubPr>
                              <m:ctrlPr>
                                <a:rPr lang="ar-AE" i="1">
                                  <a:latin typeface="Cambria Math" panose="02040503050406030204" pitchFamily="18" charset="0"/>
                                </a:rPr>
                              </m:ctrlPr>
                            </m:sSubPr>
                            <m:e>
                              <m:r>
                                <a:rPr lang="ar-AE" i="1">
                                  <a:latin typeface="Cambria Math" panose="02040503050406030204" pitchFamily="18" charset="0"/>
                                </a:rPr>
                                <m:t>𝜃</m:t>
                              </m:r>
                            </m:e>
                            <m:sub>
                              <m:r>
                                <a:rPr lang="ar-AE" i="1">
                                  <a:latin typeface="Cambria Math" panose="02040503050406030204" pitchFamily="18" charset="0"/>
                                </a:rPr>
                                <m:t>𝑖</m:t>
                              </m:r>
                            </m:sub>
                          </m:sSub>
                          <m:r>
                            <a:rPr lang="ar-AE">
                              <a:latin typeface="Cambria Math" panose="02040503050406030204" pitchFamily="18" charset="0"/>
                            </a:rPr>
                            <m:t>∣</m:t>
                          </m:r>
                          <m:r>
                            <a:rPr lang="ar-AE" i="1">
                              <a:latin typeface="Cambria Math" panose="02040503050406030204" pitchFamily="18" charset="0"/>
                            </a:rPr>
                            <m:t>𝑑𝑎𝑡𝑎</m:t>
                          </m:r>
                        </m:e>
                      </m:d>
                      <m:r>
                        <a:rPr lang="ar-AE">
                          <a:latin typeface="Cambria Math" panose="02040503050406030204" pitchFamily="18" charset="0"/>
                        </a:rPr>
                        <m:t>∝</m:t>
                      </m:r>
                      <m:r>
                        <a:rPr lang="ar-AE" i="1">
                          <a:latin typeface="Cambria Math" panose="02040503050406030204" pitchFamily="18" charset="0"/>
                        </a:rPr>
                        <m:t>𝑃</m:t>
                      </m:r>
                      <m:d>
                        <m:dPr>
                          <m:ctrlPr>
                            <a:rPr lang="ar-AE" i="1">
                              <a:latin typeface="Cambria Math" panose="02040503050406030204" pitchFamily="18" charset="0"/>
                            </a:rPr>
                          </m:ctrlPr>
                        </m:dPr>
                        <m:e>
                          <m:r>
                            <a:rPr lang="ar-AE" i="1">
                              <a:latin typeface="Cambria Math" panose="02040503050406030204" pitchFamily="18" charset="0"/>
                            </a:rPr>
                            <m:t>𝑑𝑎𝑡𝑎</m:t>
                          </m:r>
                          <m:r>
                            <a:rPr lang="ar-AE">
                              <a:latin typeface="Cambria Math" panose="02040503050406030204" pitchFamily="18" charset="0"/>
                            </a:rPr>
                            <m:t>∣</m:t>
                          </m:r>
                          <m:sSub>
                            <m:sSubPr>
                              <m:ctrlPr>
                                <a:rPr lang="ar-AE" i="1">
                                  <a:latin typeface="Cambria Math" panose="02040503050406030204" pitchFamily="18" charset="0"/>
                                </a:rPr>
                              </m:ctrlPr>
                            </m:sSubPr>
                            <m:e>
                              <m:r>
                                <a:rPr lang="ar-AE" i="1">
                                  <a:latin typeface="Cambria Math" panose="02040503050406030204" pitchFamily="18" charset="0"/>
                                </a:rPr>
                                <m:t>𝜃</m:t>
                              </m:r>
                            </m:e>
                            <m:sub>
                              <m:r>
                                <a:rPr lang="ar-AE" i="1">
                                  <a:latin typeface="Cambria Math" panose="02040503050406030204" pitchFamily="18" charset="0"/>
                                </a:rPr>
                                <m:t>𝑖</m:t>
                              </m:r>
                            </m:sub>
                          </m:sSub>
                        </m:e>
                      </m:d>
                      <m:r>
                        <a:rPr lang="ar-AE" i="1">
                          <a:latin typeface="Cambria Math" panose="02040503050406030204" pitchFamily="18" charset="0"/>
                        </a:rPr>
                        <m:t>𝑃</m:t>
                      </m:r>
                      <m:d>
                        <m:dPr>
                          <m:ctrlPr>
                            <a:rPr lang="ar-AE" i="1">
                              <a:latin typeface="Cambria Math" panose="02040503050406030204" pitchFamily="18" charset="0"/>
                            </a:rPr>
                          </m:ctrlPr>
                        </m:dPr>
                        <m:e>
                          <m:sSub>
                            <m:sSubPr>
                              <m:ctrlPr>
                                <a:rPr lang="ar-AE" i="1">
                                  <a:latin typeface="Cambria Math" panose="02040503050406030204" pitchFamily="18" charset="0"/>
                                </a:rPr>
                              </m:ctrlPr>
                            </m:sSubPr>
                            <m:e>
                              <m:r>
                                <a:rPr lang="ar-AE" i="1">
                                  <a:latin typeface="Cambria Math" panose="02040503050406030204" pitchFamily="18" charset="0"/>
                                </a:rPr>
                                <m:t>𝜃</m:t>
                              </m:r>
                            </m:e>
                            <m:sub>
                              <m:r>
                                <a:rPr lang="ar-AE" i="1">
                                  <a:latin typeface="Cambria Math" panose="02040503050406030204" pitchFamily="18" charset="0"/>
                                </a:rPr>
                                <m:t>𝑖</m:t>
                              </m:r>
                            </m:sub>
                          </m:sSub>
                        </m:e>
                      </m:d>
                    </m:oMath>
                  </m:oMathPara>
                </a14:m>
                <a:endParaRPr lang="ar-AE" dirty="0"/>
              </a:p>
              <a:p>
                <a:r>
                  <a:rPr lang="en-US" dirty="0"/>
                  <a:t>After normalization, the values across the grid approximate the posterior distribution.</a:t>
                </a:r>
              </a:p>
              <a:p>
                <a:pPr>
                  <a:lnSpc>
                    <a:spcPct val="150000"/>
                  </a:lnSpc>
                </a:pPr>
                <a:endParaRPr lang="en-US" dirty="0"/>
              </a:p>
            </p:txBody>
          </p:sp>
        </mc:Choice>
        <mc:Fallback xmlns="">
          <p:sp>
            <p:nvSpPr>
              <p:cNvPr id="3" name="Content Placeholder 2">
                <a:extLst>
                  <a:ext uri="{FF2B5EF4-FFF2-40B4-BE49-F238E27FC236}">
                    <a16:creationId xmlns:a16="http://schemas.microsoft.com/office/drawing/2014/main" id="{5A811286-6A3F-68BD-9CB7-A7D3797792DD}"/>
                  </a:ext>
                </a:extLst>
              </p:cNvPr>
              <p:cNvSpPr>
                <a:spLocks noGrp="1" noRot="1" noChangeAspect="1" noMove="1" noResize="1" noEditPoints="1" noAdjustHandles="1" noChangeArrowheads="1" noChangeShapeType="1" noTextEdit="1"/>
              </p:cNvSpPr>
              <p:nvPr>
                <p:ph idx="1"/>
              </p:nvPr>
            </p:nvSpPr>
            <p:spPr>
              <a:xfrm>
                <a:off x="432486" y="1346560"/>
                <a:ext cx="10002432" cy="5378705"/>
              </a:xfrm>
              <a:blipFill>
                <a:blip r:embed="rId3"/>
                <a:stretch>
                  <a:fillRect l="-1097" t="-2381"/>
                </a:stretch>
              </a:blipFill>
            </p:spPr>
            <p:txBody>
              <a:bodyPr/>
              <a:lstStyle/>
              <a:p>
                <a:r>
                  <a:rPr lang="he-IL">
                    <a:noFill/>
                  </a:rPr>
                  <a:t> </a:t>
                </a:r>
              </a:p>
            </p:txBody>
          </p:sp>
        </mc:Fallback>
      </mc:AlternateContent>
      <p:sp>
        <p:nvSpPr>
          <p:cNvPr id="4" name="מציין מיקום של מספר שקופית 3">
            <a:extLst>
              <a:ext uri="{FF2B5EF4-FFF2-40B4-BE49-F238E27FC236}">
                <a16:creationId xmlns:a16="http://schemas.microsoft.com/office/drawing/2014/main" id="{BEAC09C7-A43F-4FAA-0FDC-BB175C632AFB}"/>
              </a:ext>
            </a:extLst>
          </p:cNvPr>
          <p:cNvSpPr>
            <a:spLocks noGrp="1"/>
          </p:cNvSpPr>
          <p:nvPr>
            <p:ph type="sldNum" sz="quarter" idx="12"/>
          </p:nvPr>
        </p:nvSpPr>
        <p:spPr/>
        <p:txBody>
          <a:bodyPr/>
          <a:lstStyle/>
          <a:p>
            <a:fld id="{B6796F57-8306-40D4-9229-37A3D19F0B5F}" type="slidenum">
              <a:rPr lang="LID4096" smtClean="0"/>
              <a:t>47</a:t>
            </a:fld>
            <a:endParaRPr lang="LID4096"/>
          </a:p>
        </p:txBody>
      </p:sp>
      <p:pic>
        <p:nvPicPr>
          <p:cNvPr id="12292" name="Picture 4">
            <a:extLst>
              <a:ext uri="{FF2B5EF4-FFF2-40B4-BE49-F238E27FC236}">
                <a16:creationId xmlns:a16="http://schemas.microsoft.com/office/drawing/2014/main" id="{87C4D2DA-D405-6A6A-25C7-B7A22B2157D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59798" y="2876795"/>
            <a:ext cx="5610504" cy="38446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0591842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C56593-FD78-8467-CC8F-72AE06C8A92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B1FC44B-4AB1-7B2D-BFE7-4B43BB9F9434}"/>
              </a:ext>
            </a:extLst>
          </p:cNvPr>
          <p:cNvSpPr>
            <a:spLocks noGrp="1"/>
          </p:cNvSpPr>
          <p:nvPr>
            <p:ph type="title"/>
          </p:nvPr>
        </p:nvSpPr>
        <p:spPr>
          <a:xfrm>
            <a:off x="838200" y="20997"/>
            <a:ext cx="10515600" cy="1325563"/>
          </a:xfrm>
        </p:spPr>
        <p:txBody>
          <a:bodyPr/>
          <a:lstStyle/>
          <a:p>
            <a:r>
              <a:rPr lang="en-US" dirty="0"/>
              <a:t>Grid Method</a:t>
            </a:r>
            <a:endParaRPr lang="LID4096" dirty="0"/>
          </a:p>
        </p:txBody>
      </p:sp>
      <p:sp>
        <p:nvSpPr>
          <p:cNvPr id="3" name="Content Placeholder 2">
            <a:extLst>
              <a:ext uri="{FF2B5EF4-FFF2-40B4-BE49-F238E27FC236}">
                <a16:creationId xmlns:a16="http://schemas.microsoft.com/office/drawing/2014/main" id="{B2DBFA1C-C334-8D82-DE5A-BADBDB79847E}"/>
              </a:ext>
            </a:extLst>
          </p:cNvPr>
          <p:cNvSpPr>
            <a:spLocks noGrp="1"/>
          </p:cNvSpPr>
          <p:nvPr>
            <p:ph idx="1"/>
          </p:nvPr>
        </p:nvSpPr>
        <p:spPr>
          <a:xfrm>
            <a:off x="432486" y="1346560"/>
            <a:ext cx="11231976" cy="5378705"/>
          </a:xfrm>
        </p:spPr>
        <p:txBody>
          <a:bodyPr>
            <a:normAutofit/>
          </a:bodyPr>
          <a:lstStyle/>
          <a:p>
            <a:pPr>
              <a:lnSpc>
                <a:spcPct val="150000"/>
              </a:lnSpc>
            </a:pPr>
            <a:r>
              <a:rPr lang="en-US" dirty="0"/>
              <a:t>We can see the overlap between the grid method and the analytical results.</a:t>
            </a:r>
          </a:p>
          <a:p>
            <a:pPr>
              <a:lnSpc>
                <a:spcPct val="150000"/>
              </a:lnSpc>
            </a:pPr>
            <a:r>
              <a:rPr lang="en-US" dirty="0"/>
              <a:t>We wasted a lot of our grid </a:t>
            </a:r>
            <a:br>
              <a:rPr lang="en-US" dirty="0"/>
            </a:br>
            <a:r>
              <a:rPr lang="en-US" dirty="0"/>
              <a:t>sampling values above 0.04.</a:t>
            </a:r>
          </a:p>
        </p:txBody>
      </p:sp>
      <p:sp>
        <p:nvSpPr>
          <p:cNvPr id="4" name="מציין מיקום של מספר שקופית 3">
            <a:extLst>
              <a:ext uri="{FF2B5EF4-FFF2-40B4-BE49-F238E27FC236}">
                <a16:creationId xmlns:a16="http://schemas.microsoft.com/office/drawing/2014/main" id="{EB5188B1-3C3E-C909-964F-1C24A91CC141}"/>
              </a:ext>
            </a:extLst>
          </p:cNvPr>
          <p:cNvSpPr>
            <a:spLocks noGrp="1"/>
          </p:cNvSpPr>
          <p:nvPr>
            <p:ph type="sldNum" sz="quarter" idx="12"/>
          </p:nvPr>
        </p:nvSpPr>
        <p:spPr/>
        <p:txBody>
          <a:bodyPr/>
          <a:lstStyle/>
          <a:p>
            <a:fld id="{B6796F57-8306-40D4-9229-37A3D19F0B5F}" type="slidenum">
              <a:rPr lang="LID4096" smtClean="0"/>
              <a:t>48</a:t>
            </a:fld>
            <a:endParaRPr lang="LID4096"/>
          </a:p>
        </p:txBody>
      </p:sp>
      <p:pic>
        <p:nvPicPr>
          <p:cNvPr id="11266" name="Picture 2">
            <a:extLst>
              <a:ext uri="{FF2B5EF4-FFF2-40B4-BE49-F238E27FC236}">
                <a16:creationId xmlns:a16="http://schemas.microsoft.com/office/drawing/2014/main" id="{718A73F5-8335-D82E-0EE1-8529CB644D7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01539" y="2274528"/>
            <a:ext cx="6657975" cy="45624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904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25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BBA6F64A-AA87-B712-6540-FFDF38E9AD2D}"/>
              </a:ext>
            </a:extLst>
          </p:cNvPr>
          <p:cNvSpPr>
            <a:spLocks noGrp="1"/>
          </p:cNvSpPr>
          <p:nvPr>
            <p:ph type="title"/>
          </p:nvPr>
        </p:nvSpPr>
        <p:spPr/>
        <p:txBody>
          <a:bodyPr/>
          <a:lstStyle/>
          <a:p>
            <a:r>
              <a:rPr lang="en-US" dirty="0"/>
              <a:t>Grid Method</a:t>
            </a:r>
            <a:endParaRPr lang="he-IL" dirty="0"/>
          </a:p>
        </p:txBody>
      </p:sp>
      <p:sp>
        <p:nvSpPr>
          <p:cNvPr id="3" name="מציין מיקום תוכן 2">
            <a:extLst>
              <a:ext uri="{FF2B5EF4-FFF2-40B4-BE49-F238E27FC236}">
                <a16:creationId xmlns:a16="http://schemas.microsoft.com/office/drawing/2014/main" id="{A78B84AC-410C-C4A9-3D04-DE9E63E70C27}"/>
              </a:ext>
            </a:extLst>
          </p:cNvPr>
          <p:cNvSpPr>
            <a:spLocks noGrp="1"/>
          </p:cNvSpPr>
          <p:nvPr>
            <p:ph idx="1"/>
          </p:nvPr>
        </p:nvSpPr>
        <p:spPr/>
        <p:txBody>
          <a:bodyPr>
            <a:normAutofit/>
          </a:bodyPr>
          <a:lstStyle/>
          <a:p>
            <a:r>
              <a:rPr lang="en-US" dirty="0"/>
              <a:t>The grid method introduces the </a:t>
            </a:r>
            <a:r>
              <a:rPr lang="en-US" b="1" dirty="0"/>
              <a:t>Bayesian workflow</a:t>
            </a:r>
            <a:r>
              <a:rPr lang="en-US" dirty="0"/>
              <a:t>:</a:t>
            </a:r>
          </a:p>
          <a:p>
            <a:pPr lvl="1"/>
            <a:r>
              <a:rPr lang="en-US" dirty="0"/>
              <a:t>Define prior </a:t>
            </a:r>
          </a:p>
          <a:p>
            <a:pPr lvl="1"/>
            <a:r>
              <a:rPr lang="en-US" dirty="0"/>
              <a:t>Define likelihood </a:t>
            </a:r>
          </a:p>
          <a:p>
            <a:pPr lvl="1"/>
            <a:r>
              <a:rPr lang="en-US" dirty="0"/>
              <a:t>Compute posterior (analytically or numerically) </a:t>
            </a:r>
          </a:p>
          <a:p>
            <a:pPr lvl="1"/>
            <a:r>
              <a:rPr lang="en-US" dirty="0"/>
              <a:t>Compare results </a:t>
            </a:r>
          </a:p>
          <a:p>
            <a:r>
              <a:rPr lang="en-US" dirty="0"/>
              <a:t>Later in the course:</a:t>
            </a:r>
          </a:p>
          <a:p>
            <a:pPr lvl="1"/>
            <a:r>
              <a:rPr lang="en-US" dirty="0"/>
              <a:t>grid method → </a:t>
            </a:r>
            <a:r>
              <a:rPr lang="en-US" b="1" dirty="0"/>
              <a:t>sampling methods (MCMC)</a:t>
            </a:r>
            <a:r>
              <a:rPr lang="en-US" dirty="0"/>
              <a:t> </a:t>
            </a:r>
          </a:p>
          <a:p>
            <a:pPr lvl="1"/>
            <a:r>
              <a:rPr lang="en-US" dirty="0" err="1"/>
              <a:t>PyMC</a:t>
            </a:r>
            <a:r>
              <a:rPr lang="en-US" dirty="0"/>
              <a:t> → </a:t>
            </a:r>
            <a:r>
              <a:rPr lang="en-US" b="1" dirty="0"/>
              <a:t>automated posterior computation</a:t>
            </a:r>
            <a:endParaRPr lang="en-US" dirty="0"/>
          </a:p>
          <a:p>
            <a:endParaRPr lang="he-IL" dirty="0"/>
          </a:p>
        </p:txBody>
      </p:sp>
      <p:sp>
        <p:nvSpPr>
          <p:cNvPr id="4" name="מציין מיקום של מספר שקופית 3">
            <a:extLst>
              <a:ext uri="{FF2B5EF4-FFF2-40B4-BE49-F238E27FC236}">
                <a16:creationId xmlns:a16="http://schemas.microsoft.com/office/drawing/2014/main" id="{67F30662-C432-E34B-2ECB-D29C3B1CE40D}"/>
              </a:ext>
            </a:extLst>
          </p:cNvPr>
          <p:cNvSpPr>
            <a:spLocks noGrp="1"/>
          </p:cNvSpPr>
          <p:nvPr>
            <p:ph type="sldNum" sz="quarter" idx="12"/>
          </p:nvPr>
        </p:nvSpPr>
        <p:spPr/>
        <p:txBody>
          <a:bodyPr/>
          <a:lstStyle/>
          <a:p>
            <a:fld id="{B6796F57-8306-40D4-9229-37A3D19F0B5F}" type="slidenum">
              <a:rPr lang="LID4096" smtClean="0"/>
              <a:t>49</a:t>
            </a:fld>
            <a:endParaRPr lang="LID4096"/>
          </a:p>
        </p:txBody>
      </p:sp>
    </p:spTree>
    <p:extLst>
      <p:ext uri="{BB962C8B-B14F-4D97-AF65-F5344CB8AC3E}">
        <p14:creationId xmlns:p14="http://schemas.microsoft.com/office/powerpoint/2010/main" val="106650553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FE6BAD30-02DD-4A6E-AE17-0220F0BDAC4F}"/>
              </a:ext>
            </a:extLst>
          </p:cNvPr>
          <p:cNvSpPr>
            <a:spLocks noGrp="1"/>
          </p:cNvSpPr>
          <p:nvPr>
            <p:ph type="title"/>
          </p:nvPr>
        </p:nvSpPr>
        <p:spPr/>
        <p:txBody>
          <a:bodyPr/>
          <a:lstStyle/>
          <a:p>
            <a:r>
              <a:rPr lang="en-US" dirty="0"/>
              <a:t>Additional slides</a:t>
            </a:r>
            <a:endParaRPr lang="he-IL" dirty="0"/>
          </a:p>
        </p:txBody>
      </p:sp>
      <p:sp>
        <p:nvSpPr>
          <p:cNvPr id="3" name="מציין מיקום תוכן 2">
            <a:extLst>
              <a:ext uri="{FF2B5EF4-FFF2-40B4-BE49-F238E27FC236}">
                <a16:creationId xmlns:a16="http://schemas.microsoft.com/office/drawing/2014/main" id="{760F804A-AE69-5987-8575-FEE0C2EDB509}"/>
              </a:ext>
            </a:extLst>
          </p:cNvPr>
          <p:cNvSpPr>
            <a:spLocks noGrp="1"/>
          </p:cNvSpPr>
          <p:nvPr>
            <p:ph idx="1"/>
          </p:nvPr>
        </p:nvSpPr>
        <p:spPr/>
        <p:txBody>
          <a:bodyPr/>
          <a:lstStyle/>
          <a:p>
            <a:r>
              <a:rPr lang="en-US" dirty="0"/>
              <a:t>The following slide offer simple explanations to some not the material, feel free to go over them if you feel the need </a:t>
            </a:r>
            <a:r>
              <a:rPr lang="en-US" dirty="0">
                <a:sym typeface="Wingdings" panose="05000000000000000000" pitchFamily="2" charset="2"/>
              </a:rPr>
              <a:t></a:t>
            </a:r>
            <a:endParaRPr lang="he-IL" dirty="0"/>
          </a:p>
        </p:txBody>
      </p:sp>
      <p:sp>
        <p:nvSpPr>
          <p:cNvPr id="4" name="מציין מיקום של מספר שקופית 3">
            <a:extLst>
              <a:ext uri="{FF2B5EF4-FFF2-40B4-BE49-F238E27FC236}">
                <a16:creationId xmlns:a16="http://schemas.microsoft.com/office/drawing/2014/main" id="{71776E40-C0B4-07F9-7403-4553A85F2CF5}"/>
              </a:ext>
            </a:extLst>
          </p:cNvPr>
          <p:cNvSpPr>
            <a:spLocks noGrp="1"/>
          </p:cNvSpPr>
          <p:nvPr>
            <p:ph type="sldNum" sz="quarter" idx="12"/>
          </p:nvPr>
        </p:nvSpPr>
        <p:spPr/>
        <p:txBody>
          <a:bodyPr/>
          <a:lstStyle/>
          <a:p>
            <a:fld id="{B6796F57-8306-40D4-9229-37A3D19F0B5F}" type="slidenum">
              <a:rPr lang="LID4096" smtClean="0"/>
              <a:t>50</a:t>
            </a:fld>
            <a:endParaRPr lang="LID4096"/>
          </a:p>
        </p:txBody>
      </p:sp>
    </p:spTree>
    <p:extLst>
      <p:ext uri="{BB962C8B-B14F-4D97-AF65-F5344CB8AC3E}">
        <p14:creationId xmlns:p14="http://schemas.microsoft.com/office/powerpoint/2010/main" val="204857832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B89E09-5FE0-15F3-942B-B4E7AF55746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540B64C-22A1-3505-E5A3-7DAFDBF57763}"/>
              </a:ext>
            </a:extLst>
          </p:cNvPr>
          <p:cNvSpPr>
            <a:spLocks noGrp="1"/>
          </p:cNvSpPr>
          <p:nvPr>
            <p:ph type="title"/>
          </p:nvPr>
        </p:nvSpPr>
        <p:spPr>
          <a:xfrm>
            <a:off x="838200" y="20997"/>
            <a:ext cx="10515600" cy="1325563"/>
          </a:xfrm>
        </p:spPr>
        <p:txBody>
          <a:bodyPr/>
          <a:lstStyle/>
          <a:p>
            <a:r>
              <a:rPr lang="en-US" dirty="0"/>
              <a:t>Conditional Probability</a:t>
            </a:r>
            <a:endParaRPr lang="LID4096"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8DF2C7B-1597-DB37-F777-A2E1A2E083D5}"/>
                  </a:ext>
                </a:extLst>
              </p:cNvPr>
              <p:cNvSpPr>
                <a:spLocks noGrp="1"/>
              </p:cNvSpPr>
              <p:nvPr>
                <p:ph idx="1"/>
              </p:nvPr>
            </p:nvSpPr>
            <p:spPr>
              <a:xfrm>
                <a:off x="838200" y="1159747"/>
                <a:ext cx="10881852" cy="5378705"/>
              </a:xfrm>
            </p:spPr>
            <p:txBody>
              <a:bodyPr>
                <a:normAutofit/>
              </a:bodyPr>
              <a:lstStyle/>
              <a:p>
                <a:pPr>
                  <a:lnSpc>
                    <a:spcPct val="150000"/>
                  </a:lnSpc>
                  <a:buFont typeface="Wingdings" panose="05000000000000000000" pitchFamily="2" charset="2"/>
                  <a:buChar char="§"/>
                </a:pPr>
                <a:r>
                  <a:rPr lang="en-GB" dirty="0"/>
                  <a:t>What is the chance of event A if we know that event B has occurred?</a:t>
                </a:r>
              </a:p>
              <a:p>
                <a:pPr marL="457200" lvl="1" indent="0">
                  <a:lnSpc>
                    <a:spcPct val="150000"/>
                  </a:lnSpc>
                  <a:buNone/>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𝑃</m:t>
                      </m:r>
                      <m:d>
                        <m:dPr>
                          <m:ctrlPr>
                            <a:rPr lang="en-GB" b="0" i="1" smtClean="0">
                              <a:latin typeface="Cambria Math" panose="02040503050406030204" pitchFamily="18" charset="0"/>
                            </a:rPr>
                          </m:ctrlPr>
                        </m:dPr>
                        <m:e>
                          <m:r>
                            <a:rPr lang="en-GB" b="0" i="1" smtClean="0">
                              <a:latin typeface="Cambria Math" panose="02040503050406030204" pitchFamily="18" charset="0"/>
                            </a:rPr>
                            <m:t>𝐴</m:t>
                          </m:r>
                        </m:e>
                        <m:e>
                          <m:r>
                            <a:rPr lang="en-GB" b="0" i="1" smtClean="0">
                              <a:latin typeface="Cambria Math" panose="02040503050406030204" pitchFamily="18" charset="0"/>
                            </a:rPr>
                            <m:t>𝐵</m:t>
                          </m:r>
                        </m:e>
                      </m:d>
                      <m:r>
                        <a:rPr lang="en-GB" b="0" i="1" smtClean="0">
                          <a:latin typeface="Cambria Math" panose="02040503050406030204" pitchFamily="18" charset="0"/>
                        </a:rPr>
                        <m:t>=</m:t>
                      </m:r>
                      <m:f>
                        <m:fPr>
                          <m:ctrlPr>
                            <a:rPr lang="en-GB" b="0" i="1" smtClean="0">
                              <a:latin typeface="Cambria Math" panose="02040503050406030204" pitchFamily="18" charset="0"/>
                            </a:rPr>
                          </m:ctrlPr>
                        </m:fPr>
                        <m:num>
                          <m:r>
                            <a:rPr lang="en-GB" b="0" i="1" smtClean="0">
                              <a:latin typeface="Cambria Math" panose="02040503050406030204" pitchFamily="18" charset="0"/>
                            </a:rPr>
                            <m:t>𝑃</m:t>
                          </m:r>
                          <m:d>
                            <m:dPr>
                              <m:ctrlPr>
                                <a:rPr lang="en-GB" b="0" i="1" smtClean="0">
                                  <a:latin typeface="Cambria Math" panose="02040503050406030204" pitchFamily="18" charset="0"/>
                                </a:rPr>
                              </m:ctrlPr>
                            </m:dPr>
                            <m:e>
                              <m:r>
                                <a:rPr lang="en-GB" b="0" i="1" smtClean="0">
                                  <a:latin typeface="Cambria Math" panose="02040503050406030204" pitchFamily="18" charset="0"/>
                                </a:rPr>
                                <m:t>𝐴</m:t>
                              </m:r>
                              <m:r>
                                <a:rPr lang="en-GB" b="0" i="1" smtClean="0">
                                  <a:latin typeface="Cambria Math" panose="02040503050406030204" pitchFamily="18" charset="0"/>
                                </a:rPr>
                                <m:t>, </m:t>
                              </m:r>
                              <m:r>
                                <a:rPr lang="en-GB" b="0" i="1" smtClean="0">
                                  <a:latin typeface="Cambria Math" panose="02040503050406030204" pitchFamily="18" charset="0"/>
                                </a:rPr>
                                <m:t>𝐵</m:t>
                              </m:r>
                            </m:e>
                          </m:d>
                        </m:num>
                        <m:den>
                          <m:r>
                            <a:rPr lang="en-GB" b="0" i="1" smtClean="0">
                              <a:latin typeface="Cambria Math" panose="02040503050406030204" pitchFamily="18" charset="0"/>
                            </a:rPr>
                            <m:t>𝑃</m:t>
                          </m:r>
                          <m:d>
                            <m:dPr>
                              <m:ctrlPr>
                                <a:rPr lang="en-GB" b="0" i="1" smtClean="0">
                                  <a:latin typeface="Cambria Math" panose="02040503050406030204" pitchFamily="18" charset="0"/>
                                </a:rPr>
                              </m:ctrlPr>
                            </m:dPr>
                            <m:e>
                              <m:r>
                                <a:rPr lang="en-GB" b="0" i="1" smtClean="0">
                                  <a:latin typeface="Cambria Math" panose="02040503050406030204" pitchFamily="18" charset="0"/>
                                </a:rPr>
                                <m:t>𝐵</m:t>
                              </m:r>
                            </m:e>
                          </m:d>
                        </m:den>
                      </m:f>
                      <m:r>
                        <a:rPr lang="en-GB" b="0" i="1" smtClean="0">
                          <a:latin typeface="Cambria Math" panose="02040503050406030204" pitchFamily="18" charset="0"/>
                        </a:rPr>
                        <m:t>, </m:t>
                      </m:r>
                      <m:r>
                        <a:rPr lang="en-GB" b="0" i="1" smtClean="0">
                          <a:latin typeface="Cambria Math" panose="02040503050406030204" pitchFamily="18" charset="0"/>
                        </a:rPr>
                        <m:t>𝑃</m:t>
                      </m:r>
                      <m:d>
                        <m:dPr>
                          <m:ctrlPr>
                            <a:rPr lang="en-GB" b="0" i="1" smtClean="0">
                              <a:latin typeface="Cambria Math" panose="02040503050406030204" pitchFamily="18" charset="0"/>
                            </a:rPr>
                          </m:ctrlPr>
                        </m:dPr>
                        <m:e>
                          <m:r>
                            <a:rPr lang="en-GB" b="0" i="1" smtClean="0">
                              <a:latin typeface="Cambria Math" panose="02040503050406030204" pitchFamily="18" charset="0"/>
                            </a:rPr>
                            <m:t>𝐵</m:t>
                          </m:r>
                        </m:e>
                      </m:d>
                      <m:r>
                        <a:rPr lang="en-GB" b="0" i="1" smtClean="0">
                          <a:latin typeface="Cambria Math" panose="02040503050406030204" pitchFamily="18" charset="0"/>
                        </a:rPr>
                        <m:t>&gt;</m:t>
                      </m:r>
                      <m:r>
                        <a:rPr lang="en-GB" b="0" i="1" smtClean="0">
                          <a:latin typeface="Cambria Math" panose="02040503050406030204" pitchFamily="18" charset="0"/>
                        </a:rPr>
                        <m:t>0</m:t>
                      </m:r>
                    </m:oMath>
                  </m:oMathPara>
                </a14:m>
                <a:endParaRPr lang="en-GB" b="0" dirty="0"/>
              </a:p>
              <a:p>
                <a:pPr marL="0" indent="0">
                  <a:buNone/>
                </a:pPr>
                <a:endParaRPr lang="en-US" dirty="0"/>
              </a:p>
            </p:txBody>
          </p:sp>
        </mc:Choice>
        <mc:Fallback xmlns="">
          <p:sp>
            <p:nvSpPr>
              <p:cNvPr id="3" name="Content Placeholder 2">
                <a:extLst>
                  <a:ext uri="{FF2B5EF4-FFF2-40B4-BE49-F238E27FC236}">
                    <a16:creationId xmlns:a16="http://schemas.microsoft.com/office/drawing/2014/main" id="{292E075D-8ED4-F345-024B-6E656BE29345}"/>
                  </a:ext>
                </a:extLst>
              </p:cNvPr>
              <p:cNvSpPr>
                <a:spLocks noGrp="1" noRot="1" noChangeAspect="1" noMove="1" noResize="1" noEditPoints="1" noAdjustHandles="1" noChangeArrowheads="1" noChangeShapeType="1" noTextEdit="1"/>
              </p:cNvSpPr>
              <p:nvPr>
                <p:ph idx="1"/>
              </p:nvPr>
            </p:nvSpPr>
            <p:spPr>
              <a:xfrm>
                <a:off x="838200" y="1159747"/>
                <a:ext cx="10881852" cy="5378705"/>
              </a:xfrm>
              <a:blipFill>
                <a:blip r:embed="rId3"/>
                <a:stretch>
                  <a:fillRect l="-1008"/>
                </a:stretch>
              </a:blipFill>
            </p:spPr>
            <p:txBody>
              <a:bodyPr/>
              <a:lstStyle/>
              <a:p>
                <a:r>
                  <a:rPr lang="he-IL">
                    <a:noFill/>
                  </a:rPr>
                  <a:t> </a:t>
                </a:r>
              </a:p>
            </p:txBody>
          </p:sp>
        </mc:Fallback>
      </mc:AlternateContent>
      <p:sp>
        <p:nvSpPr>
          <p:cNvPr id="4" name="מציין מיקום של מספר שקופית 3">
            <a:extLst>
              <a:ext uri="{FF2B5EF4-FFF2-40B4-BE49-F238E27FC236}">
                <a16:creationId xmlns:a16="http://schemas.microsoft.com/office/drawing/2014/main" id="{65FBF7F0-6E46-1A8D-61D6-050DD936B5DC}"/>
              </a:ext>
            </a:extLst>
          </p:cNvPr>
          <p:cNvSpPr>
            <a:spLocks noGrp="1"/>
          </p:cNvSpPr>
          <p:nvPr>
            <p:ph type="sldNum" sz="quarter" idx="12"/>
          </p:nvPr>
        </p:nvSpPr>
        <p:spPr/>
        <p:txBody>
          <a:bodyPr/>
          <a:lstStyle/>
          <a:p>
            <a:fld id="{B6796F57-8306-40D4-9229-37A3D19F0B5F}" type="slidenum">
              <a:rPr lang="LID4096" smtClean="0"/>
              <a:t>51</a:t>
            </a:fld>
            <a:endParaRPr lang="LID4096"/>
          </a:p>
        </p:txBody>
      </p:sp>
    </p:spTree>
    <p:extLst>
      <p:ext uri="{BB962C8B-B14F-4D97-AF65-F5344CB8AC3E}">
        <p14:creationId xmlns:p14="http://schemas.microsoft.com/office/powerpoint/2010/main" val="176887313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3DD121-B586-6349-C573-24A5BF00EB0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415EB84-96FF-640E-F760-D35C2443A6C1}"/>
              </a:ext>
            </a:extLst>
          </p:cNvPr>
          <p:cNvSpPr>
            <a:spLocks noGrp="1"/>
          </p:cNvSpPr>
          <p:nvPr>
            <p:ph type="title"/>
          </p:nvPr>
        </p:nvSpPr>
        <p:spPr>
          <a:xfrm>
            <a:off x="838200" y="20997"/>
            <a:ext cx="10515600" cy="1325563"/>
          </a:xfrm>
        </p:spPr>
        <p:txBody>
          <a:bodyPr/>
          <a:lstStyle/>
          <a:p>
            <a:r>
              <a:rPr lang="en-US" dirty="0"/>
              <a:t>Conditional Probability</a:t>
            </a:r>
            <a:endParaRPr lang="LID4096" dirty="0"/>
          </a:p>
        </p:txBody>
      </p:sp>
      <p:sp>
        <p:nvSpPr>
          <p:cNvPr id="4" name="מציין מיקום של מספר שקופית 3">
            <a:extLst>
              <a:ext uri="{FF2B5EF4-FFF2-40B4-BE49-F238E27FC236}">
                <a16:creationId xmlns:a16="http://schemas.microsoft.com/office/drawing/2014/main" id="{013B0C85-DAE8-6514-683C-4C93514AE9DD}"/>
              </a:ext>
            </a:extLst>
          </p:cNvPr>
          <p:cNvSpPr>
            <a:spLocks noGrp="1"/>
          </p:cNvSpPr>
          <p:nvPr>
            <p:ph type="sldNum" sz="quarter" idx="12"/>
          </p:nvPr>
        </p:nvSpPr>
        <p:spPr/>
        <p:txBody>
          <a:bodyPr/>
          <a:lstStyle/>
          <a:p>
            <a:fld id="{B6796F57-8306-40D4-9229-37A3D19F0B5F}" type="slidenum">
              <a:rPr lang="LID4096" smtClean="0"/>
              <a:t>52</a:t>
            </a:fld>
            <a:endParaRPr lang="LID4096"/>
          </a:p>
        </p:txBody>
      </p:sp>
      <p:sp>
        <p:nvSpPr>
          <p:cNvPr id="7" name="מציין מיקום תוכן 6">
            <a:extLst>
              <a:ext uri="{FF2B5EF4-FFF2-40B4-BE49-F238E27FC236}">
                <a16:creationId xmlns:a16="http://schemas.microsoft.com/office/drawing/2014/main" id="{397F303D-FE5F-2B76-A88A-90BF21278F57}"/>
              </a:ext>
            </a:extLst>
          </p:cNvPr>
          <p:cNvSpPr>
            <a:spLocks noGrp="1"/>
          </p:cNvSpPr>
          <p:nvPr>
            <p:ph idx="1"/>
          </p:nvPr>
        </p:nvSpPr>
        <p:spPr>
          <a:xfrm>
            <a:off x="528484" y="1346560"/>
            <a:ext cx="10515600" cy="4351338"/>
          </a:xfrm>
        </p:spPr>
        <p:txBody>
          <a:bodyPr>
            <a:normAutofit/>
          </a:bodyPr>
          <a:lstStyle/>
          <a:p>
            <a:r>
              <a:rPr lang="en-US" dirty="0"/>
              <a:t>Example:</a:t>
            </a:r>
          </a:p>
          <a:p>
            <a:r>
              <a:rPr lang="en-US" dirty="0"/>
              <a:t>What is the chance of passing (A) if I studied (B)? </a:t>
            </a:r>
            <a:endParaRPr lang="he-IL" dirty="0"/>
          </a:p>
          <a:p>
            <a:pPr marL="0" indent="0">
              <a:buNone/>
            </a:pPr>
            <a:r>
              <a:rPr lang="en-US" dirty="0"/>
              <a:t> </a:t>
            </a:r>
          </a:p>
          <a:p>
            <a:endParaRPr lang="en-US" dirty="0"/>
          </a:p>
          <a:p>
            <a:endParaRPr lang="en-US" dirty="0"/>
          </a:p>
          <a:p>
            <a:endParaRPr lang="en-US" dirty="0"/>
          </a:p>
          <a:p>
            <a:endParaRPr lang="en-US" dirty="0"/>
          </a:p>
          <a:p>
            <a:endParaRPr lang="en-US" dirty="0"/>
          </a:p>
          <a:p>
            <a:pPr marL="0" indent="0">
              <a:buNone/>
            </a:pPr>
            <a:endParaRPr lang="he-IL" dirty="0"/>
          </a:p>
        </p:txBody>
      </p:sp>
      <p:graphicFrame>
        <p:nvGraphicFramePr>
          <p:cNvPr id="8" name="טבלה 7">
            <a:extLst>
              <a:ext uri="{FF2B5EF4-FFF2-40B4-BE49-F238E27FC236}">
                <a16:creationId xmlns:a16="http://schemas.microsoft.com/office/drawing/2014/main" id="{69CB99D9-FCF7-9136-46D3-D773CBBEC69C}"/>
              </a:ext>
            </a:extLst>
          </p:cNvPr>
          <p:cNvGraphicFramePr>
            <a:graphicFrameLocks noGrp="1"/>
          </p:cNvGraphicFramePr>
          <p:nvPr/>
        </p:nvGraphicFramePr>
        <p:xfrm>
          <a:off x="2743199" y="2875935"/>
          <a:ext cx="5969411" cy="3113384"/>
        </p:xfrm>
        <a:graphic>
          <a:graphicData uri="http://schemas.openxmlformats.org/drawingml/2006/table">
            <a:tbl>
              <a:tblPr rtl="1" firstRow="1" bandRow="1">
                <a:tableStyleId>{2D5ABB26-0587-4C30-8999-92F81FD0307C}</a:tableStyleId>
              </a:tblPr>
              <a:tblGrid>
                <a:gridCol w="1471448">
                  <a:extLst>
                    <a:ext uri="{9D8B030D-6E8A-4147-A177-3AD203B41FA5}">
                      <a16:colId xmlns:a16="http://schemas.microsoft.com/office/drawing/2014/main" val="4046420591"/>
                    </a:ext>
                  </a:extLst>
                </a:gridCol>
                <a:gridCol w="1513257">
                  <a:extLst>
                    <a:ext uri="{9D8B030D-6E8A-4147-A177-3AD203B41FA5}">
                      <a16:colId xmlns:a16="http://schemas.microsoft.com/office/drawing/2014/main" val="2726835074"/>
                    </a:ext>
                  </a:extLst>
                </a:gridCol>
                <a:gridCol w="1492353">
                  <a:extLst>
                    <a:ext uri="{9D8B030D-6E8A-4147-A177-3AD203B41FA5}">
                      <a16:colId xmlns:a16="http://schemas.microsoft.com/office/drawing/2014/main" val="2258861154"/>
                    </a:ext>
                  </a:extLst>
                </a:gridCol>
                <a:gridCol w="1492353">
                  <a:extLst>
                    <a:ext uri="{9D8B030D-6E8A-4147-A177-3AD203B41FA5}">
                      <a16:colId xmlns:a16="http://schemas.microsoft.com/office/drawing/2014/main" val="1668175425"/>
                    </a:ext>
                  </a:extLst>
                </a:gridCol>
              </a:tblGrid>
              <a:tr h="778346">
                <a:tc>
                  <a:txBody>
                    <a:bodyPr/>
                    <a:lstStyle/>
                    <a:p>
                      <a:pPr rtl="1"/>
                      <a:r>
                        <a:rPr lang="en-US" dirty="0"/>
                        <a:t>Total</a:t>
                      </a:r>
                      <a:endParaRPr lang="he-IL"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rtl="1"/>
                      <a:r>
                        <a:rPr lang="en-US" dirty="0"/>
                        <a:t>Failed (Not A)</a:t>
                      </a:r>
                      <a:endParaRPr lang="he-IL"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rtl="1"/>
                      <a:r>
                        <a:rPr lang="en-US" dirty="0"/>
                        <a:t>Passed (A)</a:t>
                      </a:r>
                      <a:endParaRPr lang="he-IL"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rtl="1"/>
                      <a:endParaRPr lang="he-IL"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3224348326"/>
                  </a:ext>
                </a:extLst>
              </a:tr>
              <a:tr h="778346">
                <a:tc>
                  <a:txBody>
                    <a:bodyPr/>
                    <a:lstStyle/>
                    <a:p>
                      <a:pPr rtl="1"/>
                      <a:r>
                        <a:rPr lang="en-US" sz="2000" b="0" i="0" kern="1200" dirty="0">
                          <a:solidFill>
                            <a:schemeClr val="tx1"/>
                          </a:solidFill>
                          <a:latin typeface="Cambria Math" panose="02040503050406030204" pitchFamily="18" charset="0"/>
                          <a:ea typeface="+mn-ea"/>
                          <a:cs typeface="+mn-cs"/>
                        </a:rPr>
                        <a:t>50</a:t>
                      </a:r>
                      <a:endParaRPr lang="he-IL" sz="2000" b="0" i="0" kern="1200" dirty="0">
                        <a:solidFill>
                          <a:schemeClr val="tx1"/>
                        </a:solidFill>
                        <a:latin typeface="Cambria Math" panose="02040503050406030204" pitchFamily="18"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rtl="1"/>
                      <a:r>
                        <a:rPr lang="en-US" b="0" dirty="0">
                          <a:solidFill>
                            <a:schemeClr val="tx1"/>
                          </a:solidFill>
                        </a:rPr>
                        <a:t>5</a:t>
                      </a:r>
                      <a:endParaRPr lang="he-IL"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rtl="1"/>
                      <a:r>
                        <a:rPr lang="en-US" sz="2000" b="0" i="0" kern="1200" dirty="0">
                          <a:solidFill>
                            <a:schemeClr val="tx1"/>
                          </a:solidFill>
                          <a:latin typeface="Cambria Math" panose="02040503050406030204" pitchFamily="18" charset="0"/>
                          <a:ea typeface="+mn-ea"/>
                          <a:cs typeface="+mn-cs"/>
                        </a:rPr>
                        <a:t>45</a:t>
                      </a:r>
                      <a:endParaRPr lang="he-IL" sz="2000" b="0" i="0" kern="1200" dirty="0">
                        <a:solidFill>
                          <a:schemeClr val="tx1"/>
                        </a:solidFill>
                        <a:latin typeface="Cambria Math" panose="02040503050406030204" pitchFamily="18"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rtl="1"/>
                      <a:r>
                        <a:rPr lang="en-US" dirty="0"/>
                        <a:t>Studied (B)</a:t>
                      </a:r>
                      <a:endParaRPr lang="he-IL"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169755855"/>
                  </a:ext>
                </a:extLst>
              </a:tr>
              <a:tr h="1111923">
                <a:tc>
                  <a:txBody>
                    <a:bodyPr/>
                    <a:lstStyle/>
                    <a:p>
                      <a:pPr rtl="1"/>
                      <a:r>
                        <a:rPr lang="en-US" dirty="0"/>
                        <a:t>50</a:t>
                      </a:r>
                      <a:endParaRPr lang="he-IL"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rtl="1"/>
                      <a:r>
                        <a:rPr lang="en-US" dirty="0"/>
                        <a:t>15</a:t>
                      </a:r>
                      <a:endParaRPr lang="he-IL"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rtl="1"/>
                      <a:r>
                        <a:rPr lang="en-US" dirty="0"/>
                        <a:t>35</a:t>
                      </a:r>
                      <a:endParaRPr lang="he-IL"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rtl="1"/>
                      <a:r>
                        <a:rPr lang="en-US" dirty="0"/>
                        <a:t>Not Studied (Not B)</a:t>
                      </a:r>
                      <a:endParaRPr lang="he-IL"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2106022712"/>
                  </a:ext>
                </a:extLst>
              </a:tr>
              <a:tr h="444769">
                <a:tc>
                  <a:txBody>
                    <a:bodyPr/>
                    <a:lstStyle/>
                    <a:p>
                      <a:pPr rtl="1"/>
                      <a:r>
                        <a:rPr lang="en-US" dirty="0"/>
                        <a:t>100</a:t>
                      </a:r>
                      <a:endParaRPr lang="he-IL"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rtl="1"/>
                      <a:r>
                        <a:rPr lang="en-US" dirty="0"/>
                        <a:t>20</a:t>
                      </a:r>
                      <a:endParaRPr lang="he-IL"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rtl="1"/>
                      <a:r>
                        <a:rPr lang="en-US" dirty="0"/>
                        <a:t>80</a:t>
                      </a:r>
                      <a:endParaRPr lang="he-IL"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rtl="1"/>
                      <a:r>
                        <a:rPr lang="en-US" dirty="0"/>
                        <a:t>Total</a:t>
                      </a:r>
                      <a:endParaRPr lang="he-IL"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3000639561"/>
                  </a:ext>
                </a:extLst>
              </a:tr>
            </a:tbl>
          </a:graphicData>
        </a:graphic>
      </p:graphicFrame>
    </p:spTree>
    <p:extLst>
      <p:ext uri="{BB962C8B-B14F-4D97-AF65-F5344CB8AC3E}">
        <p14:creationId xmlns:p14="http://schemas.microsoft.com/office/powerpoint/2010/main" val="326575251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FBB06524-DD0C-9F38-19FF-3CFD3934023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3FC538A-9213-2B41-14BE-4B41FBBB6819}"/>
              </a:ext>
            </a:extLst>
          </p:cNvPr>
          <p:cNvSpPr>
            <a:spLocks noGrp="1"/>
          </p:cNvSpPr>
          <p:nvPr>
            <p:ph type="title"/>
          </p:nvPr>
        </p:nvSpPr>
        <p:spPr>
          <a:xfrm>
            <a:off x="838200" y="20997"/>
            <a:ext cx="10515600" cy="1325563"/>
          </a:xfrm>
        </p:spPr>
        <p:txBody>
          <a:bodyPr/>
          <a:lstStyle/>
          <a:p>
            <a:r>
              <a:rPr lang="en-US" dirty="0"/>
              <a:t>Conditional Probability</a:t>
            </a:r>
            <a:endParaRPr lang="LID4096" dirty="0"/>
          </a:p>
        </p:txBody>
      </p:sp>
      <p:sp>
        <p:nvSpPr>
          <p:cNvPr id="4" name="מציין מיקום של מספר שקופית 3">
            <a:extLst>
              <a:ext uri="{FF2B5EF4-FFF2-40B4-BE49-F238E27FC236}">
                <a16:creationId xmlns:a16="http://schemas.microsoft.com/office/drawing/2014/main" id="{D3222BAD-DF2D-A832-4F05-08ECE5940A2F}"/>
              </a:ext>
            </a:extLst>
          </p:cNvPr>
          <p:cNvSpPr>
            <a:spLocks noGrp="1"/>
          </p:cNvSpPr>
          <p:nvPr>
            <p:ph type="sldNum" sz="quarter" idx="12"/>
          </p:nvPr>
        </p:nvSpPr>
        <p:spPr/>
        <p:txBody>
          <a:bodyPr/>
          <a:lstStyle/>
          <a:p>
            <a:fld id="{B6796F57-8306-40D4-9229-37A3D19F0B5F}" type="slidenum">
              <a:rPr lang="LID4096" smtClean="0"/>
              <a:t>53</a:t>
            </a:fld>
            <a:endParaRPr lang="LID4096"/>
          </a:p>
        </p:txBody>
      </p:sp>
      <p:sp>
        <p:nvSpPr>
          <p:cNvPr id="7" name="מציין מיקום תוכן 6">
            <a:extLst>
              <a:ext uri="{FF2B5EF4-FFF2-40B4-BE49-F238E27FC236}">
                <a16:creationId xmlns:a16="http://schemas.microsoft.com/office/drawing/2014/main" id="{6E6C86E5-1FE9-BCCD-72CD-0052D3245749}"/>
              </a:ext>
            </a:extLst>
          </p:cNvPr>
          <p:cNvSpPr>
            <a:spLocks noGrp="1"/>
          </p:cNvSpPr>
          <p:nvPr>
            <p:ph idx="1"/>
          </p:nvPr>
        </p:nvSpPr>
        <p:spPr>
          <a:xfrm>
            <a:off x="528484" y="1346560"/>
            <a:ext cx="10515600" cy="4351338"/>
          </a:xfrm>
        </p:spPr>
        <p:txBody>
          <a:bodyPr>
            <a:normAutofit/>
          </a:bodyPr>
          <a:lstStyle/>
          <a:p>
            <a:r>
              <a:rPr lang="en-US" dirty="0"/>
              <a:t>Example:</a:t>
            </a:r>
          </a:p>
          <a:p>
            <a:r>
              <a:rPr lang="en-US" dirty="0"/>
              <a:t>What is the chance of passing (A) if I studied (B)?  </a:t>
            </a:r>
          </a:p>
          <a:p>
            <a:endParaRPr lang="en-US" dirty="0"/>
          </a:p>
          <a:p>
            <a:endParaRPr lang="en-US" dirty="0"/>
          </a:p>
          <a:p>
            <a:endParaRPr lang="en-US" dirty="0"/>
          </a:p>
          <a:p>
            <a:endParaRPr lang="en-US" dirty="0"/>
          </a:p>
          <a:p>
            <a:endParaRPr lang="en-US" dirty="0"/>
          </a:p>
          <a:p>
            <a:pPr marL="0" indent="0">
              <a:buNone/>
            </a:pPr>
            <a:endParaRPr lang="he-IL" dirty="0"/>
          </a:p>
        </p:txBody>
      </p:sp>
      <mc:AlternateContent xmlns:mc="http://schemas.openxmlformats.org/markup-compatibility/2006" xmlns:a14="http://schemas.microsoft.com/office/drawing/2010/main">
        <mc:Choice Requires="a14">
          <p:graphicFrame>
            <p:nvGraphicFramePr>
              <p:cNvPr id="8" name="טבלה 7">
                <a:extLst>
                  <a:ext uri="{FF2B5EF4-FFF2-40B4-BE49-F238E27FC236}">
                    <a16:creationId xmlns:a16="http://schemas.microsoft.com/office/drawing/2014/main" id="{8B83C257-3C24-A700-71BA-FB89E741C22B}"/>
                  </a:ext>
                </a:extLst>
              </p:cNvPr>
              <p:cNvGraphicFramePr>
                <a:graphicFrameLocks noGrp="1"/>
              </p:cNvGraphicFramePr>
              <p:nvPr/>
            </p:nvGraphicFramePr>
            <p:xfrm>
              <a:off x="2743198" y="2875934"/>
              <a:ext cx="6926582" cy="3081931"/>
            </p:xfrm>
            <a:graphic>
              <a:graphicData uri="http://schemas.openxmlformats.org/drawingml/2006/table">
                <a:tbl>
                  <a:tblPr rtl="1" firstRow="1" bandRow="1">
                    <a:tableStyleId>{2D5ABB26-0587-4C30-8999-92F81FD0307C}</a:tableStyleId>
                  </a:tblPr>
                  <a:tblGrid>
                    <a:gridCol w="1707389">
                      <a:extLst>
                        <a:ext uri="{9D8B030D-6E8A-4147-A177-3AD203B41FA5}">
                          <a16:colId xmlns:a16="http://schemas.microsoft.com/office/drawing/2014/main" val="4046420591"/>
                        </a:ext>
                      </a:extLst>
                    </a:gridCol>
                    <a:gridCol w="1755901">
                      <a:extLst>
                        <a:ext uri="{9D8B030D-6E8A-4147-A177-3AD203B41FA5}">
                          <a16:colId xmlns:a16="http://schemas.microsoft.com/office/drawing/2014/main" val="2726835074"/>
                        </a:ext>
                      </a:extLst>
                    </a:gridCol>
                    <a:gridCol w="1731646">
                      <a:extLst>
                        <a:ext uri="{9D8B030D-6E8A-4147-A177-3AD203B41FA5}">
                          <a16:colId xmlns:a16="http://schemas.microsoft.com/office/drawing/2014/main" val="2258861154"/>
                        </a:ext>
                      </a:extLst>
                    </a:gridCol>
                    <a:gridCol w="1731646">
                      <a:extLst>
                        <a:ext uri="{9D8B030D-6E8A-4147-A177-3AD203B41FA5}">
                          <a16:colId xmlns:a16="http://schemas.microsoft.com/office/drawing/2014/main" val="1668175425"/>
                        </a:ext>
                      </a:extLst>
                    </a:gridCol>
                  </a:tblGrid>
                  <a:tr h="804526">
                    <a:tc>
                      <a:txBody>
                        <a:bodyPr/>
                        <a:lstStyle/>
                        <a:p>
                          <a:pPr algn="ctr" rtl="0"/>
                          <a:r>
                            <a:rPr lang="en-US" dirty="0"/>
                            <a:t>Total</a:t>
                          </a:r>
                          <a:endParaRPr lang="he-IL"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rtl="0"/>
                          <a:r>
                            <a:rPr lang="en-US" dirty="0"/>
                            <a:t>Failed </a:t>
                          </a:r>
                          <a:br>
                            <a:rPr lang="en-US" dirty="0"/>
                          </a:br>
                          <a:r>
                            <a:rPr lang="en-US" dirty="0"/>
                            <a:t>(Not A)</a:t>
                          </a:r>
                          <a:endParaRPr lang="he-IL"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rtl="0"/>
                          <a:r>
                            <a:rPr lang="en-US" dirty="0"/>
                            <a:t>Passed </a:t>
                          </a:r>
                          <a:br>
                            <a:rPr lang="en-US" dirty="0"/>
                          </a:br>
                          <a:r>
                            <a:rPr lang="en-US" dirty="0"/>
                            <a:t>(event A)</a:t>
                          </a:r>
                          <a:endParaRPr lang="he-IL"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rtl="0"/>
                          <a:endParaRPr lang="he-IL"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3224348326"/>
                      </a:ext>
                    </a:extLst>
                  </a:tr>
                  <a:tr h="963833">
                    <a:tc>
                      <a:txBody>
                        <a:bodyPr/>
                        <a:lstStyle/>
                        <a:p>
                          <a:pPr algn="ctr" rtl="0"/>
                          <a:r>
                            <a:rPr lang="en-US" sz="2000" b="0" i="0" kern="1200" dirty="0">
                              <a:solidFill>
                                <a:schemeClr val="tx1"/>
                              </a:solidFill>
                              <a:latin typeface="Cambria Math" panose="02040503050406030204" pitchFamily="18" charset="0"/>
                              <a:ea typeface="+mn-ea"/>
                              <a:cs typeface="+mn-cs"/>
                            </a:rPr>
                            <a:t>P(B) = 50</a:t>
                          </a:r>
                          <a:endParaRPr lang="he-IL" sz="2000" b="0" i="0" kern="1200" dirty="0">
                            <a:solidFill>
                              <a:schemeClr val="tx1"/>
                            </a:solidFill>
                            <a:latin typeface="Cambria Math" panose="02040503050406030204" pitchFamily="18"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a:r>
                            <a:rPr lang="en-US" b="0" dirty="0">
                              <a:solidFill>
                                <a:schemeClr val="tx1"/>
                              </a:solidFill>
                            </a:rPr>
                            <a:t>5</a:t>
                          </a:r>
                          <a:endParaRPr lang="he-IL"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a14:m>
                            <m:oMath xmlns:m="http://schemas.openxmlformats.org/officeDocument/2006/math">
                              <m:r>
                                <a:rPr lang="en-US" sz="1800" b="0" i="1" kern="1200" dirty="0" smtClean="0">
                                  <a:solidFill>
                                    <a:schemeClr val="tx1"/>
                                  </a:solidFill>
                                  <a:latin typeface="Cambria Math" panose="02040503050406030204" pitchFamily="18" charset="0"/>
                                  <a:ea typeface="+mn-ea"/>
                                  <a:cs typeface="+mn-cs"/>
                                </a:rPr>
                                <m:t>𝑃</m:t>
                              </m:r>
                              <m:r>
                                <a:rPr lang="en-US" sz="1800" b="0" i="1" kern="1200" dirty="0" smtClean="0">
                                  <a:solidFill>
                                    <a:schemeClr val="tx1"/>
                                  </a:solidFill>
                                  <a:latin typeface="Cambria Math" panose="02040503050406030204" pitchFamily="18" charset="0"/>
                                  <a:ea typeface="+mn-ea"/>
                                  <a:cs typeface="+mn-cs"/>
                                </a:rPr>
                                <m:t>(</m:t>
                              </m:r>
                              <m:r>
                                <a:rPr lang="en-US" sz="1800" b="0" i="1" kern="1200" dirty="0" smtClean="0">
                                  <a:solidFill>
                                    <a:schemeClr val="tx1"/>
                                  </a:solidFill>
                                  <a:latin typeface="Cambria Math" panose="02040503050406030204" pitchFamily="18" charset="0"/>
                                  <a:ea typeface="+mn-ea"/>
                                  <a:cs typeface="+mn-cs"/>
                                </a:rPr>
                                <m:t>𝐴</m:t>
                              </m:r>
                              <m:r>
                                <a:rPr lang="en-US" sz="1800" b="0" i="1" kern="1200" dirty="0" smtClean="0">
                                  <a:solidFill>
                                    <a:schemeClr val="tx1"/>
                                  </a:solidFill>
                                  <a:latin typeface="Cambria Math" panose="02040503050406030204" pitchFamily="18" charset="0"/>
                                  <a:ea typeface="+mn-ea"/>
                                  <a:cs typeface="+mn-cs"/>
                                </a:rPr>
                                <m:t>,</m:t>
                              </m:r>
                              <m:r>
                                <a:rPr lang="en-US" sz="1800" b="0" i="1" kern="1200" dirty="0" smtClean="0">
                                  <a:solidFill>
                                    <a:schemeClr val="tx1"/>
                                  </a:solidFill>
                                  <a:latin typeface="Cambria Math" panose="02040503050406030204" pitchFamily="18" charset="0"/>
                                  <a:ea typeface="+mn-ea"/>
                                  <a:cs typeface="+mn-cs"/>
                                </a:rPr>
                                <m:t>𝐵</m:t>
                              </m:r>
                              <m:r>
                                <a:rPr lang="en-US" sz="1800" b="0" i="1" kern="1200" dirty="0" smtClean="0">
                                  <a:solidFill>
                                    <a:schemeClr val="tx1"/>
                                  </a:solidFill>
                                  <a:latin typeface="Cambria Math" panose="02040503050406030204" pitchFamily="18" charset="0"/>
                                  <a:ea typeface="+mn-ea"/>
                                  <a:cs typeface="+mn-cs"/>
                                </a:rPr>
                                <m:t>)</m:t>
                              </m:r>
                            </m:oMath>
                          </a14:m>
                          <a:r>
                            <a:rPr lang="en-US" sz="1800" b="0" i="0" kern="1200" dirty="0">
                              <a:solidFill>
                                <a:schemeClr val="tx1"/>
                              </a:solidFill>
                              <a:latin typeface="Cambria Math" panose="02040503050406030204" pitchFamily="18" charset="0"/>
                              <a:ea typeface="+mn-ea"/>
                              <a:cs typeface="+mn-cs"/>
                            </a:rPr>
                            <a:t>  = 45</a:t>
                          </a:r>
                          <a:endParaRPr lang="he-IL" sz="1800" b="0" i="0" kern="1200" dirty="0">
                            <a:solidFill>
                              <a:schemeClr val="tx1"/>
                            </a:solidFill>
                            <a:latin typeface="Cambria Math" panose="02040503050406030204" pitchFamily="18"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a:r>
                            <a:rPr lang="en-US" dirty="0"/>
                            <a:t>Studied </a:t>
                          </a:r>
                          <a:br>
                            <a:rPr lang="en-US" dirty="0"/>
                          </a:br>
                          <a:r>
                            <a:rPr lang="en-US" dirty="0"/>
                            <a:t>(event B)</a:t>
                          </a:r>
                          <a:endParaRPr lang="he-IL"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169755855"/>
                      </a:ext>
                    </a:extLst>
                  </a:tr>
                  <a:tr h="762810">
                    <a:tc>
                      <a:txBody>
                        <a:bodyPr/>
                        <a:lstStyle/>
                        <a:p>
                          <a:pPr algn="ctr" rtl="0"/>
                          <a:r>
                            <a:rPr lang="en-US" dirty="0"/>
                            <a:t>50</a:t>
                          </a:r>
                          <a:endParaRPr lang="he-IL"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a:r>
                            <a:rPr lang="en-US" dirty="0"/>
                            <a:t>15</a:t>
                          </a:r>
                          <a:endParaRPr lang="he-IL"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a:r>
                            <a:rPr lang="en-US" dirty="0"/>
                            <a:t>35</a:t>
                          </a:r>
                          <a:endParaRPr lang="he-IL"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a:r>
                            <a:rPr lang="en-US" dirty="0"/>
                            <a:t>Not Studied (Not B)</a:t>
                          </a:r>
                          <a:endParaRPr lang="he-IL"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2106022712"/>
                      </a:ext>
                    </a:extLst>
                  </a:tr>
                  <a:tr h="550762">
                    <a:tc>
                      <a:txBody>
                        <a:bodyPr/>
                        <a:lstStyle/>
                        <a:p>
                          <a:pPr algn="ctr" rtl="0"/>
                          <a14:m>
                            <m:oMath xmlns:m="http://schemas.openxmlformats.org/officeDocument/2006/math">
                              <m:r>
                                <a:rPr lang="en-US" i="1" dirty="0" smtClean="0">
                                  <a:latin typeface="Cambria Math" panose="02040503050406030204" pitchFamily="18" charset="0"/>
                                </a:rPr>
                                <m:t>𝑃</m:t>
                              </m:r>
                              <m:r>
                                <a:rPr lang="en-US" i="1" dirty="0" smtClean="0">
                                  <a:latin typeface="Cambria Math" panose="02040503050406030204" pitchFamily="18" charset="0"/>
                                </a:rPr>
                                <m:t>(</m:t>
                              </m:r>
                              <m:r>
                                <m:rPr>
                                  <m:sty m:val="p"/>
                                </m:rPr>
                                <a:rPr lang="el-GR" i="1" dirty="0" smtClean="0">
                                  <a:latin typeface="Cambria Math" panose="02040503050406030204" pitchFamily="18" charset="0"/>
                                  <a:ea typeface="Cambria Math" panose="02040503050406030204" pitchFamily="18" charset="0"/>
                                </a:rPr>
                                <m:t>Ω</m:t>
                              </m:r>
                              <m:r>
                                <a:rPr lang="en-US" i="1" dirty="0" smtClean="0">
                                  <a:latin typeface="Cambria Math" panose="02040503050406030204" pitchFamily="18" charset="0"/>
                                </a:rPr>
                                <m:t>) </m:t>
                              </m:r>
                            </m:oMath>
                          </a14:m>
                          <a:r>
                            <a:rPr lang="en-US" dirty="0"/>
                            <a:t>= 100</a:t>
                          </a:r>
                          <a:endParaRPr lang="he-IL"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a:r>
                            <a:rPr lang="en-US" dirty="0"/>
                            <a:t>20</a:t>
                          </a:r>
                          <a:endParaRPr lang="he-IL"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a:r>
                            <a:rPr lang="en-US" dirty="0"/>
                            <a:t>P(A) = 80</a:t>
                          </a:r>
                          <a:endParaRPr lang="he-IL"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a:r>
                            <a:rPr lang="en-US" dirty="0"/>
                            <a:t>Total</a:t>
                          </a:r>
                          <a:endParaRPr lang="he-IL"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3000639561"/>
                      </a:ext>
                    </a:extLst>
                  </a:tr>
                </a:tbl>
              </a:graphicData>
            </a:graphic>
          </p:graphicFrame>
        </mc:Choice>
        <mc:Fallback xmlns="">
          <p:graphicFrame>
            <p:nvGraphicFramePr>
              <p:cNvPr id="8" name="טבלה 7">
                <a:extLst>
                  <a:ext uri="{FF2B5EF4-FFF2-40B4-BE49-F238E27FC236}">
                    <a16:creationId xmlns:a16="http://schemas.microsoft.com/office/drawing/2014/main" id="{F193A833-4E27-F4E1-1739-F1590ACDE308}"/>
                  </a:ext>
                </a:extLst>
              </p:cNvPr>
              <p:cNvGraphicFramePr>
                <a:graphicFrameLocks noGrp="1"/>
              </p:cNvGraphicFramePr>
              <p:nvPr>
                <p:extLst>
                  <p:ext uri="{D42A27DB-BD31-4B8C-83A1-F6EECF244321}">
                    <p14:modId xmlns:p14="http://schemas.microsoft.com/office/powerpoint/2010/main" val="2791144000"/>
                  </p:ext>
                </p:extLst>
              </p:nvPr>
            </p:nvGraphicFramePr>
            <p:xfrm>
              <a:off x="2743198" y="2875934"/>
              <a:ext cx="6926582" cy="3081931"/>
            </p:xfrm>
            <a:graphic>
              <a:graphicData uri="http://schemas.openxmlformats.org/drawingml/2006/table">
                <a:tbl>
                  <a:tblPr rtl="1" firstRow="1" bandRow="1">
                    <a:tableStyleId>{2D5ABB26-0587-4C30-8999-92F81FD0307C}</a:tableStyleId>
                  </a:tblPr>
                  <a:tblGrid>
                    <a:gridCol w="1707389">
                      <a:extLst>
                        <a:ext uri="{9D8B030D-6E8A-4147-A177-3AD203B41FA5}">
                          <a16:colId xmlns:a16="http://schemas.microsoft.com/office/drawing/2014/main" val="4046420591"/>
                        </a:ext>
                      </a:extLst>
                    </a:gridCol>
                    <a:gridCol w="1755901">
                      <a:extLst>
                        <a:ext uri="{9D8B030D-6E8A-4147-A177-3AD203B41FA5}">
                          <a16:colId xmlns:a16="http://schemas.microsoft.com/office/drawing/2014/main" val="2726835074"/>
                        </a:ext>
                      </a:extLst>
                    </a:gridCol>
                    <a:gridCol w="1731646">
                      <a:extLst>
                        <a:ext uri="{9D8B030D-6E8A-4147-A177-3AD203B41FA5}">
                          <a16:colId xmlns:a16="http://schemas.microsoft.com/office/drawing/2014/main" val="2258861154"/>
                        </a:ext>
                      </a:extLst>
                    </a:gridCol>
                    <a:gridCol w="1731646">
                      <a:extLst>
                        <a:ext uri="{9D8B030D-6E8A-4147-A177-3AD203B41FA5}">
                          <a16:colId xmlns:a16="http://schemas.microsoft.com/office/drawing/2014/main" val="1668175425"/>
                        </a:ext>
                      </a:extLst>
                    </a:gridCol>
                  </a:tblGrid>
                  <a:tr h="804526">
                    <a:tc>
                      <a:txBody>
                        <a:bodyPr/>
                        <a:lstStyle/>
                        <a:p>
                          <a:pPr algn="ctr" rtl="0"/>
                          <a:r>
                            <a:rPr lang="en-US" dirty="0"/>
                            <a:t>Total</a:t>
                          </a:r>
                          <a:endParaRPr lang="he-IL"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rtl="0"/>
                          <a:r>
                            <a:rPr lang="en-US" dirty="0"/>
                            <a:t>Failed </a:t>
                          </a:r>
                          <a:br>
                            <a:rPr lang="en-US" dirty="0"/>
                          </a:br>
                          <a:r>
                            <a:rPr lang="en-US" dirty="0"/>
                            <a:t>(Not A)</a:t>
                          </a:r>
                          <a:endParaRPr lang="he-IL"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rtl="0"/>
                          <a:r>
                            <a:rPr lang="en-US" dirty="0"/>
                            <a:t>Passed </a:t>
                          </a:r>
                          <a:br>
                            <a:rPr lang="en-US" dirty="0"/>
                          </a:br>
                          <a:r>
                            <a:rPr lang="en-US" dirty="0"/>
                            <a:t>(event A)</a:t>
                          </a:r>
                          <a:endParaRPr lang="he-IL"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rtl="0"/>
                          <a:endParaRPr lang="he-IL"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3224348326"/>
                      </a:ext>
                    </a:extLst>
                  </a:tr>
                  <a:tr h="963833">
                    <a:tc>
                      <a:txBody>
                        <a:bodyPr/>
                        <a:lstStyle/>
                        <a:p>
                          <a:pPr algn="ctr" rtl="0"/>
                          <a:r>
                            <a:rPr lang="en-US" sz="2000" b="0" i="0" kern="1200" dirty="0">
                              <a:solidFill>
                                <a:schemeClr val="tx1"/>
                              </a:solidFill>
                              <a:latin typeface="Cambria Math" panose="02040503050406030204" pitchFamily="18" charset="0"/>
                              <a:ea typeface="+mn-ea"/>
                              <a:cs typeface="+mn-cs"/>
                            </a:rPr>
                            <a:t>P(B) = 50</a:t>
                          </a:r>
                          <a:endParaRPr lang="he-IL" sz="2000" b="0" i="0" kern="1200" dirty="0">
                            <a:solidFill>
                              <a:schemeClr val="tx1"/>
                            </a:solidFill>
                            <a:latin typeface="Cambria Math" panose="02040503050406030204" pitchFamily="18"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a:r>
                            <a:rPr lang="en-US" b="0" dirty="0">
                              <a:solidFill>
                                <a:schemeClr val="tx1"/>
                              </a:solidFill>
                            </a:rPr>
                            <a:t>5</a:t>
                          </a:r>
                          <a:endParaRPr lang="he-IL"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he-IL"/>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200704" t="-85535" r="-101056" b="-137107"/>
                          </a:stretch>
                        </a:blipFill>
                      </a:tcPr>
                    </a:tc>
                    <a:tc>
                      <a:txBody>
                        <a:bodyPr/>
                        <a:lstStyle/>
                        <a:p>
                          <a:pPr algn="ctr" rtl="0"/>
                          <a:r>
                            <a:rPr lang="en-US" dirty="0"/>
                            <a:t>Studied </a:t>
                          </a:r>
                          <a:br>
                            <a:rPr lang="en-US" dirty="0"/>
                          </a:br>
                          <a:r>
                            <a:rPr lang="en-US" dirty="0"/>
                            <a:t>(event B)</a:t>
                          </a:r>
                          <a:endParaRPr lang="he-IL"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169755855"/>
                      </a:ext>
                    </a:extLst>
                  </a:tr>
                  <a:tr h="762810">
                    <a:tc>
                      <a:txBody>
                        <a:bodyPr/>
                        <a:lstStyle/>
                        <a:p>
                          <a:pPr algn="ctr" rtl="0"/>
                          <a:r>
                            <a:rPr lang="en-US" dirty="0"/>
                            <a:t>50</a:t>
                          </a:r>
                          <a:endParaRPr lang="he-IL"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a:r>
                            <a:rPr lang="en-US" dirty="0"/>
                            <a:t>15</a:t>
                          </a:r>
                          <a:endParaRPr lang="he-IL"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a:r>
                            <a:rPr lang="en-US" dirty="0"/>
                            <a:t>35</a:t>
                          </a:r>
                          <a:endParaRPr lang="he-IL"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a:r>
                            <a:rPr lang="en-US" dirty="0"/>
                            <a:t>Not Studied (Not B)</a:t>
                          </a:r>
                          <a:endParaRPr lang="he-IL"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2106022712"/>
                      </a:ext>
                    </a:extLst>
                  </a:tr>
                  <a:tr h="550762">
                    <a:tc>
                      <a:txBody>
                        <a:bodyPr/>
                        <a:lstStyle/>
                        <a:p>
                          <a:endParaRPr lang="he-IL"/>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356" t="-461538" r="-305694" b="-2198"/>
                          </a:stretch>
                        </a:blipFill>
                      </a:tcPr>
                    </a:tc>
                    <a:tc>
                      <a:txBody>
                        <a:bodyPr/>
                        <a:lstStyle/>
                        <a:p>
                          <a:pPr algn="ctr" rtl="0"/>
                          <a:r>
                            <a:rPr lang="en-US" dirty="0"/>
                            <a:t>20</a:t>
                          </a:r>
                          <a:endParaRPr lang="he-IL"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a:r>
                            <a:rPr lang="en-US" dirty="0"/>
                            <a:t>P(A) = 80</a:t>
                          </a:r>
                          <a:endParaRPr lang="he-IL"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a:r>
                            <a:rPr lang="en-US" dirty="0"/>
                            <a:t>Total</a:t>
                          </a:r>
                          <a:endParaRPr lang="he-IL"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3000639561"/>
                      </a:ext>
                    </a:extLst>
                  </a:tr>
                </a:tbl>
              </a:graphicData>
            </a:graphic>
          </p:graphicFrame>
        </mc:Fallback>
      </mc:AlternateContent>
    </p:spTree>
    <p:extLst>
      <p:ext uri="{BB962C8B-B14F-4D97-AF65-F5344CB8AC3E}">
        <p14:creationId xmlns:p14="http://schemas.microsoft.com/office/powerpoint/2010/main" val="355745027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3282F1-5CEA-5364-6B2F-905571E11FC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2CCCAB9-27F7-C724-0D5C-2A8532525D43}"/>
              </a:ext>
            </a:extLst>
          </p:cNvPr>
          <p:cNvSpPr>
            <a:spLocks noGrp="1"/>
          </p:cNvSpPr>
          <p:nvPr>
            <p:ph type="title"/>
          </p:nvPr>
        </p:nvSpPr>
        <p:spPr>
          <a:xfrm>
            <a:off x="838200" y="20997"/>
            <a:ext cx="10515600" cy="1325563"/>
          </a:xfrm>
        </p:spPr>
        <p:txBody>
          <a:bodyPr/>
          <a:lstStyle/>
          <a:p>
            <a:r>
              <a:rPr lang="en-US" dirty="0"/>
              <a:t>Conditional Probability</a:t>
            </a:r>
            <a:endParaRPr lang="LID4096" dirty="0"/>
          </a:p>
        </p:txBody>
      </p:sp>
      <p:sp>
        <p:nvSpPr>
          <p:cNvPr id="4" name="מציין מיקום של מספר שקופית 3">
            <a:extLst>
              <a:ext uri="{FF2B5EF4-FFF2-40B4-BE49-F238E27FC236}">
                <a16:creationId xmlns:a16="http://schemas.microsoft.com/office/drawing/2014/main" id="{4C9802ED-C9A5-247B-FC9B-7BE6AA9391E7}"/>
              </a:ext>
            </a:extLst>
          </p:cNvPr>
          <p:cNvSpPr>
            <a:spLocks noGrp="1"/>
          </p:cNvSpPr>
          <p:nvPr>
            <p:ph type="sldNum" sz="quarter" idx="12"/>
          </p:nvPr>
        </p:nvSpPr>
        <p:spPr/>
        <p:txBody>
          <a:bodyPr/>
          <a:lstStyle/>
          <a:p>
            <a:fld id="{B6796F57-8306-40D4-9229-37A3D19F0B5F}" type="slidenum">
              <a:rPr lang="LID4096" smtClean="0"/>
              <a:t>54</a:t>
            </a:fld>
            <a:endParaRPr lang="LID4096"/>
          </a:p>
        </p:txBody>
      </p:sp>
      <p:sp>
        <p:nvSpPr>
          <p:cNvPr id="7" name="מציין מיקום תוכן 6">
            <a:extLst>
              <a:ext uri="{FF2B5EF4-FFF2-40B4-BE49-F238E27FC236}">
                <a16:creationId xmlns:a16="http://schemas.microsoft.com/office/drawing/2014/main" id="{9EC6B80A-303B-B239-0F98-7551A2538962}"/>
              </a:ext>
            </a:extLst>
          </p:cNvPr>
          <p:cNvSpPr>
            <a:spLocks noGrp="1"/>
          </p:cNvSpPr>
          <p:nvPr>
            <p:ph idx="1"/>
          </p:nvPr>
        </p:nvSpPr>
        <p:spPr>
          <a:xfrm>
            <a:off x="528484" y="1346560"/>
            <a:ext cx="10515600" cy="4351338"/>
          </a:xfrm>
        </p:spPr>
        <p:txBody>
          <a:bodyPr>
            <a:normAutofit/>
          </a:bodyPr>
          <a:lstStyle/>
          <a:p>
            <a:pPr marL="0" indent="0">
              <a:buNone/>
            </a:pPr>
            <a:r>
              <a:rPr lang="en-US" dirty="0"/>
              <a:t>What is the chance of passing if I studied?  </a:t>
            </a:r>
          </a:p>
          <a:p>
            <a:endParaRPr lang="en-US" dirty="0"/>
          </a:p>
          <a:p>
            <a:endParaRPr lang="en-US" dirty="0"/>
          </a:p>
          <a:p>
            <a:endParaRPr lang="en-US" dirty="0"/>
          </a:p>
          <a:p>
            <a:pPr marL="0" indent="0">
              <a:buNone/>
            </a:pPr>
            <a:endParaRPr lang="he-IL" dirty="0"/>
          </a:p>
        </p:txBody>
      </p:sp>
      <p:graphicFrame>
        <p:nvGraphicFramePr>
          <p:cNvPr id="8" name="טבלה 7">
            <a:extLst>
              <a:ext uri="{FF2B5EF4-FFF2-40B4-BE49-F238E27FC236}">
                <a16:creationId xmlns:a16="http://schemas.microsoft.com/office/drawing/2014/main" id="{4F287AE0-7A70-1E07-A4E9-0B2341CCFE4F}"/>
              </a:ext>
            </a:extLst>
          </p:cNvPr>
          <p:cNvGraphicFramePr>
            <a:graphicFrameLocks noGrp="1"/>
          </p:cNvGraphicFramePr>
          <p:nvPr/>
        </p:nvGraphicFramePr>
        <p:xfrm>
          <a:off x="7078404" y="1694344"/>
          <a:ext cx="4972664" cy="2560320"/>
        </p:xfrm>
        <a:graphic>
          <a:graphicData uri="http://schemas.openxmlformats.org/drawingml/2006/table">
            <a:tbl>
              <a:tblPr rtl="1" firstRow="1" bandRow="1">
                <a:tableStyleId>{2D5ABB26-0587-4C30-8999-92F81FD0307C}</a:tableStyleId>
              </a:tblPr>
              <a:tblGrid>
                <a:gridCol w="1225752">
                  <a:extLst>
                    <a:ext uri="{9D8B030D-6E8A-4147-A177-3AD203B41FA5}">
                      <a16:colId xmlns:a16="http://schemas.microsoft.com/office/drawing/2014/main" val="4046420591"/>
                    </a:ext>
                  </a:extLst>
                </a:gridCol>
                <a:gridCol w="1260580">
                  <a:extLst>
                    <a:ext uri="{9D8B030D-6E8A-4147-A177-3AD203B41FA5}">
                      <a16:colId xmlns:a16="http://schemas.microsoft.com/office/drawing/2014/main" val="2726835074"/>
                    </a:ext>
                  </a:extLst>
                </a:gridCol>
                <a:gridCol w="1243166">
                  <a:extLst>
                    <a:ext uri="{9D8B030D-6E8A-4147-A177-3AD203B41FA5}">
                      <a16:colId xmlns:a16="http://schemas.microsoft.com/office/drawing/2014/main" val="2258861154"/>
                    </a:ext>
                  </a:extLst>
                </a:gridCol>
                <a:gridCol w="1243166">
                  <a:extLst>
                    <a:ext uri="{9D8B030D-6E8A-4147-A177-3AD203B41FA5}">
                      <a16:colId xmlns:a16="http://schemas.microsoft.com/office/drawing/2014/main" val="1668175425"/>
                    </a:ext>
                  </a:extLst>
                </a:gridCol>
              </a:tblGrid>
              <a:tr h="419473">
                <a:tc>
                  <a:txBody>
                    <a:bodyPr/>
                    <a:lstStyle/>
                    <a:p>
                      <a:pPr rtl="1"/>
                      <a:r>
                        <a:rPr lang="en-US" dirty="0"/>
                        <a:t>Total</a:t>
                      </a:r>
                      <a:endParaRPr lang="he-IL"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rtl="1"/>
                      <a:r>
                        <a:rPr lang="en-US" dirty="0"/>
                        <a:t>Failed (Not A)</a:t>
                      </a:r>
                      <a:endParaRPr lang="he-IL"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rtl="1"/>
                      <a:r>
                        <a:rPr lang="en-US" dirty="0"/>
                        <a:t>Passed (A)</a:t>
                      </a:r>
                      <a:endParaRPr lang="he-IL"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rtl="1"/>
                      <a:endParaRPr lang="he-IL"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3224348326"/>
                  </a:ext>
                </a:extLst>
              </a:tr>
              <a:tr h="250058">
                <a:tc>
                  <a:txBody>
                    <a:bodyPr/>
                    <a:lstStyle/>
                    <a:p>
                      <a:pPr rtl="1"/>
                      <a:r>
                        <a:rPr lang="en-US" sz="2000" b="0" i="0" kern="1200" dirty="0">
                          <a:solidFill>
                            <a:srgbClr val="00B050"/>
                          </a:solidFill>
                          <a:latin typeface="Cambria Math" panose="02040503050406030204" pitchFamily="18" charset="0"/>
                          <a:ea typeface="+mn-ea"/>
                          <a:cs typeface="+mn-cs"/>
                        </a:rPr>
                        <a:t>50</a:t>
                      </a:r>
                      <a:endParaRPr lang="he-IL" sz="2000" b="0" i="0" kern="1200" dirty="0">
                        <a:solidFill>
                          <a:srgbClr val="00B050"/>
                        </a:solidFill>
                        <a:latin typeface="Cambria Math" panose="02040503050406030204" pitchFamily="18"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rtl="1"/>
                      <a:r>
                        <a:rPr lang="en-US" dirty="0"/>
                        <a:t>5</a:t>
                      </a:r>
                      <a:endParaRPr lang="he-IL"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rtl="1"/>
                      <a:r>
                        <a:rPr lang="en-US" sz="2000" b="0" i="0" kern="1200" dirty="0">
                          <a:solidFill>
                            <a:schemeClr val="tx2">
                              <a:lumMod val="50000"/>
                              <a:lumOff val="50000"/>
                            </a:schemeClr>
                          </a:solidFill>
                          <a:latin typeface="Cambria Math" panose="02040503050406030204" pitchFamily="18" charset="0"/>
                          <a:ea typeface="+mn-ea"/>
                          <a:cs typeface="+mn-cs"/>
                        </a:rPr>
                        <a:t>45</a:t>
                      </a:r>
                      <a:endParaRPr lang="he-IL" sz="2000" b="0" i="0" kern="1200" dirty="0">
                        <a:solidFill>
                          <a:schemeClr val="tx2">
                            <a:lumMod val="50000"/>
                            <a:lumOff val="50000"/>
                          </a:schemeClr>
                        </a:solidFill>
                        <a:latin typeface="Cambria Math" panose="02040503050406030204" pitchFamily="18"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rtl="1"/>
                      <a:r>
                        <a:rPr lang="en-US" dirty="0"/>
                        <a:t>Studied (B)</a:t>
                      </a:r>
                      <a:endParaRPr lang="he-IL"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169755855"/>
                  </a:ext>
                </a:extLst>
              </a:tr>
              <a:tr h="431607">
                <a:tc>
                  <a:txBody>
                    <a:bodyPr/>
                    <a:lstStyle/>
                    <a:p>
                      <a:pPr rtl="1"/>
                      <a:r>
                        <a:rPr lang="en-US" dirty="0"/>
                        <a:t>50</a:t>
                      </a:r>
                      <a:endParaRPr lang="he-IL"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rtl="1"/>
                      <a:r>
                        <a:rPr lang="en-US" dirty="0"/>
                        <a:t>15</a:t>
                      </a:r>
                      <a:endParaRPr lang="he-IL"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rtl="1"/>
                      <a:r>
                        <a:rPr lang="en-US" dirty="0"/>
                        <a:t>35</a:t>
                      </a:r>
                      <a:endParaRPr lang="he-IL"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rtl="1"/>
                      <a:r>
                        <a:rPr lang="en-US" dirty="0"/>
                        <a:t>Not Studied (Not B)</a:t>
                      </a:r>
                      <a:endParaRPr lang="he-IL"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2106022712"/>
                  </a:ext>
                </a:extLst>
              </a:tr>
              <a:tr h="250058">
                <a:tc>
                  <a:txBody>
                    <a:bodyPr/>
                    <a:lstStyle/>
                    <a:p>
                      <a:pPr rtl="1"/>
                      <a:r>
                        <a:rPr lang="en-US" dirty="0"/>
                        <a:t>100</a:t>
                      </a:r>
                      <a:endParaRPr lang="he-IL"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rtl="1"/>
                      <a:r>
                        <a:rPr lang="en-US" dirty="0"/>
                        <a:t>20</a:t>
                      </a:r>
                      <a:endParaRPr lang="he-IL"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rtl="1"/>
                      <a:r>
                        <a:rPr lang="en-US" dirty="0"/>
                        <a:t>80</a:t>
                      </a:r>
                      <a:endParaRPr lang="he-IL"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rtl="1"/>
                      <a:r>
                        <a:rPr lang="en-US" dirty="0"/>
                        <a:t>Total</a:t>
                      </a:r>
                      <a:endParaRPr lang="he-IL"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3000639561"/>
                  </a:ext>
                </a:extLst>
              </a:tr>
            </a:tbl>
          </a:graphicData>
        </a:graphic>
      </p:graphicFrame>
      <mc:AlternateContent xmlns:mc="http://schemas.openxmlformats.org/markup-compatibility/2006" xmlns:a14="http://schemas.microsoft.com/office/drawing/2010/main">
        <mc:Choice Requires="a14">
          <p:sp>
            <p:nvSpPr>
              <p:cNvPr id="10" name="תיבת טקסט 9">
                <a:extLst>
                  <a:ext uri="{FF2B5EF4-FFF2-40B4-BE49-F238E27FC236}">
                    <a16:creationId xmlns:a16="http://schemas.microsoft.com/office/drawing/2014/main" id="{3A17E728-F79D-4F3D-B79A-E7309ABBC0A7}"/>
                  </a:ext>
                </a:extLst>
              </p:cNvPr>
              <p:cNvSpPr txBox="1"/>
              <p:nvPr/>
            </p:nvSpPr>
            <p:spPr>
              <a:xfrm>
                <a:off x="528484" y="2226352"/>
                <a:ext cx="8586019" cy="4056623"/>
              </a:xfrm>
              <a:prstGeom prst="rect">
                <a:avLst/>
              </a:prstGeom>
              <a:noFill/>
            </p:spPr>
            <p:txBody>
              <a:bodyPr wrap="square">
                <a:spAutoFit/>
              </a:bodyPr>
              <a:lstStyle/>
              <a:p>
                <a:r>
                  <a:rPr lang="en-US" sz="2800" b="1" dirty="0">
                    <a:latin typeface="David" panose="020E0502060401010101" pitchFamily="34" charset="-79"/>
                    <a:cs typeface="David" panose="020E0502060401010101" pitchFamily="34" charset="-79"/>
                  </a:rPr>
                  <a:t>Step 1 — Joint probability</a:t>
                </a:r>
                <a:endParaRPr lang="en-US" sz="2800" dirty="0">
                  <a:latin typeface="David" panose="020E0502060401010101" pitchFamily="34" charset="-79"/>
                  <a:cs typeface="David" panose="020E0502060401010101" pitchFamily="34" charset="-79"/>
                </a:endParaRPr>
              </a:p>
              <a:p>
                <a:pPr/>
                <a14:m>
                  <m:oMathPara xmlns:m="http://schemas.openxmlformats.org/officeDocument/2006/math">
                    <m:oMathParaPr>
                      <m:jc m:val="centerGroup"/>
                    </m:oMathParaPr>
                    <m:oMath xmlns:m="http://schemas.openxmlformats.org/officeDocument/2006/math">
                      <m:r>
                        <a:rPr lang="en-US" sz="2000" b="1" i="1" smtClean="0">
                          <a:solidFill>
                            <a:schemeClr val="tx2">
                              <a:lumMod val="50000"/>
                              <a:lumOff val="50000"/>
                            </a:schemeClr>
                          </a:solidFill>
                          <a:latin typeface="Cambria Math" panose="02040503050406030204" pitchFamily="18" charset="0"/>
                        </a:rPr>
                        <m:t>𝑷</m:t>
                      </m:r>
                      <m:d>
                        <m:dPr>
                          <m:sepChr m:val=","/>
                          <m:ctrlPr>
                            <a:rPr lang="ar-AE" sz="2000" b="1" i="1">
                              <a:solidFill>
                                <a:schemeClr val="tx2">
                                  <a:lumMod val="50000"/>
                                  <a:lumOff val="50000"/>
                                </a:schemeClr>
                              </a:solidFill>
                              <a:latin typeface="Cambria Math" panose="02040503050406030204" pitchFamily="18" charset="0"/>
                            </a:rPr>
                          </m:ctrlPr>
                        </m:dPr>
                        <m:e>
                          <m:r>
                            <a:rPr lang="ar-AE" sz="2000" b="1" i="1">
                              <a:solidFill>
                                <a:schemeClr val="tx2">
                                  <a:lumMod val="50000"/>
                                  <a:lumOff val="50000"/>
                                </a:schemeClr>
                              </a:solidFill>
                              <a:latin typeface="Cambria Math" panose="02040503050406030204" pitchFamily="18" charset="0"/>
                            </a:rPr>
                            <m:t>𝑨</m:t>
                          </m:r>
                        </m:e>
                        <m:e>
                          <m:r>
                            <a:rPr lang="ar-AE" sz="2000" b="1" i="1">
                              <a:solidFill>
                                <a:schemeClr val="tx2">
                                  <a:lumMod val="50000"/>
                                  <a:lumOff val="50000"/>
                                </a:schemeClr>
                              </a:solidFill>
                              <a:latin typeface="Cambria Math" panose="02040503050406030204" pitchFamily="18" charset="0"/>
                            </a:rPr>
                            <m:t>𝑩</m:t>
                          </m:r>
                        </m:e>
                      </m:d>
                      <m:r>
                        <a:rPr lang="ar-AE" sz="2000">
                          <a:latin typeface="Cambria Math" panose="02040503050406030204" pitchFamily="18" charset="0"/>
                        </a:rPr>
                        <m:t>=</m:t>
                      </m:r>
                      <m:f>
                        <m:fPr>
                          <m:ctrlPr>
                            <a:rPr lang="ar-AE" sz="2000" i="1">
                              <a:latin typeface="Cambria Math" panose="02040503050406030204" pitchFamily="18" charset="0"/>
                            </a:rPr>
                          </m:ctrlPr>
                        </m:fPr>
                        <m:num>
                          <m:r>
                            <a:rPr lang="ar-AE" sz="2000">
                              <a:latin typeface="Cambria Math" panose="02040503050406030204" pitchFamily="18" charset="0"/>
                            </a:rPr>
                            <m:t>45</m:t>
                          </m:r>
                        </m:num>
                        <m:den>
                          <m:r>
                            <a:rPr lang="ar-AE" sz="2000">
                              <a:latin typeface="Cambria Math" panose="02040503050406030204" pitchFamily="18" charset="0"/>
                            </a:rPr>
                            <m:t>100</m:t>
                          </m:r>
                        </m:den>
                      </m:f>
                      <m:r>
                        <a:rPr lang="ar-AE" sz="2000">
                          <a:latin typeface="Cambria Math" panose="02040503050406030204" pitchFamily="18" charset="0"/>
                        </a:rPr>
                        <m:t>=</m:t>
                      </m:r>
                      <m:r>
                        <a:rPr lang="ar-AE" sz="2000">
                          <a:latin typeface="Cambria Math" panose="02040503050406030204" pitchFamily="18" charset="0"/>
                        </a:rPr>
                        <m:t>0</m:t>
                      </m:r>
                      <m:r>
                        <a:rPr lang="ar-AE" sz="2000">
                          <a:latin typeface="Cambria Math" panose="02040503050406030204" pitchFamily="18" charset="0"/>
                        </a:rPr>
                        <m:t>.</m:t>
                      </m:r>
                      <m:r>
                        <a:rPr lang="ar-AE" sz="2000">
                          <a:latin typeface="Cambria Math" panose="02040503050406030204" pitchFamily="18" charset="0"/>
                        </a:rPr>
                        <m:t>45</m:t>
                      </m:r>
                    </m:oMath>
                  </m:oMathPara>
                </a14:m>
                <a:endParaRPr lang="ar-AE" sz="2000" dirty="0">
                  <a:latin typeface="David" panose="020E0502060401010101" pitchFamily="34" charset="-79"/>
                </a:endParaRPr>
              </a:p>
              <a:p>
                <a:endParaRPr lang="en-US" sz="2800" b="1" dirty="0">
                  <a:latin typeface="David" panose="020E0502060401010101" pitchFamily="34" charset="-79"/>
                  <a:cs typeface="David" panose="020E0502060401010101" pitchFamily="34" charset="-79"/>
                </a:endParaRPr>
              </a:p>
              <a:p>
                <a:r>
                  <a:rPr lang="en-US" sz="2800" b="1" dirty="0">
                    <a:latin typeface="David" panose="020E0502060401010101" pitchFamily="34" charset="-79"/>
                    <a:cs typeface="David" panose="020E0502060401010101" pitchFamily="34" charset="-79"/>
                  </a:rPr>
                  <a:t>Step 2 — Probability of </a:t>
                </a:r>
                <a14:m>
                  <m:oMath xmlns:m="http://schemas.openxmlformats.org/officeDocument/2006/math">
                    <m:r>
                      <a:rPr lang="en-US" sz="2800" i="1">
                        <a:latin typeface="Cambria Math" panose="02040503050406030204" pitchFamily="18" charset="0"/>
                      </a:rPr>
                      <m:t>𝐵</m:t>
                    </m:r>
                  </m:oMath>
                </a14:m>
                <a:endParaRPr lang="en-US" sz="2800" dirty="0">
                  <a:latin typeface="David" panose="020E0502060401010101" pitchFamily="34" charset="-79"/>
                  <a:cs typeface="David" panose="020E0502060401010101" pitchFamily="34" charset="-79"/>
                </a:endParaRPr>
              </a:p>
              <a:p>
                <a:pPr/>
                <a14:m>
                  <m:oMathPara xmlns:m="http://schemas.openxmlformats.org/officeDocument/2006/math">
                    <m:oMathParaPr>
                      <m:jc m:val="centerGroup"/>
                    </m:oMathParaPr>
                    <m:oMath xmlns:m="http://schemas.openxmlformats.org/officeDocument/2006/math">
                      <m:r>
                        <a:rPr lang="en-US" sz="2000" b="1" i="1" smtClean="0">
                          <a:solidFill>
                            <a:srgbClr val="00B050"/>
                          </a:solidFill>
                          <a:latin typeface="Cambria Math" panose="02040503050406030204" pitchFamily="18" charset="0"/>
                        </a:rPr>
                        <m:t>𝑷</m:t>
                      </m:r>
                      <m:d>
                        <m:dPr>
                          <m:ctrlPr>
                            <a:rPr lang="ar-AE" sz="2000" b="1" i="1">
                              <a:solidFill>
                                <a:srgbClr val="00B050"/>
                              </a:solidFill>
                              <a:latin typeface="Cambria Math" panose="02040503050406030204" pitchFamily="18" charset="0"/>
                            </a:rPr>
                          </m:ctrlPr>
                        </m:dPr>
                        <m:e>
                          <m:r>
                            <a:rPr lang="ar-AE" sz="2000" b="1" i="1">
                              <a:solidFill>
                                <a:srgbClr val="00B050"/>
                              </a:solidFill>
                              <a:latin typeface="Cambria Math" panose="02040503050406030204" pitchFamily="18" charset="0"/>
                            </a:rPr>
                            <m:t>𝑩</m:t>
                          </m:r>
                        </m:e>
                      </m:d>
                      <m:r>
                        <a:rPr lang="ar-AE" sz="2000">
                          <a:latin typeface="Cambria Math" panose="02040503050406030204" pitchFamily="18" charset="0"/>
                        </a:rPr>
                        <m:t>=</m:t>
                      </m:r>
                      <m:f>
                        <m:fPr>
                          <m:ctrlPr>
                            <a:rPr lang="ar-AE" sz="2000" i="1">
                              <a:latin typeface="Cambria Math" panose="02040503050406030204" pitchFamily="18" charset="0"/>
                            </a:rPr>
                          </m:ctrlPr>
                        </m:fPr>
                        <m:num>
                          <m:r>
                            <a:rPr lang="ar-AE" sz="2000">
                              <a:latin typeface="Cambria Math" panose="02040503050406030204" pitchFamily="18" charset="0"/>
                            </a:rPr>
                            <m:t>50</m:t>
                          </m:r>
                        </m:num>
                        <m:den>
                          <m:r>
                            <a:rPr lang="ar-AE" sz="2000">
                              <a:latin typeface="Cambria Math" panose="02040503050406030204" pitchFamily="18" charset="0"/>
                            </a:rPr>
                            <m:t>100</m:t>
                          </m:r>
                        </m:den>
                      </m:f>
                      <m:r>
                        <a:rPr lang="ar-AE" sz="2000">
                          <a:latin typeface="Cambria Math" panose="02040503050406030204" pitchFamily="18" charset="0"/>
                        </a:rPr>
                        <m:t>=</m:t>
                      </m:r>
                      <m:r>
                        <a:rPr lang="ar-AE" sz="2000">
                          <a:latin typeface="Cambria Math" panose="02040503050406030204" pitchFamily="18" charset="0"/>
                        </a:rPr>
                        <m:t>0</m:t>
                      </m:r>
                      <m:r>
                        <a:rPr lang="ar-AE" sz="2000">
                          <a:latin typeface="Cambria Math" panose="02040503050406030204" pitchFamily="18" charset="0"/>
                        </a:rPr>
                        <m:t>.</m:t>
                      </m:r>
                      <m:r>
                        <a:rPr lang="ar-AE" sz="2000">
                          <a:latin typeface="Cambria Math" panose="02040503050406030204" pitchFamily="18" charset="0"/>
                        </a:rPr>
                        <m:t>5</m:t>
                      </m:r>
                    </m:oMath>
                  </m:oMathPara>
                </a14:m>
                <a:endParaRPr lang="ar-AE" sz="2000" dirty="0">
                  <a:latin typeface="David" panose="020E0502060401010101" pitchFamily="34" charset="-79"/>
                </a:endParaRPr>
              </a:p>
              <a:p>
                <a:endParaRPr lang="en-US" sz="2800" b="1" dirty="0">
                  <a:latin typeface="David" panose="020E0502060401010101" pitchFamily="34" charset="-79"/>
                  <a:cs typeface="David" panose="020E0502060401010101" pitchFamily="34" charset="-79"/>
                </a:endParaRPr>
              </a:p>
              <a:p>
                <a:r>
                  <a:rPr lang="en-US" sz="2800" b="1" dirty="0">
                    <a:latin typeface="David" panose="020E0502060401010101" pitchFamily="34" charset="-79"/>
                    <a:cs typeface="David" panose="020E0502060401010101" pitchFamily="34" charset="-79"/>
                  </a:rPr>
                  <a:t>Step 3 — Conditional probability</a:t>
                </a:r>
                <a:endParaRPr lang="en-US" sz="2800" dirty="0">
                  <a:latin typeface="David" panose="020E0502060401010101" pitchFamily="34" charset="-79"/>
                  <a:cs typeface="David" panose="020E0502060401010101" pitchFamily="34" charset="-79"/>
                </a:endParaRPr>
              </a:p>
              <a:p>
                <a:pPr/>
                <a14:m>
                  <m:oMathPara xmlns:m="http://schemas.openxmlformats.org/officeDocument/2006/math">
                    <m:oMathParaPr>
                      <m:jc m:val="centerGroup"/>
                    </m:oMathParaPr>
                    <m:oMath xmlns:m="http://schemas.openxmlformats.org/officeDocument/2006/math">
                      <m:r>
                        <a:rPr lang="en-US" sz="2000" i="1">
                          <a:latin typeface="Cambria Math" panose="02040503050406030204" pitchFamily="18" charset="0"/>
                        </a:rPr>
                        <m:t>𝑃</m:t>
                      </m:r>
                      <m:d>
                        <m:dPr>
                          <m:ctrlPr>
                            <a:rPr lang="ar-AE" sz="2000" i="1">
                              <a:latin typeface="Cambria Math" panose="02040503050406030204" pitchFamily="18" charset="0"/>
                            </a:rPr>
                          </m:ctrlPr>
                        </m:dPr>
                        <m:e>
                          <m:r>
                            <a:rPr lang="ar-AE" sz="2000" i="1">
                              <a:latin typeface="Cambria Math" panose="02040503050406030204" pitchFamily="18" charset="0"/>
                            </a:rPr>
                            <m:t>𝐴</m:t>
                          </m:r>
                          <m:r>
                            <a:rPr lang="ar-AE" sz="2000">
                              <a:latin typeface="Cambria Math" panose="02040503050406030204" pitchFamily="18" charset="0"/>
                            </a:rPr>
                            <m:t>∣</m:t>
                          </m:r>
                          <m:r>
                            <a:rPr lang="ar-AE" sz="2000" i="1">
                              <a:latin typeface="Cambria Math" panose="02040503050406030204" pitchFamily="18" charset="0"/>
                            </a:rPr>
                            <m:t>𝐵</m:t>
                          </m:r>
                        </m:e>
                      </m:d>
                      <m:r>
                        <a:rPr lang="ar-AE" sz="2000">
                          <a:latin typeface="Cambria Math" panose="02040503050406030204" pitchFamily="18" charset="0"/>
                        </a:rPr>
                        <m:t>=</m:t>
                      </m:r>
                      <m:f>
                        <m:fPr>
                          <m:ctrlPr>
                            <a:rPr lang="ar-AE" sz="2000" i="1">
                              <a:latin typeface="Cambria Math" panose="02040503050406030204" pitchFamily="18" charset="0"/>
                            </a:rPr>
                          </m:ctrlPr>
                        </m:fPr>
                        <m:num>
                          <m:r>
                            <a:rPr lang="ar-AE" sz="2000" i="1">
                              <a:latin typeface="Cambria Math" panose="02040503050406030204" pitchFamily="18" charset="0"/>
                            </a:rPr>
                            <m:t>𝑃</m:t>
                          </m:r>
                          <m:d>
                            <m:dPr>
                              <m:sepChr m:val=","/>
                              <m:ctrlPr>
                                <a:rPr lang="ar-AE" sz="2000" i="1">
                                  <a:latin typeface="Cambria Math" panose="02040503050406030204" pitchFamily="18" charset="0"/>
                                </a:rPr>
                              </m:ctrlPr>
                            </m:dPr>
                            <m:e>
                              <m:r>
                                <a:rPr lang="ar-AE" sz="2000" i="1">
                                  <a:latin typeface="Cambria Math" panose="02040503050406030204" pitchFamily="18" charset="0"/>
                                </a:rPr>
                                <m:t>𝐴</m:t>
                              </m:r>
                            </m:e>
                            <m:e>
                              <m:r>
                                <a:rPr lang="ar-AE" sz="2000" i="1">
                                  <a:latin typeface="Cambria Math" panose="02040503050406030204" pitchFamily="18" charset="0"/>
                                </a:rPr>
                                <m:t>𝐵</m:t>
                              </m:r>
                            </m:e>
                          </m:d>
                        </m:num>
                        <m:den>
                          <m:r>
                            <a:rPr lang="ar-AE" sz="2000" i="1">
                              <a:latin typeface="Cambria Math" panose="02040503050406030204" pitchFamily="18" charset="0"/>
                            </a:rPr>
                            <m:t>𝑃</m:t>
                          </m:r>
                          <m:d>
                            <m:dPr>
                              <m:ctrlPr>
                                <a:rPr lang="ar-AE" sz="2000" i="1">
                                  <a:latin typeface="Cambria Math" panose="02040503050406030204" pitchFamily="18" charset="0"/>
                                </a:rPr>
                              </m:ctrlPr>
                            </m:dPr>
                            <m:e>
                              <m:r>
                                <a:rPr lang="ar-AE" sz="2000" i="1">
                                  <a:latin typeface="Cambria Math" panose="02040503050406030204" pitchFamily="18" charset="0"/>
                                </a:rPr>
                                <m:t>𝐵</m:t>
                              </m:r>
                            </m:e>
                          </m:d>
                        </m:den>
                      </m:f>
                      <m:r>
                        <a:rPr lang="ar-AE" sz="2000">
                          <a:latin typeface="Cambria Math" panose="02040503050406030204" pitchFamily="18" charset="0"/>
                        </a:rPr>
                        <m:t>=</m:t>
                      </m:r>
                      <m:f>
                        <m:fPr>
                          <m:ctrlPr>
                            <a:rPr lang="ar-AE" sz="2000" i="1">
                              <a:latin typeface="Cambria Math" panose="02040503050406030204" pitchFamily="18" charset="0"/>
                            </a:rPr>
                          </m:ctrlPr>
                        </m:fPr>
                        <m:num>
                          <m:r>
                            <a:rPr lang="ar-AE" sz="2000">
                              <a:latin typeface="Cambria Math" panose="02040503050406030204" pitchFamily="18" charset="0"/>
                            </a:rPr>
                            <m:t>0</m:t>
                          </m:r>
                          <m:r>
                            <a:rPr lang="ar-AE" sz="2000">
                              <a:latin typeface="Cambria Math" panose="02040503050406030204" pitchFamily="18" charset="0"/>
                            </a:rPr>
                            <m:t>.</m:t>
                          </m:r>
                          <m:r>
                            <a:rPr lang="ar-AE" sz="2000">
                              <a:latin typeface="Cambria Math" panose="02040503050406030204" pitchFamily="18" charset="0"/>
                            </a:rPr>
                            <m:t>45</m:t>
                          </m:r>
                        </m:num>
                        <m:den>
                          <m:r>
                            <a:rPr lang="ar-AE" sz="2000">
                              <a:latin typeface="Cambria Math" panose="02040503050406030204" pitchFamily="18" charset="0"/>
                            </a:rPr>
                            <m:t>0</m:t>
                          </m:r>
                          <m:r>
                            <a:rPr lang="ar-AE" sz="2000">
                              <a:latin typeface="Cambria Math" panose="02040503050406030204" pitchFamily="18" charset="0"/>
                            </a:rPr>
                            <m:t>.</m:t>
                          </m:r>
                          <m:r>
                            <a:rPr lang="ar-AE" sz="2000">
                              <a:latin typeface="Cambria Math" panose="02040503050406030204" pitchFamily="18" charset="0"/>
                            </a:rPr>
                            <m:t>5</m:t>
                          </m:r>
                        </m:den>
                      </m:f>
                      <m:r>
                        <a:rPr lang="ar-AE" sz="2000">
                          <a:latin typeface="Cambria Math" panose="02040503050406030204" pitchFamily="18" charset="0"/>
                        </a:rPr>
                        <m:t>=</m:t>
                      </m:r>
                      <m:r>
                        <a:rPr lang="ar-AE" sz="2000">
                          <a:latin typeface="Cambria Math" panose="02040503050406030204" pitchFamily="18" charset="0"/>
                        </a:rPr>
                        <m:t>0</m:t>
                      </m:r>
                      <m:r>
                        <a:rPr lang="ar-AE" sz="2000">
                          <a:latin typeface="Cambria Math" panose="02040503050406030204" pitchFamily="18" charset="0"/>
                        </a:rPr>
                        <m:t>.</m:t>
                      </m:r>
                      <m:r>
                        <a:rPr lang="ar-AE" sz="2000">
                          <a:latin typeface="Cambria Math" panose="02040503050406030204" pitchFamily="18" charset="0"/>
                        </a:rPr>
                        <m:t>9</m:t>
                      </m:r>
                    </m:oMath>
                  </m:oMathPara>
                </a14:m>
                <a:endParaRPr lang="ar-AE" sz="2000" dirty="0">
                  <a:latin typeface="David" panose="020E0502060401010101" pitchFamily="34" charset="-79"/>
                </a:endParaRPr>
              </a:p>
            </p:txBody>
          </p:sp>
        </mc:Choice>
        <mc:Fallback xmlns="">
          <p:sp>
            <p:nvSpPr>
              <p:cNvPr id="10" name="תיבת טקסט 9">
                <a:extLst>
                  <a:ext uri="{FF2B5EF4-FFF2-40B4-BE49-F238E27FC236}">
                    <a16:creationId xmlns:a16="http://schemas.microsoft.com/office/drawing/2014/main" id="{A901ED72-B15D-EEC9-4C15-54519609C5E8}"/>
                  </a:ext>
                </a:extLst>
              </p:cNvPr>
              <p:cNvSpPr txBox="1">
                <a:spLocks noRot="1" noChangeAspect="1" noMove="1" noResize="1" noEditPoints="1" noAdjustHandles="1" noChangeArrowheads="1" noChangeShapeType="1" noTextEdit="1"/>
              </p:cNvSpPr>
              <p:nvPr/>
            </p:nvSpPr>
            <p:spPr>
              <a:xfrm>
                <a:off x="528484" y="2226352"/>
                <a:ext cx="8586019" cy="4056623"/>
              </a:xfrm>
              <a:prstGeom prst="rect">
                <a:avLst/>
              </a:prstGeom>
              <a:blipFill>
                <a:blip r:embed="rId3"/>
                <a:stretch>
                  <a:fillRect l="-1491" t="-1652"/>
                </a:stretch>
              </a:blipFill>
            </p:spPr>
            <p:txBody>
              <a:bodyPr/>
              <a:lstStyle/>
              <a:p>
                <a:r>
                  <a:rPr lang="he-IL">
                    <a:noFill/>
                  </a:rPr>
                  <a:t> </a:t>
                </a:r>
              </a:p>
            </p:txBody>
          </p:sp>
        </mc:Fallback>
      </mc:AlternateContent>
    </p:spTree>
    <p:extLst>
      <p:ext uri="{BB962C8B-B14F-4D97-AF65-F5344CB8AC3E}">
        <p14:creationId xmlns:p14="http://schemas.microsoft.com/office/powerpoint/2010/main" val="298522392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A6782C-B17B-3AEA-9E92-1AB17F71AEA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C9A013C-D6D2-5801-2DF4-ED02432CC84F}"/>
              </a:ext>
            </a:extLst>
          </p:cNvPr>
          <p:cNvSpPr>
            <a:spLocks noGrp="1"/>
          </p:cNvSpPr>
          <p:nvPr>
            <p:ph type="title"/>
          </p:nvPr>
        </p:nvSpPr>
        <p:spPr>
          <a:xfrm>
            <a:off x="838200" y="20997"/>
            <a:ext cx="10515600" cy="1325563"/>
          </a:xfrm>
        </p:spPr>
        <p:txBody>
          <a:bodyPr/>
          <a:lstStyle/>
          <a:p>
            <a:r>
              <a:rPr lang="en-US" dirty="0"/>
              <a:t>Conditional Probability</a:t>
            </a:r>
            <a:endParaRPr lang="LID4096" dirty="0"/>
          </a:p>
        </p:txBody>
      </p:sp>
      <p:sp>
        <p:nvSpPr>
          <p:cNvPr id="4" name="מציין מיקום של מספר שקופית 3">
            <a:extLst>
              <a:ext uri="{FF2B5EF4-FFF2-40B4-BE49-F238E27FC236}">
                <a16:creationId xmlns:a16="http://schemas.microsoft.com/office/drawing/2014/main" id="{05E9EF97-0FC9-D0C0-CC20-0C6E27E9E647}"/>
              </a:ext>
            </a:extLst>
          </p:cNvPr>
          <p:cNvSpPr>
            <a:spLocks noGrp="1"/>
          </p:cNvSpPr>
          <p:nvPr>
            <p:ph type="sldNum" sz="quarter" idx="12"/>
          </p:nvPr>
        </p:nvSpPr>
        <p:spPr/>
        <p:txBody>
          <a:bodyPr/>
          <a:lstStyle/>
          <a:p>
            <a:fld id="{B6796F57-8306-40D4-9229-37A3D19F0B5F}" type="slidenum">
              <a:rPr lang="LID4096" smtClean="0"/>
              <a:t>55</a:t>
            </a:fld>
            <a:endParaRPr lang="LID4096"/>
          </a:p>
        </p:txBody>
      </p:sp>
      <p:sp>
        <p:nvSpPr>
          <p:cNvPr id="7" name="מציין מיקום תוכן 6">
            <a:extLst>
              <a:ext uri="{FF2B5EF4-FFF2-40B4-BE49-F238E27FC236}">
                <a16:creationId xmlns:a16="http://schemas.microsoft.com/office/drawing/2014/main" id="{A202AEDD-12C2-937C-D7E5-BADA627B99B6}"/>
              </a:ext>
            </a:extLst>
          </p:cNvPr>
          <p:cNvSpPr>
            <a:spLocks noGrp="1"/>
          </p:cNvSpPr>
          <p:nvPr>
            <p:ph idx="1"/>
          </p:nvPr>
        </p:nvSpPr>
        <p:spPr>
          <a:xfrm>
            <a:off x="528484" y="1346560"/>
            <a:ext cx="10515600" cy="4351338"/>
          </a:xfrm>
        </p:spPr>
        <p:txBody>
          <a:bodyPr>
            <a:normAutofit/>
          </a:bodyPr>
          <a:lstStyle/>
          <a:p>
            <a:pPr marL="0" indent="0">
              <a:buNone/>
            </a:pPr>
            <a:r>
              <a:rPr lang="en-US" dirty="0"/>
              <a:t>What is the chance of passing if I studied?  </a:t>
            </a:r>
          </a:p>
          <a:p>
            <a:endParaRPr lang="en-US" dirty="0"/>
          </a:p>
          <a:p>
            <a:endParaRPr lang="en-US" dirty="0"/>
          </a:p>
          <a:p>
            <a:endParaRPr lang="en-US" dirty="0"/>
          </a:p>
          <a:p>
            <a:endParaRPr lang="en-US" dirty="0"/>
          </a:p>
          <a:p>
            <a:endParaRPr lang="en-US" dirty="0"/>
          </a:p>
          <a:p>
            <a:pPr marL="0" indent="0">
              <a:buNone/>
            </a:pPr>
            <a:endParaRPr lang="he-IL" dirty="0"/>
          </a:p>
        </p:txBody>
      </p:sp>
      <p:graphicFrame>
        <p:nvGraphicFramePr>
          <p:cNvPr id="8" name="טבלה 7">
            <a:extLst>
              <a:ext uri="{FF2B5EF4-FFF2-40B4-BE49-F238E27FC236}">
                <a16:creationId xmlns:a16="http://schemas.microsoft.com/office/drawing/2014/main" id="{2903EFC2-596B-56DA-DBDD-B8CEC99961DD}"/>
              </a:ext>
            </a:extLst>
          </p:cNvPr>
          <p:cNvGraphicFramePr>
            <a:graphicFrameLocks noGrp="1"/>
          </p:cNvGraphicFramePr>
          <p:nvPr/>
        </p:nvGraphicFramePr>
        <p:xfrm>
          <a:off x="7078404" y="1694344"/>
          <a:ext cx="4972664" cy="2560320"/>
        </p:xfrm>
        <a:graphic>
          <a:graphicData uri="http://schemas.openxmlformats.org/drawingml/2006/table">
            <a:tbl>
              <a:tblPr rtl="1" firstRow="1" bandRow="1">
                <a:tableStyleId>{2D5ABB26-0587-4C30-8999-92F81FD0307C}</a:tableStyleId>
              </a:tblPr>
              <a:tblGrid>
                <a:gridCol w="1225752">
                  <a:extLst>
                    <a:ext uri="{9D8B030D-6E8A-4147-A177-3AD203B41FA5}">
                      <a16:colId xmlns:a16="http://schemas.microsoft.com/office/drawing/2014/main" val="4046420591"/>
                    </a:ext>
                  </a:extLst>
                </a:gridCol>
                <a:gridCol w="1260580">
                  <a:extLst>
                    <a:ext uri="{9D8B030D-6E8A-4147-A177-3AD203B41FA5}">
                      <a16:colId xmlns:a16="http://schemas.microsoft.com/office/drawing/2014/main" val="2726835074"/>
                    </a:ext>
                  </a:extLst>
                </a:gridCol>
                <a:gridCol w="1243166">
                  <a:extLst>
                    <a:ext uri="{9D8B030D-6E8A-4147-A177-3AD203B41FA5}">
                      <a16:colId xmlns:a16="http://schemas.microsoft.com/office/drawing/2014/main" val="2258861154"/>
                    </a:ext>
                  </a:extLst>
                </a:gridCol>
                <a:gridCol w="1243166">
                  <a:extLst>
                    <a:ext uri="{9D8B030D-6E8A-4147-A177-3AD203B41FA5}">
                      <a16:colId xmlns:a16="http://schemas.microsoft.com/office/drawing/2014/main" val="1668175425"/>
                    </a:ext>
                  </a:extLst>
                </a:gridCol>
              </a:tblGrid>
              <a:tr h="419473">
                <a:tc>
                  <a:txBody>
                    <a:bodyPr/>
                    <a:lstStyle/>
                    <a:p>
                      <a:pPr rtl="1"/>
                      <a:r>
                        <a:rPr lang="en-US" dirty="0"/>
                        <a:t>Total</a:t>
                      </a:r>
                      <a:endParaRPr lang="he-IL"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rtl="1"/>
                      <a:r>
                        <a:rPr lang="en-US" dirty="0"/>
                        <a:t>Failed (Not A)</a:t>
                      </a:r>
                      <a:endParaRPr lang="he-IL"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rtl="1"/>
                      <a:r>
                        <a:rPr lang="en-US" dirty="0"/>
                        <a:t>Passed (A)</a:t>
                      </a:r>
                      <a:endParaRPr lang="he-IL"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rtl="1"/>
                      <a:endParaRPr lang="he-IL"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3224348326"/>
                  </a:ext>
                </a:extLst>
              </a:tr>
              <a:tr h="250058">
                <a:tc>
                  <a:txBody>
                    <a:bodyPr/>
                    <a:lstStyle/>
                    <a:p>
                      <a:pPr rtl="1"/>
                      <a:r>
                        <a:rPr lang="en-US" sz="2000" b="0" i="0" kern="1200" dirty="0">
                          <a:solidFill>
                            <a:srgbClr val="00B050"/>
                          </a:solidFill>
                          <a:latin typeface="Cambria Math" panose="02040503050406030204" pitchFamily="18" charset="0"/>
                          <a:ea typeface="+mn-ea"/>
                          <a:cs typeface="+mn-cs"/>
                        </a:rPr>
                        <a:t>50</a:t>
                      </a:r>
                      <a:endParaRPr lang="he-IL" sz="2000" b="0" i="0" kern="1200" dirty="0">
                        <a:solidFill>
                          <a:srgbClr val="00B050"/>
                        </a:solidFill>
                        <a:latin typeface="Cambria Math" panose="02040503050406030204" pitchFamily="18"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rtl="1"/>
                      <a:r>
                        <a:rPr lang="en-US" dirty="0"/>
                        <a:t>5</a:t>
                      </a:r>
                      <a:endParaRPr lang="he-IL"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rtl="1"/>
                      <a:r>
                        <a:rPr lang="en-US" sz="2000" b="0" i="0" kern="1200" dirty="0">
                          <a:solidFill>
                            <a:schemeClr val="tx2">
                              <a:lumMod val="50000"/>
                              <a:lumOff val="50000"/>
                            </a:schemeClr>
                          </a:solidFill>
                          <a:latin typeface="Cambria Math" panose="02040503050406030204" pitchFamily="18" charset="0"/>
                          <a:ea typeface="+mn-ea"/>
                          <a:cs typeface="+mn-cs"/>
                        </a:rPr>
                        <a:t>45</a:t>
                      </a:r>
                      <a:endParaRPr lang="he-IL" sz="2000" b="0" i="0" kern="1200" dirty="0">
                        <a:solidFill>
                          <a:schemeClr val="tx2">
                            <a:lumMod val="50000"/>
                            <a:lumOff val="50000"/>
                          </a:schemeClr>
                        </a:solidFill>
                        <a:latin typeface="Cambria Math" panose="02040503050406030204" pitchFamily="18"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rtl="1"/>
                      <a:r>
                        <a:rPr lang="en-US" dirty="0"/>
                        <a:t>Studied (B)</a:t>
                      </a:r>
                      <a:endParaRPr lang="he-IL"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169755855"/>
                  </a:ext>
                </a:extLst>
              </a:tr>
              <a:tr h="431607">
                <a:tc>
                  <a:txBody>
                    <a:bodyPr/>
                    <a:lstStyle/>
                    <a:p>
                      <a:pPr rtl="1"/>
                      <a:r>
                        <a:rPr lang="en-US" dirty="0"/>
                        <a:t>50</a:t>
                      </a:r>
                      <a:endParaRPr lang="he-IL"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rtl="1"/>
                      <a:r>
                        <a:rPr lang="en-US" dirty="0"/>
                        <a:t>15</a:t>
                      </a:r>
                      <a:endParaRPr lang="he-IL"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rtl="1"/>
                      <a:r>
                        <a:rPr lang="en-US" dirty="0"/>
                        <a:t>35</a:t>
                      </a:r>
                      <a:endParaRPr lang="he-IL"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rtl="1"/>
                      <a:r>
                        <a:rPr lang="en-US" dirty="0"/>
                        <a:t>Not Studied (Not B)</a:t>
                      </a:r>
                      <a:endParaRPr lang="he-IL"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2106022712"/>
                  </a:ext>
                </a:extLst>
              </a:tr>
              <a:tr h="250058">
                <a:tc>
                  <a:txBody>
                    <a:bodyPr/>
                    <a:lstStyle/>
                    <a:p>
                      <a:pPr rtl="1"/>
                      <a:r>
                        <a:rPr lang="en-US" dirty="0"/>
                        <a:t>100</a:t>
                      </a:r>
                      <a:endParaRPr lang="he-IL"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rtl="1"/>
                      <a:r>
                        <a:rPr lang="en-US" dirty="0"/>
                        <a:t>20</a:t>
                      </a:r>
                      <a:endParaRPr lang="he-IL"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rtl="1"/>
                      <a:r>
                        <a:rPr lang="en-US" dirty="0"/>
                        <a:t>80</a:t>
                      </a:r>
                      <a:endParaRPr lang="he-IL"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rtl="1"/>
                      <a:r>
                        <a:rPr lang="en-US" dirty="0"/>
                        <a:t>Total</a:t>
                      </a:r>
                      <a:endParaRPr lang="he-IL"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3000639561"/>
                  </a:ext>
                </a:extLst>
              </a:tr>
            </a:tbl>
          </a:graphicData>
        </a:graphic>
      </p:graphicFrame>
      <mc:AlternateContent xmlns:mc="http://schemas.openxmlformats.org/markup-compatibility/2006" xmlns:a14="http://schemas.microsoft.com/office/drawing/2010/main">
        <mc:Choice Requires="a14">
          <p:sp>
            <p:nvSpPr>
              <p:cNvPr id="10" name="תיבת טקסט 9">
                <a:extLst>
                  <a:ext uri="{FF2B5EF4-FFF2-40B4-BE49-F238E27FC236}">
                    <a16:creationId xmlns:a16="http://schemas.microsoft.com/office/drawing/2014/main" id="{078642AD-995D-40AD-B35B-01803FDA3152}"/>
                  </a:ext>
                </a:extLst>
              </p:cNvPr>
              <p:cNvSpPr txBox="1"/>
              <p:nvPr/>
            </p:nvSpPr>
            <p:spPr>
              <a:xfrm>
                <a:off x="528484" y="2226352"/>
                <a:ext cx="8586019" cy="4056623"/>
              </a:xfrm>
              <a:prstGeom prst="rect">
                <a:avLst/>
              </a:prstGeom>
              <a:noFill/>
            </p:spPr>
            <p:txBody>
              <a:bodyPr wrap="square">
                <a:spAutoFit/>
              </a:bodyPr>
              <a:lstStyle/>
              <a:p>
                <a:r>
                  <a:rPr lang="en-US" sz="2800" b="1" dirty="0">
                    <a:latin typeface="David" panose="020E0502060401010101" pitchFamily="34" charset="-79"/>
                    <a:cs typeface="David" panose="020E0502060401010101" pitchFamily="34" charset="-79"/>
                  </a:rPr>
                  <a:t>Step 1 — Joint probability</a:t>
                </a:r>
                <a:endParaRPr lang="en-US" sz="2800" dirty="0">
                  <a:latin typeface="David" panose="020E0502060401010101" pitchFamily="34" charset="-79"/>
                  <a:cs typeface="David" panose="020E0502060401010101" pitchFamily="34" charset="-79"/>
                </a:endParaRPr>
              </a:p>
              <a:p>
                <a:pPr/>
                <a14:m>
                  <m:oMathPara xmlns:m="http://schemas.openxmlformats.org/officeDocument/2006/math">
                    <m:oMathParaPr>
                      <m:jc m:val="centerGroup"/>
                    </m:oMathParaPr>
                    <m:oMath xmlns:m="http://schemas.openxmlformats.org/officeDocument/2006/math">
                      <m:r>
                        <a:rPr lang="en-US" sz="2000" b="1" i="1" smtClean="0">
                          <a:solidFill>
                            <a:schemeClr val="tx2">
                              <a:lumMod val="50000"/>
                              <a:lumOff val="50000"/>
                            </a:schemeClr>
                          </a:solidFill>
                          <a:latin typeface="Cambria Math" panose="02040503050406030204" pitchFamily="18" charset="0"/>
                        </a:rPr>
                        <m:t>𝑷</m:t>
                      </m:r>
                      <m:d>
                        <m:dPr>
                          <m:sepChr m:val=","/>
                          <m:ctrlPr>
                            <a:rPr lang="ar-AE" sz="2000" b="1" i="1">
                              <a:solidFill>
                                <a:schemeClr val="tx2">
                                  <a:lumMod val="50000"/>
                                  <a:lumOff val="50000"/>
                                </a:schemeClr>
                              </a:solidFill>
                              <a:latin typeface="Cambria Math" panose="02040503050406030204" pitchFamily="18" charset="0"/>
                            </a:rPr>
                          </m:ctrlPr>
                        </m:dPr>
                        <m:e>
                          <m:r>
                            <a:rPr lang="ar-AE" sz="2000" b="1" i="1">
                              <a:solidFill>
                                <a:schemeClr val="tx2">
                                  <a:lumMod val="50000"/>
                                  <a:lumOff val="50000"/>
                                </a:schemeClr>
                              </a:solidFill>
                              <a:latin typeface="Cambria Math" panose="02040503050406030204" pitchFamily="18" charset="0"/>
                            </a:rPr>
                            <m:t>𝑨</m:t>
                          </m:r>
                        </m:e>
                        <m:e>
                          <m:r>
                            <a:rPr lang="ar-AE" sz="2000" b="1" i="1">
                              <a:solidFill>
                                <a:schemeClr val="tx2">
                                  <a:lumMod val="50000"/>
                                  <a:lumOff val="50000"/>
                                </a:schemeClr>
                              </a:solidFill>
                              <a:latin typeface="Cambria Math" panose="02040503050406030204" pitchFamily="18" charset="0"/>
                            </a:rPr>
                            <m:t>𝑩</m:t>
                          </m:r>
                        </m:e>
                      </m:d>
                      <m:r>
                        <a:rPr lang="ar-AE" sz="2000">
                          <a:latin typeface="Cambria Math" panose="02040503050406030204" pitchFamily="18" charset="0"/>
                        </a:rPr>
                        <m:t>=</m:t>
                      </m:r>
                      <m:f>
                        <m:fPr>
                          <m:ctrlPr>
                            <a:rPr lang="ar-AE" sz="2000" i="1">
                              <a:latin typeface="Cambria Math" panose="02040503050406030204" pitchFamily="18" charset="0"/>
                            </a:rPr>
                          </m:ctrlPr>
                        </m:fPr>
                        <m:num>
                          <m:r>
                            <a:rPr lang="ar-AE" sz="2000">
                              <a:latin typeface="Cambria Math" panose="02040503050406030204" pitchFamily="18" charset="0"/>
                            </a:rPr>
                            <m:t>45</m:t>
                          </m:r>
                        </m:num>
                        <m:den>
                          <m:r>
                            <a:rPr lang="ar-AE" sz="2000">
                              <a:latin typeface="Cambria Math" panose="02040503050406030204" pitchFamily="18" charset="0"/>
                            </a:rPr>
                            <m:t>100</m:t>
                          </m:r>
                        </m:den>
                      </m:f>
                      <m:r>
                        <a:rPr lang="ar-AE" sz="2000">
                          <a:latin typeface="Cambria Math" panose="02040503050406030204" pitchFamily="18" charset="0"/>
                        </a:rPr>
                        <m:t>=</m:t>
                      </m:r>
                      <m:r>
                        <a:rPr lang="ar-AE" sz="2000">
                          <a:latin typeface="Cambria Math" panose="02040503050406030204" pitchFamily="18" charset="0"/>
                        </a:rPr>
                        <m:t>0</m:t>
                      </m:r>
                      <m:r>
                        <a:rPr lang="ar-AE" sz="2000">
                          <a:latin typeface="Cambria Math" panose="02040503050406030204" pitchFamily="18" charset="0"/>
                        </a:rPr>
                        <m:t>.</m:t>
                      </m:r>
                      <m:r>
                        <a:rPr lang="ar-AE" sz="2000">
                          <a:latin typeface="Cambria Math" panose="02040503050406030204" pitchFamily="18" charset="0"/>
                        </a:rPr>
                        <m:t>45</m:t>
                      </m:r>
                    </m:oMath>
                  </m:oMathPara>
                </a14:m>
                <a:endParaRPr lang="ar-AE" sz="2000" dirty="0">
                  <a:latin typeface="David" panose="020E0502060401010101" pitchFamily="34" charset="-79"/>
                </a:endParaRPr>
              </a:p>
              <a:p>
                <a:endParaRPr lang="en-US" sz="2800" b="1" dirty="0">
                  <a:latin typeface="David" panose="020E0502060401010101" pitchFamily="34" charset="-79"/>
                  <a:cs typeface="David" panose="020E0502060401010101" pitchFamily="34" charset="-79"/>
                </a:endParaRPr>
              </a:p>
              <a:p>
                <a:r>
                  <a:rPr lang="en-US" sz="2800" b="1" dirty="0">
                    <a:latin typeface="David" panose="020E0502060401010101" pitchFamily="34" charset="-79"/>
                    <a:cs typeface="David" panose="020E0502060401010101" pitchFamily="34" charset="-79"/>
                  </a:rPr>
                  <a:t>Step 2 — Probability of </a:t>
                </a:r>
                <a14:m>
                  <m:oMath xmlns:m="http://schemas.openxmlformats.org/officeDocument/2006/math">
                    <m:r>
                      <a:rPr lang="en-US" sz="2800" i="1">
                        <a:latin typeface="Cambria Math" panose="02040503050406030204" pitchFamily="18" charset="0"/>
                      </a:rPr>
                      <m:t>𝐵</m:t>
                    </m:r>
                  </m:oMath>
                </a14:m>
                <a:endParaRPr lang="en-US" sz="2800" dirty="0">
                  <a:latin typeface="David" panose="020E0502060401010101" pitchFamily="34" charset="-79"/>
                  <a:cs typeface="David" panose="020E0502060401010101" pitchFamily="34" charset="-79"/>
                </a:endParaRPr>
              </a:p>
              <a:p>
                <a:pPr/>
                <a14:m>
                  <m:oMathPara xmlns:m="http://schemas.openxmlformats.org/officeDocument/2006/math">
                    <m:oMathParaPr>
                      <m:jc m:val="centerGroup"/>
                    </m:oMathParaPr>
                    <m:oMath xmlns:m="http://schemas.openxmlformats.org/officeDocument/2006/math">
                      <m:r>
                        <a:rPr lang="en-US" sz="2000" b="1" i="1" smtClean="0">
                          <a:solidFill>
                            <a:srgbClr val="00B050"/>
                          </a:solidFill>
                          <a:latin typeface="Cambria Math" panose="02040503050406030204" pitchFamily="18" charset="0"/>
                        </a:rPr>
                        <m:t>𝑷</m:t>
                      </m:r>
                      <m:d>
                        <m:dPr>
                          <m:ctrlPr>
                            <a:rPr lang="ar-AE" sz="2000" b="1" i="1">
                              <a:solidFill>
                                <a:srgbClr val="00B050"/>
                              </a:solidFill>
                              <a:latin typeface="Cambria Math" panose="02040503050406030204" pitchFamily="18" charset="0"/>
                            </a:rPr>
                          </m:ctrlPr>
                        </m:dPr>
                        <m:e>
                          <m:r>
                            <a:rPr lang="ar-AE" sz="2000" b="1" i="1">
                              <a:solidFill>
                                <a:srgbClr val="00B050"/>
                              </a:solidFill>
                              <a:latin typeface="Cambria Math" panose="02040503050406030204" pitchFamily="18" charset="0"/>
                            </a:rPr>
                            <m:t>𝑩</m:t>
                          </m:r>
                        </m:e>
                      </m:d>
                      <m:r>
                        <a:rPr lang="ar-AE" sz="2000">
                          <a:latin typeface="Cambria Math" panose="02040503050406030204" pitchFamily="18" charset="0"/>
                        </a:rPr>
                        <m:t>=</m:t>
                      </m:r>
                      <m:f>
                        <m:fPr>
                          <m:ctrlPr>
                            <a:rPr lang="ar-AE" sz="2000" i="1">
                              <a:latin typeface="Cambria Math" panose="02040503050406030204" pitchFamily="18" charset="0"/>
                            </a:rPr>
                          </m:ctrlPr>
                        </m:fPr>
                        <m:num>
                          <m:r>
                            <a:rPr lang="ar-AE" sz="2000">
                              <a:latin typeface="Cambria Math" panose="02040503050406030204" pitchFamily="18" charset="0"/>
                            </a:rPr>
                            <m:t>50</m:t>
                          </m:r>
                        </m:num>
                        <m:den>
                          <m:r>
                            <a:rPr lang="ar-AE" sz="2000">
                              <a:latin typeface="Cambria Math" panose="02040503050406030204" pitchFamily="18" charset="0"/>
                            </a:rPr>
                            <m:t>100</m:t>
                          </m:r>
                        </m:den>
                      </m:f>
                      <m:r>
                        <a:rPr lang="ar-AE" sz="2000">
                          <a:latin typeface="Cambria Math" panose="02040503050406030204" pitchFamily="18" charset="0"/>
                        </a:rPr>
                        <m:t>=</m:t>
                      </m:r>
                      <m:r>
                        <a:rPr lang="ar-AE" sz="2000">
                          <a:latin typeface="Cambria Math" panose="02040503050406030204" pitchFamily="18" charset="0"/>
                        </a:rPr>
                        <m:t>0</m:t>
                      </m:r>
                      <m:r>
                        <a:rPr lang="ar-AE" sz="2000">
                          <a:latin typeface="Cambria Math" panose="02040503050406030204" pitchFamily="18" charset="0"/>
                        </a:rPr>
                        <m:t>.</m:t>
                      </m:r>
                      <m:r>
                        <a:rPr lang="ar-AE" sz="2000">
                          <a:latin typeface="Cambria Math" panose="02040503050406030204" pitchFamily="18" charset="0"/>
                        </a:rPr>
                        <m:t>5</m:t>
                      </m:r>
                    </m:oMath>
                  </m:oMathPara>
                </a14:m>
                <a:endParaRPr lang="ar-AE" sz="2000" dirty="0">
                  <a:latin typeface="David" panose="020E0502060401010101" pitchFamily="34" charset="-79"/>
                </a:endParaRPr>
              </a:p>
              <a:p>
                <a:endParaRPr lang="en-US" sz="2800" b="1" dirty="0">
                  <a:latin typeface="David" panose="020E0502060401010101" pitchFamily="34" charset="-79"/>
                  <a:cs typeface="David" panose="020E0502060401010101" pitchFamily="34" charset="-79"/>
                </a:endParaRPr>
              </a:p>
              <a:p>
                <a:r>
                  <a:rPr lang="en-US" sz="2800" b="1" dirty="0">
                    <a:latin typeface="David" panose="020E0502060401010101" pitchFamily="34" charset="-79"/>
                    <a:cs typeface="David" panose="020E0502060401010101" pitchFamily="34" charset="-79"/>
                  </a:rPr>
                  <a:t>Step 3 — Conditional probability</a:t>
                </a:r>
                <a:endParaRPr lang="en-US" sz="2800" dirty="0">
                  <a:latin typeface="David" panose="020E0502060401010101" pitchFamily="34" charset="-79"/>
                  <a:cs typeface="David" panose="020E0502060401010101" pitchFamily="34" charset="-79"/>
                </a:endParaRPr>
              </a:p>
              <a:p>
                <a:pPr/>
                <a14:m>
                  <m:oMathPara xmlns:m="http://schemas.openxmlformats.org/officeDocument/2006/math">
                    <m:oMathParaPr>
                      <m:jc m:val="centerGroup"/>
                    </m:oMathParaPr>
                    <m:oMath xmlns:m="http://schemas.openxmlformats.org/officeDocument/2006/math">
                      <m:r>
                        <a:rPr lang="en-US" sz="2000" i="1">
                          <a:latin typeface="Cambria Math" panose="02040503050406030204" pitchFamily="18" charset="0"/>
                        </a:rPr>
                        <m:t>𝑃</m:t>
                      </m:r>
                      <m:d>
                        <m:dPr>
                          <m:ctrlPr>
                            <a:rPr lang="ar-AE" sz="2000" i="1">
                              <a:latin typeface="Cambria Math" panose="02040503050406030204" pitchFamily="18" charset="0"/>
                            </a:rPr>
                          </m:ctrlPr>
                        </m:dPr>
                        <m:e>
                          <m:r>
                            <a:rPr lang="ar-AE" sz="2000" i="1">
                              <a:latin typeface="Cambria Math" panose="02040503050406030204" pitchFamily="18" charset="0"/>
                            </a:rPr>
                            <m:t>𝐴</m:t>
                          </m:r>
                          <m:r>
                            <a:rPr lang="ar-AE" sz="2000">
                              <a:latin typeface="Cambria Math" panose="02040503050406030204" pitchFamily="18" charset="0"/>
                            </a:rPr>
                            <m:t>∣</m:t>
                          </m:r>
                          <m:r>
                            <a:rPr lang="ar-AE" sz="2000" i="1">
                              <a:latin typeface="Cambria Math" panose="02040503050406030204" pitchFamily="18" charset="0"/>
                            </a:rPr>
                            <m:t>𝐵</m:t>
                          </m:r>
                        </m:e>
                      </m:d>
                      <m:r>
                        <a:rPr lang="ar-AE" sz="2000">
                          <a:latin typeface="Cambria Math" panose="02040503050406030204" pitchFamily="18" charset="0"/>
                        </a:rPr>
                        <m:t>=</m:t>
                      </m:r>
                      <m:f>
                        <m:fPr>
                          <m:ctrlPr>
                            <a:rPr lang="ar-AE" sz="2000" i="1">
                              <a:latin typeface="Cambria Math" panose="02040503050406030204" pitchFamily="18" charset="0"/>
                            </a:rPr>
                          </m:ctrlPr>
                        </m:fPr>
                        <m:num>
                          <m:r>
                            <a:rPr lang="ar-AE" sz="2000" i="1">
                              <a:latin typeface="Cambria Math" panose="02040503050406030204" pitchFamily="18" charset="0"/>
                            </a:rPr>
                            <m:t>𝑃</m:t>
                          </m:r>
                          <m:d>
                            <m:dPr>
                              <m:sepChr m:val=","/>
                              <m:ctrlPr>
                                <a:rPr lang="ar-AE" sz="2000" i="1">
                                  <a:latin typeface="Cambria Math" panose="02040503050406030204" pitchFamily="18" charset="0"/>
                                </a:rPr>
                              </m:ctrlPr>
                            </m:dPr>
                            <m:e>
                              <m:r>
                                <a:rPr lang="ar-AE" sz="2000" i="1">
                                  <a:latin typeface="Cambria Math" panose="02040503050406030204" pitchFamily="18" charset="0"/>
                                </a:rPr>
                                <m:t>𝐴</m:t>
                              </m:r>
                            </m:e>
                            <m:e>
                              <m:r>
                                <a:rPr lang="ar-AE" sz="2000" i="1">
                                  <a:latin typeface="Cambria Math" panose="02040503050406030204" pitchFamily="18" charset="0"/>
                                </a:rPr>
                                <m:t>𝐵</m:t>
                              </m:r>
                            </m:e>
                          </m:d>
                        </m:num>
                        <m:den>
                          <m:r>
                            <a:rPr lang="ar-AE" sz="2000" i="1">
                              <a:latin typeface="Cambria Math" panose="02040503050406030204" pitchFamily="18" charset="0"/>
                            </a:rPr>
                            <m:t>𝑃</m:t>
                          </m:r>
                          <m:d>
                            <m:dPr>
                              <m:ctrlPr>
                                <a:rPr lang="ar-AE" sz="2000" i="1">
                                  <a:latin typeface="Cambria Math" panose="02040503050406030204" pitchFamily="18" charset="0"/>
                                </a:rPr>
                              </m:ctrlPr>
                            </m:dPr>
                            <m:e>
                              <m:r>
                                <a:rPr lang="ar-AE" sz="2000" i="1">
                                  <a:latin typeface="Cambria Math" panose="02040503050406030204" pitchFamily="18" charset="0"/>
                                </a:rPr>
                                <m:t>𝐵</m:t>
                              </m:r>
                            </m:e>
                          </m:d>
                        </m:den>
                      </m:f>
                      <m:r>
                        <a:rPr lang="ar-AE" sz="2000">
                          <a:latin typeface="Cambria Math" panose="02040503050406030204" pitchFamily="18" charset="0"/>
                        </a:rPr>
                        <m:t>=</m:t>
                      </m:r>
                      <m:f>
                        <m:fPr>
                          <m:ctrlPr>
                            <a:rPr lang="ar-AE" sz="2000" i="1">
                              <a:latin typeface="Cambria Math" panose="02040503050406030204" pitchFamily="18" charset="0"/>
                            </a:rPr>
                          </m:ctrlPr>
                        </m:fPr>
                        <m:num>
                          <m:r>
                            <a:rPr lang="ar-AE" sz="2000">
                              <a:latin typeface="Cambria Math" panose="02040503050406030204" pitchFamily="18" charset="0"/>
                            </a:rPr>
                            <m:t>0</m:t>
                          </m:r>
                          <m:r>
                            <a:rPr lang="ar-AE" sz="2000">
                              <a:latin typeface="Cambria Math" panose="02040503050406030204" pitchFamily="18" charset="0"/>
                            </a:rPr>
                            <m:t>.</m:t>
                          </m:r>
                          <m:r>
                            <a:rPr lang="ar-AE" sz="2000">
                              <a:latin typeface="Cambria Math" panose="02040503050406030204" pitchFamily="18" charset="0"/>
                            </a:rPr>
                            <m:t>45</m:t>
                          </m:r>
                        </m:num>
                        <m:den>
                          <m:r>
                            <a:rPr lang="ar-AE" sz="2000">
                              <a:latin typeface="Cambria Math" panose="02040503050406030204" pitchFamily="18" charset="0"/>
                            </a:rPr>
                            <m:t>0</m:t>
                          </m:r>
                          <m:r>
                            <a:rPr lang="ar-AE" sz="2000">
                              <a:latin typeface="Cambria Math" panose="02040503050406030204" pitchFamily="18" charset="0"/>
                            </a:rPr>
                            <m:t>.</m:t>
                          </m:r>
                          <m:r>
                            <a:rPr lang="ar-AE" sz="2000">
                              <a:latin typeface="Cambria Math" panose="02040503050406030204" pitchFamily="18" charset="0"/>
                            </a:rPr>
                            <m:t>5</m:t>
                          </m:r>
                        </m:den>
                      </m:f>
                      <m:r>
                        <a:rPr lang="ar-AE" sz="2000">
                          <a:latin typeface="Cambria Math" panose="02040503050406030204" pitchFamily="18" charset="0"/>
                        </a:rPr>
                        <m:t>=</m:t>
                      </m:r>
                      <m:r>
                        <a:rPr lang="ar-AE" sz="2000">
                          <a:latin typeface="Cambria Math" panose="02040503050406030204" pitchFamily="18" charset="0"/>
                        </a:rPr>
                        <m:t>0</m:t>
                      </m:r>
                      <m:r>
                        <a:rPr lang="ar-AE" sz="2000">
                          <a:latin typeface="Cambria Math" panose="02040503050406030204" pitchFamily="18" charset="0"/>
                        </a:rPr>
                        <m:t>.</m:t>
                      </m:r>
                      <m:r>
                        <a:rPr lang="ar-AE" sz="2000">
                          <a:latin typeface="Cambria Math" panose="02040503050406030204" pitchFamily="18" charset="0"/>
                        </a:rPr>
                        <m:t>9</m:t>
                      </m:r>
                    </m:oMath>
                  </m:oMathPara>
                </a14:m>
                <a:endParaRPr lang="ar-AE" sz="2000" dirty="0">
                  <a:latin typeface="David" panose="020E0502060401010101" pitchFamily="34" charset="-79"/>
                </a:endParaRPr>
              </a:p>
            </p:txBody>
          </p:sp>
        </mc:Choice>
        <mc:Fallback xmlns="">
          <p:sp>
            <p:nvSpPr>
              <p:cNvPr id="10" name="תיבת טקסט 9">
                <a:extLst>
                  <a:ext uri="{FF2B5EF4-FFF2-40B4-BE49-F238E27FC236}">
                    <a16:creationId xmlns:a16="http://schemas.microsoft.com/office/drawing/2014/main" id="{10CC735B-2A74-D5BA-3F9F-BEEC5A9BD5C3}"/>
                  </a:ext>
                </a:extLst>
              </p:cNvPr>
              <p:cNvSpPr txBox="1">
                <a:spLocks noRot="1" noChangeAspect="1" noMove="1" noResize="1" noEditPoints="1" noAdjustHandles="1" noChangeArrowheads="1" noChangeShapeType="1" noTextEdit="1"/>
              </p:cNvSpPr>
              <p:nvPr/>
            </p:nvSpPr>
            <p:spPr>
              <a:xfrm>
                <a:off x="528484" y="2226352"/>
                <a:ext cx="8586019" cy="4056623"/>
              </a:xfrm>
              <a:prstGeom prst="rect">
                <a:avLst/>
              </a:prstGeom>
              <a:blipFill>
                <a:blip r:embed="rId3"/>
                <a:stretch>
                  <a:fillRect l="-1491" t="-1652"/>
                </a:stretch>
              </a:blipFill>
            </p:spPr>
            <p:txBody>
              <a:bodyPr/>
              <a:lstStyle/>
              <a:p>
                <a:r>
                  <a:rPr lang="he-IL">
                    <a:noFill/>
                  </a:rPr>
                  <a:t> </a:t>
                </a:r>
              </a:p>
            </p:txBody>
          </p:sp>
        </mc:Fallback>
      </mc:AlternateContent>
      <p:sp>
        <p:nvSpPr>
          <p:cNvPr id="13" name="תיבת טקסט 12">
            <a:extLst>
              <a:ext uri="{FF2B5EF4-FFF2-40B4-BE49-F238E27FC236}">
                <a16:creationId xmlns:a16="http://schemas.microsoft.com/office/drawing/2014/main" id="{E420C66F-1C80-BD3E-3827-F31689B7E848}"/>
              </a:ext>
            </a:extLst>
          </p:cNvPr>
          <p:cNvSpPr txBox="1"/>
          <p:nvPr/>
        </p:nvSpPr>
        <p:spPr>
          <a:xfrm>
            <a:off x="7285703" y="5048852"/>
            <a:ext cx="4262284" cy="1384995"/>
          </a:xfrm>
          <a:prstGeom prst="rect">
            <a:avLst/>
          </a:prstGeom>
          <a:noFill/>
        </p:spPr>
        <p:txBody>
          <a:bodyPr wrap="square">
            <a:spAutoFit/>
          </a:bodyPr>
          <a:lstStyle/>
          <a:p>
            <a:pPr>
              <a:buNone/>
            </a:pPr>
            <a:r>
              <a:rPr lang="en-US" sz="2800" dirty="0"/>
              <a:t>If a student </a:t>
            </a:r>
            <a:r>
              <a:rPr lang="en-US" sz="2800" b="1" dirty="0"/>
              <a:t>studied</a:t>
            </a:r>
            <a:r>
              <a:rPr lang="en-US" sz="2800" dirty="0"/>
              <a:t>, the probability they </a:t>
            </a:r>
            <a:r>
              <a:rPr lang="en-US" sz="2800" b="1" dirty="0"/>
              <a:t>pass</a:t>
            </a:r>
            <a:r>
              <a:rPr lang="en-US" sz="2800" dirty="0"/>
              <a:t> is </a:t>
            </a:r>
            <a:r>
              <a:rPr lang="en-US" sz="2800" b="1" dirty="0"/>
              <a:t>0.9</a:t>
            </a:r>
            <a:r>
              <a:rPr lang="en-US" sz="2800" dirty="0"/>
              <a:t>.</a:t>
            </a:r>
          </a:p>
        </p:txBody>
      </p:sp>
      <p:cxnSp>
        <p:nvCxnSpPr>
          <p:cNvPr id="5" name="מחבר חץ ישר 4">
            <a:extLst>
              <a:ext uri="{FF2B5EF4-FFF2-40B4-BE49-F238E27FC236}">
                <a16:creationId xmlns:a16="http://schemas.microsoft.com/office/drawing/2014/main" id="{3009F665-D452-4F92-810D-7A119D797DD3}"/>
              </a:ext>
            </a:extLst>
          </p:cNvPr>
          <p:cNvCxnSpPr/>
          <p:nvPr/>
        </p:nvCxnSpPr>
        <p:spPr>
          <a:xfrm>
            <a:off x="6372225" y="5586413"/>
            <a:ext cx="706179" cy="0"/>
          </a:xfrm>
          <a:prstGeom prst="straightConnector1">
            <a:avLst/>
          </a:prstGeom>
          <a:ln w="38100" cap="flat" cmpd="sng" algn="ctr">
            <a:solidFill>
              <a:srgbClr val="FF000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Tree>
    <p:extLst>
      <p:ext uri="{BB962C8B-B14F-4D97-AF65-F5344CB8AC3E}">
        <p14:creationId xmlns:p14="http://schemas.microsoft.com/office/powerpoint/2010/main" val="213137299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5692F2-EB38-D7AE-20AE-02456552DC9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9F02A06-09D3-9F08-DAC9-75563B7D0CC6}"/>
              </a:ext>
            </a:extLst>
          </p:cNvPr>
          <p:cNvSpPr>
            <a:spLocks noGrp="1"/>
          </p:cNvSpPr>
          <p:nvPr>
            <p:ph type="title"/>
          </p:nvPr>
        </p:nvSpPr>
        <p:spPr>
          <a:xfrm>
            <a:off x="838200" y="20997"/>
            <a:ext cx="10515600" cy="1325563"/>
          </a:xfrm>
        </p:spPr>
        <p:txBody>
          <a:bodyPr/>
          <a:lstStyle/>
          <a:p>
            <a:r>
              <a:rPr lang="en-US" dirty="0"/>
              <a:t>Conditional Probability</a:t>
            </a:r>
            <a:endParaRPr lang="LID4096" dirty="0"/>
          </a:p>
        </p:txBody>
      </p:sp>
      <p:sp>
        <p:nvSpPr>
          <p:cNvPr id="4" name="מציין מיקום של מספר שקופית 3">
            <a:extLst>
              <a:ext uri="{FF2B5EF4-FFF2-40B4-BE49-F238E27FC236}">
                <a16:creationId xmlns:a16="http://schemas.microsoft.com/office/drawing/2014/main" id="{C4016AFE-7786-EDE4-1901-470CECEF1319}"/>
              </a:ext>
            </a:extLst>
          </p:cNvPr>
          <p:cNvSpPr>
            <a:spLocks noGrp="1"/>
          </p:cNvSpPr>
          <p:nvPr>
            <p:ph type="sldNum" sz="quarter" idx="12"/>
          </p:nvPr>
        </p:nvSpPr>
        <p:spPr/>
        <p:txBody>
          <a:bodyPr/>
          <a:lstStyle/>
          <a:p>
            <a:fld id="{B6796F57-8306-40D4-9229-37A3D19F0B5F}" type="slidenum">
              <a:rPr lang="LID4096" smtClean="0"/>
              <a:t>56</a:t>
            </a:fld>
            <a:endParaRPr lang="LID4096" dirty="0"/>
          </a:p>
        </p:txBody>
      </p:sp>
      <mc:AlternateContent xmlns:mc="http://schemas.openxmlformats.org/markup-compatibility/2006" xmlns:a14="http://schemas.microsoft.com/office/drawing/2010/main">
        <mc:Choice Requires="a14">
          <p:sp>
            <p:nvSpPr>
              <p:cNvPr id="7" name="מציין מיקום תוכן 6">
                <a:extLst>
                  <a:ext uri="{FF2B5EF4-FFF2-40B4-BE49-F238E27FC236}">
                    <a16:creationId xmlns:a16="http://schemas.microsoft.com/office/drawing/2014/main" id="{482E6C1C-773F-5326-3378-8F2DA4649806}"/>
                  </a:ext>
                </a:extLst>
              </p:cNvPr>
              <p:cNvSpPr>
                <a:spLocks noGrp="1"/>
              </p:cNvSpPr>
              <p:nvPr>
                <p:ph idx="1"/>
              </p:nvPr>
            </p:nvSpPr>
            <p:spPr>
              <a:xfrm>
                <a:off x="528484" y="1346560"/>
                <a:ext cx="10515600" cy="4351338"/>
              </a:xfrm>
            </p:spPr>
            <p:txBody>
              <a:bodyPr>
                <a:normAutofit/>
              </a:bodyPr>
              <a:lstStyle/>
              <a:p>
                <a:r>
                  <a:rPr lang="en-US" dirty="0"/>
                  <a:t>Remember</a:t>
                </a:r>
                <a:endParaRPr lang="en-US" sz="2400" dirty="0"/>
              </a:p>
              <a:p>
                <a:pPr marL="0" indent="0">
                  <a:buNone/>
                </a:pPr>
                <a14:m>
                  <m:oMathPara xmlns:m="http://schemas.openxmlformats.org/officeDocument/2006/math">
                    <m:oMathParaPr>
                      <m:jc m:val="centerGroup"/>
                    </m:oMathParaPr>
                    <m:oMath xmlns:m="http://schemas.openxmlformats.org/officeDocument/2006/math">
                      <m:r>
                        <a:rPr lang="en-US" sz="2400" i="1" dirty="0" smtClean="0">
                          <a:latin typeface="Cambria Math" panose="02040503050406030204" pitchFamily="18" charset="0"/>
                        </a:rPr>
                        <m:t>𝑃</m:t>
                      </m:r>
                      <m:d>
                        <m:dPr>
                          <m:ctrlPr>
                            <a:rPr lang="en-US" sz="2400" i="1" dirty="0" smtClean="0">
                              <a:latin typeface="Cambria Math" panose="02040503050406030204" pitchFamily="18" charset="0"/>
                            </a:rPr>
                          </m:ctrlPr>
                        </m:dPr>
                        <m:e>
                          <m:r>
                            <a:rPr lang="en-US" sz="2400" i="1" dirty="0" smtClean="0">
                              <a:latin typeface="Cambria Math" panose="02040503050406030204" pitchFamily="18" charset="0"/>
                            </a:rPr>
                            <m:t>𝐴</m:t>
                          </m:r>
                        </m:e>
                        <m:e>
                          <m:r>
                            <a:rPr lang="en-US" sz="2400" i="1" dirty="0" smtClean="0">
                              <a:latin typeface="Cambria Math" panose="02040503050406030204" pitchFamily="18" charset="0"/>
                            </a:rPr>
                            <m:t>𝐵</m:t>
                          </m:r>
                        </m:e>
                      </m:d>
                      <m:r>
                        <a:rPr lang="en-US" sz="2400" i="1" dirty="0" smtClean="0">
                          <a:latin typeface="Cambria Math" panose="02040503050406030204" pitchFamily="18" charset="0"/>
                        </a:rPr>
                        <m:t>≠ </m:t>
                      </m:r>
                      <m:r>
                        <a:rPr lang="en-US" sz="2400" i="1" dirty="0" smtClean="0">
                          <a:latin typeface="Cambria Math" panose="02040503050406030204" pitchFamily="18" charset="0"/>
                        </a:rPr>
                        <m:t>𝑃</m:t>
                      </m:r>
                      <m:d>
                        <m:dPr>
                          <m:ctrlPr>
                            <a:rPr lang="en-US" sz="2400" i="1" dirty="0" smtClean="0">
                              <a:latin typeface="Cambria Math" panose="02040503050406030204" pitchFamily="18" charset="0"/>
                            </a:rPr>
                          </m:ctrlPr>
                        </m:dPr>
                        <m:e>
                          <m:r>
                            <a:rPr lang="en-US" sz="2400" i="1" dirty="0" smtClean="0">
                              <a:latin typeface="Cambria Math" panose="02040503050406030204" pitchFamily="18" charset="0"/>
                            </a:rPr>
                            <m:t>𝐵</m:t>
                          </m:r>
                        </m:e>
                        <m:e>
                          <m:r>
                            <a:rPr lang="en-US" sz="2400" i="1" dirty="0" smtClean="0">
                              <a:latin typeface="Cambria Math" panose="02040503050406030204" pitchFamily="18" charset="0"/>
                            </a:rPr>
                            <m:t>𝐴</m:t>
                          </m:r>
                        </m:e>
                      </m:d>
                    </m:oMath>
                  </m:oMathPara>
                </a14:m>
                <a:endParaRPr lang="en-US" sz="2400" i="1" dirty="0">
                  <a:latin typeface="Cambria Math" panose="02040503050406030204" pitchFamily="18" charset="0"/>
                </a:endParaRPr>
              </a:p>
              <a:p>
                <a:pPr marL="0" indent="0">
                  <a:buNone/>
                </a:pPr>
                <a:endParaRPr lang="he-IL" sz="2400" dirty="0"/>
              </a:p>
              <a:p>
                <a:pPr marL="0" indent="0">
                  <a:buNone/>
                </a:pPr>
                <a:endParaRPr lang="en-US" sz="2400" dirty="0"/>
              </a:p>
              <a:p>
                <a:r>
                  <a:rPr lang="en-US" sz="2400" dirty="0"/>
                  <a:t>We calculated </a:t>
                </a:r>
                <a14:m>
                  <m:oMath xmlns:m="http://schemas.openxmlformats.org/officeDocument/2006/math">
                    <m:r>
                      <a:rPr lang="en-US" sz="2400" i="1">
                        <a:latin typeface="Cambria Math" panose="02040503050406030204" pitchFamily="18" charset="0"/>
                      </a:rPr>
                      <m:t>𝑃</m:t>
                    </m:r>
                    <m:d>
                      <m:dPr>
                        <m:ctrlPr>
                          <a:rPr lang="ar-AE" sz="2400" i="1">
                            <a:latin typeface="Cambria Math" panose="02040503050406030204" pitchFamily="18" charset="0"/>
                          </a:rPr>
                        </m:ctrlPr>
                      </m:dPr>
                      <m:e>
                        <m:r>
                          <a:rPr lang="ar-AE" sz="2400" i="1">
                            <a:latin typeface="Cambria Math" panose="02040503050406030204" pitchFamily="18" charset="0"/>
                          </a:rPr>
                          <m:t>𝐴</m:t>
                        </m:r>
                        <m:r>
                          <a:rPr lang="ar-AE" sz="2400">
                            <a:latin typeface="Cambria Math" panose="02040503050406030204" pitchFamily="18" charset="0"/>
                          </a:rPr>
                          <m:t>∣</m:t>
                        </m:r>
                        <m:r>
                          <a:rPr lang="ar-AE" sz="2400" i="1">
                            <a:latin typeface="Cambria Math" panose="02040503050406030204" pitchFamily="18" charset="0"/>
                          </a:rPr>
                          <m:t>𝐵</m:t>
                        </m:r>
                      </m:e>
                    </m:d>
                    <m:r>
                      <a:rPr lang="en-US" sz="2400" b="0" i="0" smtClean="0">
                        <a:latin typeface="Cambria Math" panose="02040503050406030204" pitchFamily="18" charset="0"/>
                      </a:rPr>
                      <m:t>, </m:t>
                    </m:r>
                  </m:oMath>
                </a14:m>
                <a:r>
                  <a:rPr lang="en-US" sz="2400" dirty="0"/>
                  <a:t>If a student </a:t>
                </a:r>
                <a:r>
                  <a:rPr lang="en-US" sz="2400" b="1" dirty="0"/>
                  <a:t>studied</a:t>
                </a:r>
                <a:r>
                  <a:rPr lang="en-US" sz="2400" dirty="0"/>
                  <a:t>, the probability they </a:t>
                </a:r>
                <a:r>
                  <a:rPr lang="en-US" sz="2400" b="1" dirty="0"/>
                  <a:t>pass</a:t>
                </a:r>
                <a:r>
                  <a:rPr lang="en-US" sz="2400" dirty="0"/>
                  <a:t> is </a:t>
                </a:r>
                <a:r>
                  <a:rPr lang="en-US" sz="2400" b="1" dirty="0"/>
                  <a:t>0.9</a:t>
                </a:r>
                <a:r>
                  <a:rPr lang="en-US" sz="2400" dirty="0"/>
                  <a:t>.</a:t>
                </a:r>
              </a:p>
              <a:p>
                <a:r>
                  <a:rPr lang="en-US" sz="2400" dirty="0"/>
                  <a:t>What is the chance that the student studied if he passed the test? </a:t>
                </a:r>
              </a:p>
              <a:p>
                <a:pPr lvl="1"/>
                <a:r>
                  <a:rPr lang="en-US" sz="2000" dirty="0"/>
                  <a:t>Let’s calculate </a:t>
                </a:r>
                <a14:m>
                  <m:oMath xmlns:m="http://schemas.openxmlformats.org/officeDocument/2006/math">
                    <m:r>
                      <a:rPr lang="en-US" sz="2000" i="1">
                        <a:latin typeface="Cambria Math" panose="02040503050406030204" pitchFamily="18" charset="0"/>
                      </a:rPr>
                      <m:t>𝑃</m:t>
                    </m:r>
                    <m:d>
                      <m:dPr>
                        <m:ctrlPr>
                          <a:rPr lang="ar-AE" sz="2000" i="1">
                            <a:latin typeface="Cambria Math" panose="02040503050406030204" pitchFamily="18" charset="0"/>
                          </a:rPr>
                        </m:ctrlPr>
                      </m:dPr>
                      <m:e>
                        <m:r>
                          <m:rPr>
                            <m:sty m:val="p"/>
                          </m:rPr>
                          <a:rPr lang="en-US" sz="2000">
                            <a:latin typeface="Cambria Math" panose="02040503050406030204" pitchFamily="18" charset="0"/>
                          </a:rPr>
                          <m:t>B</m:t>
                        </m:r>
                        <m:r>
                          <a:rPr lang="ar-AE" sz="2000">
                            <a:latin typeface="Cambria Math" panose="02040503050406030204" pitchFamily="18" charset="0"/>
                          </a:rPr>
                          <m:t>∣</m:t>
                        </m:r>
                        <m:r>
                          <a:rPr lang="en-US" sz="2000" i="1">
                            <a:latin typeface="Cambria Math" panose="02040503050406030204" pitchFamily="18" charset="0"/>
                          </a:rPr>
                          <m:t>𝐴</m:t>
                        </m:r>
                      </m:e>
                    </m:d>
                    <m:r>
                      <a:rPr lang="en-US" sz="2000" b="0" i="1" smtClean="0">
                        <a:latin typeface="Cambria Math" panose="02040503050406030204" pitchFamily="18" charset="0"/>
                      </a:rPr>
                      <m:t>.</m:t>
                    </m:r>
                  </m:oMath>
                </a14:m>
                <a:endParaRPr lang="en-US" sz="2000" dirty="0"/>
              </a:p>
              <a:p>
                <a:endParaRPr lang="en-US" sz="2400" dirty="0"/>
              </a:p>
              <a:p>
                <a:pPr marL="0" indent="0">
                  <a:buNone/>
                </a:pPr>
                <a:endParaRPr lang="en-US" sz="2400" dirty="0"/>
              </a:p>
              <a:p>
                <a:endParaRPr lang="en-US" sz="2400" dirty="0"/>
              </a:p>
              <a:p>
                <a:pPr marL="0" indent="0">
                  <a:buNone/>
                </a:pPr>
                <a:endParaRPr lang="he-IL" sz="2400" dirty="0"/>
              </a:p>
            </p:txBody>
          </p:sp>
        </mc:Choice>
        <mc:Fallback xmlns="">
          <p:sp>
            <p:nvSpPr>
              <p:cNvPr id="7" name="מציין מיקום תוכן 6">
                <a:extLst>
                  <a:ext uri="{FF2B5EF4-FFF2-40B4-BE49-F238E27FC236}">
                    <a16:creationId xmlns:a16="http://schemas.microsoft.com/office/drawing/2014/main" id="{DC4A87F3-43CF-C2EE-965D-06F2CBFA5020}"/>
                  </a:ext>
                </a:extLst>
              </p:cNvPr>
              <p:cNvSpPr>
                <a:spLocks noGrp="1" noRot="1" noChangeAspect="1" noMove="1" noResize="1" noEditPoints="1" noAdjustHandles="1" noChangeArrowheads="1" noChangeShapeType="1" noTextEdit="1"/>
              </p:cNvSpPr>
              <p:nvPr>
                <p:ph idx="1"/>
              </p:nvPr>
            </p:nvSpPr>
            <p:spPr>
              <a:xfrm>
                <a:off x="528484" y="1346560"/>
                <a:ext cx="10515600" cy="4351338"/>
              </a:xfrm>
              <a:blipFill>
                <a:blip r:embed="rId3"/>
                <a:stretch>
                  <a:fillRect l="-1043" t="-2381"/>
                </a:stretch>
              </a:blipFill>
            </p:spPr>
            <p:txBody>
              <a:bodyPr/>
              <a:lstStyle/>
              <a:p>
                <a:r>
                  <a:rPr lang="he-IL">
                    <a:noFill/>
                  </a:rPr>
                  <a:t> </a:t>
                </a:r>
              </a:p>
            </p:txBody>
          </p:sp>
        </mc:Fallback>
      </mc:AlternateContent>
    </p:spTree>
    <p:extLst>
      <p:ext uri="{BB962C8B-B14F-4D97-AF65-F5344CB8AC3E}">
        <p14:creationId xmlns:p14="http://schemas.microsoft.com/office/powerpoint/2010/main" val="308910976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BB0226-65D8-FE0D-9EA2-A48774BB070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E904C2D-19C6-CA2B-0FF3-EC183E150987}"/>
              </a:ext>
            </a:extLst>
          </p:cNvPr>
          <p:cNvSpPr>
            <a:spLocks noGrp="1"/>
          </p:cNvSpPr>
          <p:nvPr>
            <p:ph type="title"/>
          </p:nvPr>
        </p:nvSpPr>
        <p:spPr>
          <a:xfrm>
            <a:off x="838200" y="20997"/>
            <a:ext cx="10515600" cy="1325563"/>
          </a:xfrm>
        </p:spPr>
        <p:txBody>
          <a:bodyPr/>
          <a:lstStyle/>
          <a:p>
            <a:r>
              <a:rPr lang="en-US" dirty="0"/>
              <a:t>Conditional Probability</a:t>
            </a:r>
            <a:endParaRPr lang="LID4096" dirty="0"/>
          </a:p>
        </p:txBody>
      </p:sp>
      <p:sp>
        <p:nvSpPr>
          <p:cNvPr id="4" name="מציין מיקום של מספר שקופית 3">
            <a:extLst>
              <a:ext uri="{FF2B5EF4-FFF2-40B4-BE49-F238E27FC236}">
                <a16:creationId xmlns:a16="http://schemas.microsoft.com/office/drawing/2014/main" id="{705687DD-C629-0D26-2D4E-833C3793E3A2}"/>
              </a:ext>
            </a:extLst>
          </p:cNvPr>
          <p:cNvSpPr>
            <a:spLocks noGrp="1"/>
          </p:cNvSpPr>
          <p:nvPr>
            <p:ph type="sldNum" sz="quarter" idx="12"/>
          </p:nvPr>
        </p:nvSpPr>
        <p:spPr/>
        <p:txBody>
          <a:bodyPr/>
          <a:lstStyle/>
          <a:p>
            <a:fld id="{B6796F57-8306-40D4-9229-37A3D19F0B5F}" type="slidenum">
              <a:rPr lang="LID4096" smtClean="0"/>
              <a:t>57</a:t>
            </a:fld>
            <a:endParaRPr lang="LID4096" dirty="0"/>
          </a:p>
        </p:txBody>
      </p:sp>
      <p:sp>
        <p:nvSpPr>
          <p:cNvPr id="7" name="מציין מיקום תוכן 6">
            <a:extLst>
              <a:ext uri="{FF2B5EF4-FFF2-40B4-BE49-F238E27FC236}">
                <a16:creationId xmlns:a16="http://schemas.microsoft.com/office/drawing/2014/main" id="{628FD6F7-0622-0F53-B565-3A8A8906822D}"/>
              </a:ext>
            </a:extLst>
          </p:cNvPr>
          <p:cNvSpPr>
            <a:spLocks noGrp="1"/>
          </p:cNvSpPr>
          <p:nvPr>
            <p:ph idx="1"/>
          </p:nvPr>
        </p:nvSpPr>
        <p:spPr>
          <a:xfrm>
            <a:off x="528484" y="1271586"/>
            <a:ext cx="10515600" cy="4426312"/>
          </a:xfrm>
        </p:spPr>
        <p:txBody>
          <a:bodyPr>
            <a:normAutofit/>
          </a:bodyPr>
          <a:lstStyle/>
          <a:p>
            <a:r>
              <a:rPr lang="en-US" dirty="0"/>
              <a:t>What is the chance that the student studied if he passed the test?  </a:t>
            </a:r>
          </a:p>
          <a:p>
            <a:endParaRPr lang="en-US" dirty="0"/>
          </a:p>
          <a:p>
            <a:endParaRPr lang="en-US" dirty="0"/>
          </a:p>
          <a:p>
            <a:endParaRPr lang="en-US" dirty="0"/>
          </a:p>
          <a:p>
            <a:endParaRPr lang="en-US" dirty="0"/>
          </a:p>
          <a:p>
            <a:endParaRPr lang="en-US" dirty="0"/>
          </a:p>
          <a:p>
            <a:pPr marL="0" indent="0">
              <a:buNone/>
            </a:pPr>
            <a:endParaRPr lang="he-IL" dirty="0"/>
          </a:p>
        </p:txBody>
      </p:sp>
      <p:graphicFrame>
        <p:nvGraphicFramePr>
          <p:cNvPr id="8" name="טבלה 7">
            <a:extLst>
              <a:ext uri="{FF2B5EF4-FFF2-40B4-BE49-F238E27FC236}">
                <a16:creationId xmlns:a16="http://schemas.microsoft.com/office/drawing/2014/main" id="{7E7CD1E4-FB85-4F8D-30CB-72A8975C62B7}"/>
              </a:ext>
            </a:extLst>
          </p:cNvPr>
          <p:cNvGraphicFramePr>
            <a:graphicFrameLocks noGrp="1"/>
          </p:cNvGraphicFramePr>
          <p:nvPr/>
        </p:nvGraphicFramePr>
        <p:xfrm>
          <a:off x="7285702" y="1752583"/>
          <a:ext cx="4878031" cy="2560320"/>
        </p:xfrm>
        <a:graphic>
          <a:graphicData uri="http://schemas.openxmlformats.org/drawingml/2006/table">
            <a:tbl>
              <a:tblPr rtl="1" firstRow="1" bandRow="1">
                <a:tableStyleId>{2D5ABB26-0587-4C30-8999-92F81FD0307C}</a:tableStyleId>
              </a:tblPr>
              <a:tblGrid>
                <a:gridCol w="1202425">
                  <a:extLst>
                    <a:ext uri="{9D8B030D-6E8A-4147-A177-3AD203B41FA5}">
                      <a16:colId xmlns:a16="http://schemas.microsoft.com/office/drawing/2014/main" val="4046420591"/>
                    </a:ext>
                  </a:extLst>
                </a:gridCol>
                <a:gridCol w="1236590">
                  <a:extLst>
                    <a:ext uri="{9D8B030D-6E8A-4147-A177-3AD203B41FA5}">
                      <a16:colId xmlns:a16="http://schemas.microsoft.com/office/drawing/2014/main" val="2726835074"/>
                    </a:ext>
                  </a:extLst>
                </a:gridCol>
                <a:gridCol w="1219508">
                  <a:extLst>
                    <a:ext uri="{9D8B030D-6E8A-4147-A177-3AD203B41FA5}">
                      <a16:colId xmlns:a16="http://schemas.microsoft.com/office/drawing/2014/main" val="2258861154"/>
                    </a:ext>
                  </a:extLst>
                </a:gridCol>
                <a:gridCol w="1219508">
                  <a:extLst>
                    <a:ext uri="{9D8B030D-6E8A-4147-A177-3AD203B41FA5}">
                      <a16:colId xmlns:a16="http://schemas.microsoft.com/office/drawing/2014/main" val="1668175425"/>
                    </a:ext>
                  </a:extLst>
                </a:gridCol>
              </a:tblGrid>
              <a:tr h="419473">
                <a:tc>
                  <a:txBody>
                    <a:bodyPr/>
                    <a:lstStyle/>
                    <a:p>
                      <a:pPr rtl="1"/>
                      <a:r>
                        <a:rPr lang="en-US" dirty="0"/>
                        <a:t>Total</a:t>
                      </a:r>
                      <a:endParaRPr lang="he-IL"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rtl="1"/>
                      <a:r>
                        <a:rPr lang="en-US" dirty="0"/>
                        <a:t>Failed (Not A)</a:t>
                      </a:r>
                      <a:endParaRPr lang="he-IL"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rtl="1"/>
                      <a:r>
                        <a:rPr lang="en-US" dirty="0"/>
                        <a:t>Passed (A)</a:t>
                      </a:r>
                      <a:endParaRPr lang="he-IL"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rtl="1"/>
                      <a:endParaRPr lang="he-IL"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3224348326"/>
                  </a:ext>
                </a:extLst>
              </a:tr>
              <a:tr h="250058">
                <a:tc>
                  <a:txBody>
                    <a:bodyPr/>
                    <a:lstStyle/>
                    <a:p>
                      <a:pPr rtl="1"/>
                      <a:r>
                        <a:rPr lang="en-US" sz="2000" b="0" i="0" kern="1200" dirty="0">
                          <a:solidFill>
                            <a:srgbClr val="00B050"/>
                          </a:solidFill>
                          <a:latin typeface="Cambria Math" panose="02040503050406030204" pitchFamily="18" charset="0"/>
                          <a:ea typeface="+mn-ea"/>
                          <a:cs typeface="+mn-cs"/>
                        </a:rPr>
                        <a:t>50</a:t>
                      </a:r>
                      <a:endParaRPr lang="he-IL" sz="2000" b="0" i="0" kern="1200" dirty="0">
                        <a:solidFill>
                          <a:srgbClr val="00B050"/>
                        </a:solidFill>
                        <a:latin typeface="Cambria Math" panose="02040503050406030204" pitchFamily="18"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rtl="1"/>
                      <a:r>
                        <a:rPr lang="en-US" dirty="0"/>
                        <a:t>5</a:t>
                      </a:r>
                      <a:endParaRPr lang="he-IL"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rtl="1"/>
                      <a:r>
                        <a:rPr lang="en-US" sz="2000" b="0" i="0" kern="1200" dirty="0">
                          <a:solidFill>
                            <a:schemeClr val="tx2">
                              <a:lumMod val="50000"/>
                              <a:lumOff val="50000"/>
                            </a:schemeClr>
                          </a:solidFill>
                          <a:latin typeface="Cambria Math" panose="02040503050406030204" pitchFamily="18" charset="0"/>
                          <a:ea typeface="+mn-ea"/>
                          <a:cs typeface="+mn-cs"/>
                        </a:rPr>
                        <a:t>45</a:t>
                      </a:r>
                      <a:endParaRPr lang="he-IL" sz="2000" b="0" i="0" kern="1200" dirty="0">
                        <a:solidFill>
                          <a:schemeClr val="tx2">
                            <a:lumMod val="50000"/>
                            <a:lumOff val="50000"/>
                          </a:schemeClr>
                        </a:solidFill>
                        <a:latin typeface="Cambria Math" panose="02040503050406030204" pitchFamily="18"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rtl="1"/>
                      <a:r>
                        <a:rPr lang="en-US" dirty="0"/>
                        <a:t>Studied (B)</a:t>
                      </a:r>
                      <a:endParaRPr lang="he-IL"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169755855"/>
                  </a:ext>
                </a:extLst>
              </a:tr>
              <a:tr h="431607">
                <a:tc>
                  <a:txBody>
                    <a:bodyPr/>
                    <a:lstStyle/>
                    <a:p>
                      <a:pPr rtl="1"/>
                      <a:r>
                        <a:rPr lang="en-US" dirty="0"/>
                        <a:t>50</a:t>
                      </a:r>
                      <a:endParaRPr lang="he-IL"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rtl="1"/>
                      <a:r>
                        <a:rPr lang="en-US" dirty="0"/>
                        <a:t>15</a:t>
                      </a:r>
                      <a:endParaRPr lang="he-IL"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rtl="1"/>
                      <a:r>
                        <a:rPr lang="en-US" dirty="0"/>
                        <a:t>35</a:t>
                      </a:r>
                      <a:endParaRPr lang="he-IL"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rtl="1"/>
                      <a:r>
                        <a:rPr lang="en-US" dirty="0"/>
                        <a:t>Not Studied (Not B)</a:t>
                      </a:r>
                      <a:endParaRPr lang="he-IL"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2106022712"/>
                  </a:ext>
                </a:extLst>
              </a:tr>
              <a:tr h="250058">
                <a:tc>
                  <a:txBody>
                    <a:bodyPr/>
                    <a:lstStyle/>
                    <a:p>
                      <a:pPr rtl="1"/>
                      <a:r>
                        <a:rPr lang="en-US" dirty="0"/>
                        <a:t>100</a:t>
                      </a:r>
                      <a:endParaRPr lang="he-IL"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rtl="1"/>
                      <a:r>
                        <a:rPr lang="en-US" dirty="0"/>
                        <a:t>20</a:t>
                      </a:r>
                      <a:endParaRPr lang="he-IL"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rtl="1"/>
                      <a:r>
                        <a:rPr lang="en-US" dirty="0">
                          <a:solidFill>
                            <a:srgbClr val="7030A0"/>
                          </a:solidFill>
                        </a:rPr>
                        <a:t>80</a:t>
                      </a:r>
                      <a:endParaRPr lang="he-IL"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rtl="1"/>
                      <a:r>
                        <a:rPr lang="en-US" dirty="0"/>
                        <a:t>Total</a:t>
                      </a:r>
                      <a:endParaRPr lang="he-IL"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3000639561"/>
                  </a:ext>
                </a:extLst>
              </a:tr>
            </a:tbl>
          </a:graphicData>
        </a:graphic>
      </p:graphicFrame>
      <mc:AlternateContent xmlns:mc="http://schemas.openxmlformats.org/markup-compatibility/2006" xmlns:a14="http://schemas.microsoft.com/office/drawing/2010/main">
        <mc:Choice Requires="a14">
          <p:sp>
            <p:nvSpPr>
              <p:cNvPr id="10" name="תיבת טקסט 9">
                <a:extLst>
                  <a:ext uri="{FF2B5EF4-FFF2-40B4-BE49-F238E27FC236}">
                    <a16:creationId xmlns:a16="http://schemas.microsoft.com/office/drawing/2014/main" id="{43AA3BE5-AF07-CBBF-32E7-991C26C98B78}"/>
                  </a:ext>
                </a:extLst>
              </p:cNvPr>
              <p:cNvSpPr txBox="1"/>
              <p:nvPr/>
            </p:nvSpPr>
            <p:spPr>
              <a:xfrm>
                <a:off x="644013" y="2306010"/>
                <a:ext cx="7966587" cy="4050340"/>
              </a:xfrm>
              <a:prstGeom prst="rect">
                <a:avLst/>
              </a:prstGeom>
              <a:noFill/>
            </p:spPr>
            <p:txBody>
              <a:bodyPr wrap="square">
                <a:spAutoFit/>
              </a:bodyPr>
              <a:lstStyle/>
              <a:p>
                <a:r>
                  <a:rPr lang="en-US" sz="2800" b="1" dirty="0">
                    <a:latin typeface="David" panose="020E0502060401010101" pitchFamily="34" charset="-79"/>
                    <a:cs typeface="David" panose="020E0502060401010101" pitchFamily="34" charset="-79"/>
                  </a:rPr>
                  <a:t>Step 1 — Joint probability</a:t>
                </a:r>
                <a:endParaRPr lang="en-US" sz="2800" dirty="0">
                  <a:latin typeface="David" panose="020E0502060401010101" pitchFamily="34" charset="-79"/>
                  <a:cs typeface="David" panose="020E0502060401010101" pitchFamily="34" charset="-79"/>
                </a:endParaRPr>
              </a:p>
              <a:p>
                <a:pPr/>
                <a14:m>
                  <m:oMathPara xmlns:m="http://schemas.openxmlformats.org/officeDocument/2006/math">
                    <m:oMathParaPr>
                      <m:jc m:val="centerGroup"/>
                    </m:oMathParaPr>
                    <m:oMath xmlns:m="http://schemas.openxmlformats.org/officeDocument/2006/math">
                      <m:r>
                        <a:rPr lang="en-US" sz="2000" b="1" i="1" smtClean="0">
                          <a:solidFill>
                            <a:schemeClr val="tx2">
                              <a:lumMod val="50000"/>
                              <a:lumOff val="50000"/>
                            </a:schemeClr>
                          </a:solidFill>
                          <a:latin typeface="Cambria Math" panose="02040503050406030204" pitchFamily="18" charset="0"/>
                        </a:rPr>
                        <m:t>𝑷</m:t>
                      </m:r>
                      <m:d>
                        <m:dPr>
                          <m:sepChr m:val=","/>
                          <m:ctrlPr>
                            <a:rPr lang="ar-AE" sz="2000" b="1" i="1">
                              <a:solidFill>
                                <a:schemeClr val="tx2">
                                  <a:lumMod val="50000"/>
                                  <a:lumOff val="50000"/>
                                </a:schemeClr>
                              </a:solidFill>
                              <a:latin typeface="Cambria Math" panose="02040503050406030204" pitchFamily="18" charset="0"/>
                            </a:rPr>
                          </m:ctrlPr>
                        </m:dPr>
                        <m:e>
                          <m:r>
                            <a:rPr lang="ar-AE" sz="2000" b="1" i="1">
                              <a:solidFill>
                                <a:schemeClr val="tx2">
                                  <a:lumMod val="50000"/>
                                  <a:lumOff val="50000"/>
                                </a:schemeClr>
                              </a:solidFill>
                              <a:latin typeface="Cambria Math" panose="02040503050406030204" pitchFamily="18" charset="0"/>
                            </a:rPr>
                            <m:t>𝑨</m:t>
                          </m:r>
                        </m:e>
                        <m:e>
                          <m:r>
                            <a:rPr lang="ar-AE" sz="2000" b="1" i="1">
                              <a:solidFill>
                                <a:schemeClr val="tx2">
                                  <a:lumMod val="50000"/>
                                  <a:lumOff val="50000"/>
                                </a:schemeClr>
                              </a:solidFill>
                              <a:latin typeface="Cambria Math" panose="02040503050406030204" pitchFamily="18" charset="0"/>
                            </a:rPr>
                            <m:t>𝑩</m:t>
                          </m:r>
                        </m:e>
                      </m:d>
                      <m:r>
                        <a:rPr lang="ar-AE" sz="2000">
                          <a:latin typeface="Cambria Math" panose="02040503050406030204" pitchFamily="18" charset="0"/>
                        </a:rPr>
                        <m:t>=</m:t>
                      </m:r>
                      <m:f>
                        <m:fPr>
                          <m:ctrlPr>
                            <a:rPr lang="ar-AE" sz="2000" i="1">
                              <a:latin typeface="Cambria Math" panose="02040503050406030204" pitchFamily="18" charset="0"/>
                            </a:rPr>
                          </m:ctrlPr>
                        </m:fPr>
                        <m:num>
                          <m:r>
                            <a:rPr lang="ar-AE" sz="2000">
                              <a:latin typeface="Cambria Math" panose="02040503050406030204" pitchFamily="18" charset="0"/>
                            </a:rPr>
                            <m:t>45</m:t>
                          </m:r>
                        </m:num>
                        <m:den>
                          <m:r>
                            <a:rPr lang="ar-AE" sz="2000">
                              <a:latin typeface="Cambria Math" panose="02040503050406030204" pitchFamily="18" charset="0"/>
                            </a:rPr>
                            <m:t>100</m:t>
                          </m:r>
                        </m:den>
                      </m:f>
                      <m:r>
                        <a:rPr lang="ar-AE" sz="2000">
                          <a:latin typeface="Cambria Math" panose="02040503050406030204" pitchFamily="18" charset="0"/>
                        </a:rPr>
                        <m:t>=</m:t>
                      </m:r>
                      <m:r>
                        <a:rPr lang="ar-AE" sz="2000">
                          <a:latin typeface="Cambria Math" panose="02040503050406030204" pitchFamily="18" charset="0"/>
                        </a:rPr>
                        <m:t>0</m:t>
                      </m:r>
                      <m:r>
                        <a:rPr lang="ar-AE" sz="2000">
                          <a:latin typeface="Cambria Math" panose="02040503050406030204" pitchFamily="18" charset="0"/>
                        </a:rPr>
                        <m:t>.</m:t>
                      </m:r>
                      <m:r>
                        <a:rPr lang="ar-AE" sz="2000">
                          <a:latin typeface="Cambria Math" panose="02040503050406030204" pitchFamily="18" charset="0"/>
                        </a:rPr>
                        <m:t>45</m:t>
                      </m:r>
                    </m:oMath>
                  </m:oMathPara>
                </a14:m>
                <a:endParaRPr lang="ar-AE" sz="2000" dirty="0">
                  <a:latin typeface="David" panose="020E0502060401010101" pitchFamily="34" charset="-79"/>
                </a:endParaRPr>
              </a:p>
              <a:p>
                <a:endParaRPr lang="en-US" sz="2800" b="1" dirty="0">
                  <a:latin typeface="David" panose="020E0502060401010101" pitchFamily="34" charset="-79"/>
                  <a:cs typeface="David" panose="020E0502060401010101" pitchFamily="34" charset="-79"/>
                </a:endParaRPr>
              </a:p>
              <a:p>
                <a:r>
                  <a:rPr lang="en-US" sz="2800" b="1" dirty="0">
                    <a:latin typeface="David" panose="020E0502060401010101" pitchFamily="34" charset="-79"/>
                    <a:cs typeface="David" panose="020E0502060401010101" pitchFamily="34" charset="-79"/>
                  </a:rPr>
                  <a:t>Step 2 — Probability of </a:t>
                </a:r>
                <a14:m>
                  <m:oMath xmlns:m="http://schemas.openxmlformats.org/officeDocument/2006/math">
                    <m:r>
                      <a:rPr lang="en-US" sz="2800" b="0" i="1" smtClean="0">
                        <a:latin typeface="Cambria Math" panose="02040503050406030204" pitchFamily="18" charset="0"/>
                      </a:rPr>
                      <m:t>𝐴</m:t>
                    </m:r>
                  </m:oMath>
                </a14:m>
                <a:endParaRPr lang="en-US" sz="2800" dirty="0">
                  <a:latin typeface="David" panose="020E0502060401010101" pitchFamily="34" charset="-79"/>
                  <a:cs typeface="David" panose="020E0502060401010101" pitchFamily="34" charset="-79"/>
                </a:endParaRPr>
              </a:p>
              <a:p>
                <a:pPr/>
                <a14:m>
                  <m:oMathPara xmlns:m="http://schemas.openxmlformats.org/officeDocument/2006/math">
                    <m:oMathParaPr>
                      <m:jc m:val="centerGroup"/>
                    </m:oMathParaPr>
                    <m:oMath xmlns:m="http://schemas.openxmlformats.org/officeDocument/2006/math">
                      <m:r>
                        <a:rPr lang="en-US" sz="2000" b="1" i="1" smtClean="0">
                          <a:solidFill>
                            <a:srgbClr val="7030A0"/>
                          </a:solidFill>
                          <a:latin typeface="Cambria Math" panose="02040503050406030204" pitchFamily="18" charset="0"/>
                        </a:rPr>
                        <m:t>𝑷</m:t>
                      </m:r>
                      <m:d>
                        <m:dPr>
                          <m:ctrlPr>
                            <a:rPr lang="ar-AE" sz="2000" b="1" i="1">
                              <a:solidFill>
                                <a:srgbClr val="7030A0"/>
                              </a:solidFill>
                              <a:latin typeface="Cambria Math" panose="02040503050406030204" pitchFamily="18" charset="0"/>
                            </a:rPr>
                          </m:ctrlPr>
                        </m:dPr>
                        <m:e>
                          <m:r>
                            <a:rPr lang="en-US" sz="2000" b="1" i="1" smtClean="0">
                              <a:solidFill>
                                <a:srgbClr val="7030A0"/>
                              </a:solidFill>
                              <a:latin typeface="Cambria Math" panose="02040503050406030204" pitchFamily="18" charset="0"/>
                            </a:rPr>
                            <m:t>𝑨</m:t>
                          </m:r>
                        </m:e>
                      </m:d>
                      <m:r>
                        <a:rPr lang="ar-AE" sz="2000">
                          <a:latin typeface="Cambria Math" panose="02040503050406030204" pitchFamily="18" charset="0"/>
                        </a:rPr>
                        <m:t>=</m:t>
                      </m:r>
                      <m:f>
                        <m:fPr>
                          <m:ctrlPr>
                            <a:rPr lang="ar-AE" sz="2000" i="1">
                              <a:latin typeface="Cambria Math" panose="02040503050406030204" pitchFamily="18" charset="0"/>
                            </a:rPr>
                          </m:ctrlPr>
                        </m:fPr>
                        <m:num>
                          <m:r>
                            <a:rPr lang="en-US" sz="2000" b="0" i="0" smtClean="0">
                              <a:latin typeface="Cambria Math" panose="02040503050406030204" pitchFamily="18" charset="0"/>
                            </a:rPr>
                            <m:t>8</m:t>
                          </m:r>
                          <m:r>
                            <a:rPr lang="ar-AE" sz="2000">
                              <a:latin typeface="Cambria Math" panose="02040503050406030204" pitchFamily="18" charset="0"/>
                            </a:rPr>
                            <m:t>0</m:t>
                          </m:r>
                        </m:num>
                        <m:den>
                          <m:r>
                            <a:rPr lang="ar-AE" sz="2000">
                              <a:latin typeface="Cambria Math" panose="02040503050406030204" pitchFamily="18" charset="0"/>
                            </a:rPr>
                            <m:t>100</m:t>
                          </m:r>
                        </m:den>
                      </m:f>
                      <m:r>
                        <a:rPr lang="ar-AE" sz="2000">
                          <a:latin typeface="Cambria Math" panose="02040503050406030204" pitchFamily="18" charset="0"/>
                        </a:rPr>
                        <m:t>=</m:t>
                      </m:r>
                      <m:r>
                        <a:rPr lang="ar-AE" sz="2000">
                          <a:latin typeface="Cambria Math" panose="02040503050406030204" pitchFamily="18" charset="0"/>
                        </a:rPr>
                        <m:t>0</m:t>
                      </m:r>
                      <m:r>
                        <a:rPr lang="ar-AE" sz="2000">
                          <a:latin typeface="Cambria Math" panose="02040503050406030204" pitchFamily="18" charset="0"/>
                        </a:rPr>
                        <m:t>.</m:t>
                      </m:r>
                      <m:r>
                        <a:rPr lang="en-US" sz="2000" b="0" i="0" smtClean="0">
                          <a:latin typeface="Cambria Math" panose="02040503050406030204" pitchFamily="18" charset="0"/>
                        </a:rPr>
                        <m:t>8</m:t>
                      </m:r>
                    </m:oMath>
                  </m:oMathPara>
                </a14:m>
                <a:endParaRPr lang="ar-AE" sz="2000" dirty="0">
                  <a:latin typeface="David" panose="020E0502060401010101" pitchFamily="34" charset="-79"/>
                </a:endParaRPr>
              </a:p>
              <a:p>
                <a:endParaRPr lang="en-US" sz="2800" b="1" dirty="0">
                  <a:latin typeface="David" panose="020E0502060401010101" pitchFamily="34" charset="-79"/>
                  <a:cs typeface="David" panose="020E0502060401010101" pitchFamily="34" charset="-79"/>
                </a:endParaRPr>
              </a:p>
              <a:p>
                <a:r>
                  <a:rPr lang="en-US" sz="2800" b="1" dirty="0">
                    <a:latin typeface="David" panose="020E0502060401010101" pitchFamily="34" charset="-79"/>
                    <a:cs typeface="David" panose="020E0502060401010101" pitchFamily="34" charset="-79"/>
                  </a:rPr>
                  <a:t>Step 3 — Conditional probability</a:t>
                </a:r>
                <a:endParaRPr lang="en-US" sz="2800" dirty="0">
                  <a:latin typeface="David" panose="020E0502060401010101" pitchFamily="34" charset="-79"/>
                  <a:cs typeface="David" panose="020E0502060401010101" pitchFamily="34" charset="-79"/>
                </a:endParaRPr>
              </a:p>
              <a:p>
                <a:pPr/>
                <a14:m>
                  <m:oMathPara xmlns:m="http://schemas.openxmlformats.org/officeDocument/2006/math">
                    <m:oMathParaPr>
                      <m:jc m:val="centerGroup"/>
                    </m:oMathParaPr>
                    <m:oMath xmlns:m="http://schemas.openxmlformats.org/officeDocument/2006/math">
                      <m:r>
                        <a:rPr lang="en-US" sz="2000" i="1">
                          <a:latin typeface="Cambria Math" panose="02040503050406030204" pitchFamily="18" charset="0"/>
                        </a:rPr>
                        <m:t>𝑃</m:t>
                      </m:r>
                      <m:d>
                        <m:dPr>
                          <m:ctrlPr>
                            <a:rPr lang="ar-AE" sz="2000" i="1">
                              <a:latin typeface="Cambria Math" panose="02040503050406030204" pitchFamily="18" charset="0"/>
                            </a:rPr>
                          </m:ctrlPr>
                        </m:dPr>
                        <m:e>
                          <m:r>
                            <m:rPr>
                              <m:sty m:val="p"/>
                            </m:rPr>
                            <a:rPr lang="en-US" sz="2000" b="0" i="0" smtClean="0">
                              <a:latin typeface="Cambria Math" panose="02040503050406030204" pitchFamily="18" charset="0"/>
                            </a:rPr>
                            <m:t>B</m:t>
                          </m:r>
                          <m:r>
                            <a:rPr lang="ar-AE" sz="2000">
                              <a:latin typeface="Cambria Math" panose="02040503050406030204" pitchFamily="18" charset="0"/>
                            </a:rPr>
                            <m:t>∣</m:t>
                          </m:r>
                          <m:r>
                            <a:rPr lang="en-US" sz="2000" b="0" i="1" smtClean="0">
                              <a:latin typeface="Cambria Math" panose="02040503050406030204" pitchFamily="18" charset="0"/>
                            </a:rPr>
                            <m:t>𝐴</m:t>
                          </m:r>
                        </m:e>
                      </m:d>
                      <m:r>
                        <a:rPr lang="ar-AE" sz="2000">
                          <a:latin typeface="Cambria Math" panose="02040503050406030204" pitchFamily="18" charset="0"/>
                        </a:rPr>
                        <m:t>=</m:t>
                      </m:r>
                      <m:f>
                        <m:fPr>
                          <m:ctrlPr>
                            <a:rPr lang="ar-AE" sz="2000" i="1">
                              <a:latin typeface="Cambria Math" panose="02040503050406030204" pitchFamily="18" charset="0"/>
                            </a:rPr>
                          </m:ctrlPr>
                        </m:fPr>
                        <m:num>
                          <m:r>
                            <a:rPr lang="ar-AE" sz="2000" i="1" smtClean="0">
                              <a:solidFill>
                                <a:srgbClr val="156082"/>
                              </a:solidFill>
                              <a:latin typeface="Cambria Math" panose="02040503050406030204" pitchFamily="18" charset="0"/>
                            </a:rPr>
                            <m:t>𝑃</m:t>
                          </m:r>
                          <m:d>
                            <m:dPr>
                              <m:sepChr m:val=","/>
                              <m:ctrlPr>
                                <a:rPr lang="ar-AE" sz="2000" i="1">
                                  <a:solidFill>
                                    <a:srgbClr val="156082"/>
                                  </a:solidFill>
                                  <a:latin typeface="Cambria Math" panose="02040503050406030204" pitchFamily="18" charset="0"/>
                                </a:rPr>
                              </m:ctrlPr>
                            </m:dPr>
                            <m:e>
                              <m:r>
                                <a:rPr lang="ar-AE" sz="2000" i="1">
                                  <a:solidFill>
                                    <a:srgbClr val="156082"/>
                                  </a:solidFill>
                                  <a:latin typeface="Cambria Math" panose="02040503050406030204" pitchFamily="18" charset="0"/>
                                </a:rPr>
                                <m:t>𝐴</m:t>
                              </m:r>
                            </m:e>
                            <m:e>
                              <m:r>
                                <a:rPr lang="ar-AE" sz="2000" i="1">
                                  <a:solidFill>
                                    <a:srgbClr val="156082"/>
                                  </a:solidFill>
                                  <a:latin typeface="Cambria Math" panose="02040503050406030204" pitchFamily="18" charset="0"/>
                                </a:rPr>
                                <m:t>𝐵</m:t>
                              </m:r>
                            </m:e>
                          </m:d>
                        </m:num>
                        <m:den>
                          <m:r>
                            <a:rPr lang="ar-AE" sz="2000" i="1" smtClean="0">
                              <a:solidFill>
                                <a:srgbClr val="7030A0"/>
                              </a:solidFill>
                              <a:latin typeface="Cambria Math" panose="02040503050406030204" pitchFamily="18" charset="0"/>
                            </a:rPr>
                            <m:t>𝑃</m:t>
                          </m:r>
                          <m:d>
                            <m:dPr>
                              <m:ctrlPr>
                                <a:rPr lang="ar-AE" sz="2000" i="1">
                                  <a:solidFill>
                                    <a:srgbClr val="7030A0"/>
                                  </a:solidFill>
                                  <a:latin typeface="Cambria Math" panose="02040503050406030204" pitchFamily="18" charset="0"/>
                                </a:rPr>
                              </m:ctrlPr>
                            </m:dPr>
                            <m:e>
                              <m:r>
                                <a:rPr lang="en-US" sz="2000" b="0" i="1" smtClean="0">
                                  <a:solidFill>
                                    <a:srgbClr val="7030A0"/>
                                  </a:solidFill>
                                  <a:latin typeface="Cambria Math" panose="02040503050406030204" pitchFamily="18" charset="0"/>
                                </a:rPr>
                                <m:t>𝐴</m:t>
                              </m:r>
                            </m:e>
                          </m:d>
                        </m:den>
                      </m:f>
                      <m:r>
                        <a:rPr lang="ar-AE" sz="2000">
                          <a:latin typeface="Cambria Math" panose="02040503050406030204" pitchFamily="18" charset="0"/>
                        </a:rPr>
                        <m:t>=</m:t>
                      </m:r>
                      <m:f>
                        <m:fPr>
                          <m:ctrlPr>
                            <a:rPr lang="ar-AE" sz="2000" i="1">
                              <a:latin typeface="Cambria Math" panose="02040503050406030204" pitchFamily="18" charset="0"/>
                            </a:rPr>
                          </m:ctrlPr>
                        </m:fPr>
                        <m:num>
                          <m:r>
                            <a:rPr lang="ar-AE" sz="2000">
                              <a:latin typeface="Cambria Math" panose="02040503050406030204" pitchFamily="18" charset="0"/>
                            </a:rPr>
                            <m:t>0</m:t>
                          </m:r>
                          <m:r>
                            <a:rPr lang="ar-AE" sz="2000">
                              <a:latin typeface="Cambria Math" panose="02040503050406030204" pitchFamily="18" charset="0"/>
                            </a:rPr>
                            <m:t>.</m:t>
                          </m:r>
                          <m:r>
                            <a:rPr lang="ar-AE" sz="2000">
                              <a:latin typeface="Cambria Math" panose="02040503050406030204" pitchFamily="18" charset="0"/>
                            </a:rPr>
                            <m:t>45</m:t>
                          </m:r>
                        </m:num>
                        <m:den>
                          <m:r>
                            <a:rPr lang="ar-AE" sz="2000">
                              <a:latin typeface="Cambria Math" panose="02040503050406030204" pitchFamily="18" charset="0"/>
                            </a:rPr>
                            <m:t>0</m:t>
                          </m:r>
                          <m:r>
                            <a:rPr lang="ar-AE" sz="2000">
                              <a:latin typeface="Cambria Math" panose="02040503050406030204" pitchFamily="18" charset="0"/>
                            </a:rPr>
                            <m:t>.</m:t>
                          </m:r>
                          <m:r>
                            <a:rPr lang="en-US" sz="2000" b="0" i="1" smtClean="0">
                              <a:latin typeface="Cambria Math" panose="02040503050406030204" pitchFamily="18" charset="0"/>
                            </a:rPr>
                            <m:t>8</m:t>
                          </m:r>
                        </m:den>
                      </m:f>
                      <m:r>
                        <a:rPr lang="ar-AE" sz="2000">
                          <a:latin typeface="Cambria Math" panose="02040503050406030204" pitchFamily="18" charset="0"/>
                        </a:rPr>
                        <m:t>=</m:t>
                      </m:r>
                      <m:r>
                        <a:rPr lang="en-US" sz="2000" b="0" i="0" smtClean="0">
                          <a:latin typeface="Cambria Math" panose="02040503050406030204" pitchFamily="18" charset="0"/>
                        </a:rPr>
                        <m:t>0</m:t>
                      </m:r>
                      <m:r>
                        <a:rPr lang="en-US" sz="2000" b="0" i="0" smtClean="0">
                          <a:latin typeface="Cambria Math" panose="02040503050406030204" pitchFamily="18" charset="0"/>
                        </a:rPr>
                        <m:t>.</m:t>
                      </m:r>
                      <m:r>
                        <a:rPr lang="en-US" sz="2000" b="0" i="0" smtClean="0">
                          <a:latin typeface="Cambria Math" panose="02040503050406030204" pitchFamily="18" charset="0"/>
                        </a:rPr>
                        <m:t>5625</m:t>
                      </m:r>
                    </m:oMath>
                  </m:oMathPara>
                </a14:m>
                <a:endParaRPr lang="ar-AE" sz="2000" dirty="0">
                  <a:latin typeface="David" panose="020E0502060401010101" pitchFamily="34" charset="-79"/>
                </a:endParaRPr>
              </a:p>
            </p:txBody>
          </p:sp>
        </mc:Choice>
        <mc:Fallback xmlns="">
          <p:sp>
            <p:nvSpPr>
              <p:cNvPr id="10" name="תיבת טקסט 9">
                <a:extLst>
                  <a:ext uri="{FF2B5EF4-FFF2-40B4-BE49-F238E27FC236}">
                    <a16:creationId xmlns:a16="http://schemas.microsoft.com/office/drawing/2014/main" id="{C3608F25-3B6D-2631-3E87-46F8C75B62CB}"/>
                  </a:ext>
                </a:extLst>
              </p:cNvPr>
              <p:cNvSpPr txBox="1">
                <a:spLocks noRot="1" noChangeAspect="1" noMove="1" noResize="1" noEditPoints="1" noAdjustHandles="1" noChangeArrowheads="1" noChangeShapeType="1" noTextEdit="1"/>
              </p:cNvSpPr>
              <p:nvPr/>
            </p:nvSpPr>
            <p:spPr>
              <a:xfrm>
                <a:off x="644013" y="2306010"/>
                <a:ext cx="7966587" cy="4050340"/>
              </a:xfrm>
              <a:prstGeom prst="rect">
                <a:avLst/>
              </a:prstGeom>
              <a:blipFill>
                <a:blip r:embed="rId3"/>
                <a:stretch>
                  <a:fillRect l="-1607" t="-1654"/>
                </a:stretch>
              </a:blipFill>
            </p:spPr>
            <p:txBody>
              <a:bodyPr/>
              <a:lstStyle/>
              <a:p>
                <a:r>
                  <a:rPr lang="he-IL">
                    <a:noFill/>
                  </a:rPr>
                  <a:t> </a:t>
                </a:r>
              </a:p>
            </p:txBody>
          </p:sp>
        </mc:Fallback>
      </mc:AlternateContent>
      <p:sp>
        <p:nvSpPr>
          <p:cNvPr id="13" name="תיבת טקסט 12">
            <a:extLst>
              <a:ext uri="{FF2B5EF4-FFF2-40B4-BE49-F238E27FC236}">
                <a16:creationId xmlns:a16="http://schemas.microsoft.com/office/drawing/2014/main" id="{A3E63165-B503-A212-501E-A5E7BAE26CCC}"/>
              </a:ext>
            </a:extLst>
          </p:cNvPr>
          <p:cNvSpPr txBox="1"/>
          <p:nvPr/>
        </p:nvSpPr>
        <p:spPr>
          <a:xfrm>
            <a:off x="7285703" y="5048852"/>
            <a:ext cx="4262284" cy="1384995"/>
          </a:xfrm>
          <a:prstGeom prst="rect">
            <a:avLst/>
          </a:prstGeom>
          <a:noFill/>
        </p:spPr>
        <p:txBody>
          <a:bodyPr wrap="square">
            <a:spAutoFit/>
          </a:bodyPr>
          <a:lstStyle/>
          <a:p>
            <a:pPr>
              <a:buNone/>
            </a:pPr>
            <a:r>
              <a:rPr lang="en-US" sz="2800" dirty="0"/>
              <a:t>If a student </a:t>
            </a:r>
            <a:r>
              <a:rPr lang="en-US" sz="2800" b="1" dirty="0"/>
              <a:t>passed</a:t>
            </a:r>
            <a:r>
              <a:rPr lang="en-US" sz="2800" dirty="0"/>
              <a:t>, the probability they </a:t>
            </a:r>
            <a:r>
              <a:rPr lang="en-US" sz="2800" b="1" dirty="0"/>
              <a:t>studied</a:t>
            </a:r>
            <a:r>
              <a:rPr lang="en-US" sz="2800" dirty="0"/>
              <a:t> is </a:t>
            </a:r>
            <a:r>
              <a:rPr lang="en-US" sz="2800" b="1" dirty="0"/>
              <a:t>0.56</a:t>
            </a:r>
            <a:r>
              <a:rPr lang="en-US" sz="2800" dirty="0"/>
              <a:t>.</a:t>
            </a:r>
          </a:p>
        </p:txBody>
      </p:sp>
      <p:cxnSp>
        <p:nvCxnSpPr>
          <p:cNvPr id="5" name="מחבר חץ ישר 4">
            <a:extLst>
              <a:ext uri="{FF2B5EF4-FFF2-40B4-BE49-F238E27FC236}">
                <a16:creationId xmlns:a16="http://schemas.microsoft.com/office/drawing/2014/main" id="{ADDEC73B-16E2-C5D3-104F-C58C06133135}"/>
              </a:ext>
            </a:extLst>
          </p:cNvPr>
          <p:cNvCxnSpPr/>
          <p:nvPr/>
        </p:nvCxnSpPr>
        <p:spPr>
          <a:xfrm>
            <a:off x="6372225" y="5586413"/>
            <a:ext cx="706179" cy="0"/>
          </a:xfrm>
          <a:prstGeom prst="straightConnector1">
            <a:avLst/>
          </a:prstGeom>
          <a:ln w="38100" cap="flat" cmpd="sng" algn="ctr">
            <a:solidFill>
              <a:srgbClr val="FF000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Tree>
    <p:extLst>
      <p:ext uri="{BB962C8B-B14F-4D97-AF65-F5344CB8AC3E}">
        <p14:creationId xmlns:p14="http://schemas.microsoft.com/office/powerpoint/2010/main" val="416704923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CDC0D0-A796-E821-F6B4-FDCD48D9C67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DCBB67A-FD1B-010F-622E-14F70209851B}"/>
              </a:ext>
            </a:extLst>
          </p:cNvPr>
          <p:cNvSpPr>
            <a:spLocks noGrp="1"/>
          </p:cNvSpPr>
          <p:nvPr>
            <p:ph type="title"/>
          </p:nvPr>
        </p:nvSpPr>
        <p:spPr>
          <a:xfrm>
            <a:off x="838200" y="20997"/>
            <a:ext cx="10515600" cy="1325563"/>
          </a:xfrm>
        </p:spPr>
        <p:txBody>
          <a:bodyPr/>
          <a:lstStyle/>
          <a:p>
            <a:r>
              <a:rPr lang="en-US" dirty="0"/>
              <a:t>Conditional Probability</a:t>
            </a:r>
            <a:endParaRPr lang="LID4096" dirty="0"/>
          </a:p>
        </p:txBody>
      </p:sp>
      <p:sp>
        <p:nvSpPr>
          <p:cNvPr id="4" name="מציין מיקום של מספר שקופית 3">
            <a:extLst>
              <a:ext uri="{FF2B5EF4-FFF2-40B4-BE49-F238E27FC236}">
                <a16:creationId xmlns:a16="http://schemas.microsoft.com/office/drawing/2014/main" id="{190D55B1-0340-8204-6865-7E84D9861420}"/>
              </a:ext>
            </a:extLst>
          </p:cNvPr>
          <p:cNvSpPr>
            <a:spLocks noGrp="1"/>
          </p:cNvSpPr>
          <p:nvPr>
            <p:ph type="sldNum" sz="quarter" idx="12"/>
          </p:nvPr>
        </p:nvSpPr>
        <p:spPr/>
        <p:txBody>
          <a:bodyPr/>
          <a:lstStyle/>
          <a:p>
            <a:fld id="{B6796F57-8306-40D4-9229-37A3D19F0B5F}" type="slidenum">
              <a:rPr lang="LID4096" smtClean="0"/>
              <a:t>58</a:t>
            </a:fld>
            <a:endParaRPr lang="LID4096" dirty="0"/>
          </a:p>
        </p:txBody>
      </p:sp>
      <mc:AlternateContent xmlns:mc="http://schemas.openxmlformats.org/markup-compatibility/2006" xmlns:a14="http://schemas.microsoft.com/office/drawing/2010/main">
        <mc:Choice Requires="a14">
          <p:sp>
            <p:nvSpPr>
              <p:cNvPr id="7" name="מציין מיקום תוכן 6">
                <a:extLst>
                  <a:ext uri="{FF2B5EF4-FFF2-40B4-BE49-F238E27FC236}">
                    <a16:creationId xmlns:a16="http://schemas.microsoft.com/office/drawing/2014/main" id="{5E7265A3-2DCE-BA05-A51A-1483C65C3D22}"/>
                  </a:ext>
                </a:extLst>
              </p:cNvPr>
              <p:cNvSpPr>
                <a:spLocks noGrp="1"/>
              </p:cNvSpPr>
              <p:nvPr>
                <p:ph idx="1"/>
              </p:nvPr>
            </p:nvSpPr>
            <p:spPr>
              <a:xfrm>
                <a:off x="528484" y="1346560"/>
                <a:ext cx="11663516" cy="5009790"/>
              </a:xfrm>
            </p:spPr>
            <p:txBody>
              <a:bodyPr>
                <a:normAutofit/>
              </a:bodyPr>
              <a:lstStyle/>
              <a:p>
                <a:r>
                  <a:rPr lang="en-US" dirty="0"/>
                  <a:t>Remember</a:t>
                </a:r>
                <a:endParaRPr lang="en-US" sz="2400" dirty="0"/>
              </a:p>
              <a:p>
                <a:pPr marL="0" indent="0">
                  <a:buNone/>
                </a:pPr>
                <a:r>
                  <a:rPr lang="en-US" sz="2400" dirty="0"/>
                  <a:t>			</a:t>
                </a:r>
                <a14:m>
                  <m:oMath xmlns:m="http://schemas.openxmlformats.org/officeDocument/2006/math">
                    <m:r>
                      <a:rPr lang="en-US" sz="2400" i="1" dirty="0" smtClean="0">
                        <a:latin typeface="Cambria Math" panose="02040503050406030204" pitchFamily="18" charset="0"/>
                      </a:rPr>
                      <m:t>𝑃</m:t>
                    </m:r>
                    <m:d>
                      <m:dPr>
                        <m:ctrlPr>
                          <a:rPr lang="en-US" sz="2400" i="1" dirty="0" smtClean="0">
                            <a:latin typeface="Cambria Math" panose="02040503050406030204" pitchFamily="18" charset="0"/>
                          </a:rPr>
                        </m:ctrlPr>
                      </m:dPr>
                      <m:e>
                        <m:r>
                          <a:rPr lang="en-US" sz="2400" i="1" dirty="0" smtClean="0">
                            <a:latin typeface="Cambria Math" panose="02040503050406030204" pitchFamily="18" charset="0"/>
                          </a:rPr>
                          <m:t>𝐴</m:t>
                        </m:r>
                      </m:e>
                      <m:e>
                        <m:r>
                          <a:rPr lang="en-US" sz="2400" i="1" dirty="0" smtClean="0">
                            <a:latin typeface="Cambria Math" panose="02040503050406030204" pitchFamily="18" charset="0"/>
                          </a:rPr>
                          <m:t>𝐵</m:t>
                        </m:r>
                      </m:e>
                    </m:d>
                    <m:r>
                      <a:rPr lang="en-US" sz="2400" i="1" dirty="0" smtClean="0">
                        <a:latin typeface="Cambria Math" panose="02040503050406030204" pitchFamily="18" charset="0"/>
                      </a:rPr>
                      <m:t>≠ </m:t>
                    </m:r>
                    <m:r>
                      <a:rPr lang="en-US" sz="2400" i="1" dirty="0" smtClean="0">
                        <a:latin typeface="Cambria Math" panose="02040503050406030204" pitchFamily="18" charset="0"/>
                      </a:rPr>
                      <m:t>𝑃</m:t>
                    </m:r>
                    <m:d>
                      <m:dPr>
                        <m:ctrlPr>
                          <a:rPr lang="en-US" sz="2400" i="1" dirty="0" smtClean="0">
                            <a:latin typeface="Cambria Math" panose="02040503050406030204" pitchFamily="18" charset="0"/>
                          </a:rPr>
                        </m:ctrlPr>
                      </m:dPr>
                      <m:e>
                        <m:r>
                          <a:rPr lang="en-US" sz="2400" i="1" dirty="0" smtClean="0">
                            <a:latin typeface="Cambria Math" panose="02040503050406030204" pitchFamily="18" charset="0"/>
                          </a:rPr>
                          <m:t>𝐵</m:t>
                        </m:r>
                      </m:e>
                      <m:e>
                        <m:r>
                          <a:rPr lang="en-US" sz="2400" i="1" dirty="0" smtClean="0">
                            <a:latin typeface="Cambria Math" panose="02040503050406030204" pitchFamily="18" charset="0"/>
                          </a:rPr>
                          <m:t>𝐴</m:t>
                        </m:r>
                      </m:e>
                    </m:d>
                  </m:oMath>
                </a14:m>
                <a:endParaRPr lang="en-US" sz="2400" i="1" dirty="0">
                  <a:latin typeface="Cambria Math" panose="02040503050406030204" pitchFamily="18" charset="0"/>
                </a:endParaRPr>
              </a:p>
              <a:p>
                <a:pPr marL="0" indent="0">
                  <a:buNone/>
                </a:pPr>
                <a:endParaRPr lang="he-IL" sz="2400" dirty="0"/>
              </a:p>
              <a:p>
                <a:pPr marL="0" indent="0">
                  <a:buNone/>
                </a:pPr>
                <a:endParaRPr lang="en-US" sz="2400" dirty="0"/>
              </a:p>
              <a:p>
                <a:pPr marL="0" indent="0">
                  <a:buNone/>
                </a:pPr>
                <a:endParaRPr lang="en-US" dirty="0"/>
              </a:p>
              <a:p>
                <a:pPr marL="0" indent="0">
                  <a:buNone/>
                </a:pPr>
                <a:endParaRPr lang="en-US" dirty="0"/>
              </a:p>
              <a:p>
                <a:pPr marL="0" indent="0">
                  <a:buNone/>
                </a:pPr>
                <a14:m>
                  <m:oMathPara xmlns:m="http://schemas.openxmlformats.org/officeDocument/2006/math">
                    <m:oMathParaPr>
                      <m:jc m:val="left"/>
                    </m:oMathParaPr>
                    <m:oMath xmlns:m="http://schemas.openxmlformats.org/officeDocument/2006/math">
                      <m:r>
                        <a:rPr lang="en-US" sz="2200" i="1">
                          <a:latin typeface="Cambria Math" panose="02040503050406030204" pitchFamily="18" charset="0"/>
                        </a:rPr>
                        <m:t>𝑃</m:t>
                      </m:r>
                      <m:d>
                        <m:dPr>
                          <m:ctrlPr>
                            <a:rPr lang="ar-AE" sz="2200" i="1">
                              <a:latin typeface="Cambria Math" panose="02040503050406030204" pitchFamily="18" charset="0"/>
                            </a:rPr>
                          </m:ctrlPr>
                        </m:dPr>
                        <m:e>
                          <m:r>
                            <a:rPr lang="ar-AE" sz="2200" i="1">
                              <a:latin typeface="Cambria Math" panose="02040503050406030204" pitchFamily="18" charset="0"/>
                            </a:rPr>
                            <m:t>𝐴</m:t>
                          </m:r>
                          <m:r>
                            <a:rPr lang="ar-AE" sz="2200">
                              <a:latin typeface="Cambria Math" panose="02040503050406030204" pitchFamily="18" charset="0"/>
                            </a:rPr>
                            <m:t>∣</m:t>
                          </m:r>
                          <m:r>
                            <a:rPr lang="ar-AE" sz="2200" i="1">
                              <a:latin typeface="Cambria Math" panose="02040503050406030204" pitchFamily="18" charset="0"/>
                            </a:rPr>
                            <m:t>𝐵</m:t>
                          </m:r>
                        </m:e>
                      </m:d>
                      <m:r>
                        <a:rPr lang="ar-AE" sz="2200">
                          <a:latin typeface="Cambria Math" panose="02040503050406030204" pitchFamily="18" charset="0"/>
                        </a:rPr>
                        <m:t>=</m:t>
                      </m:r>
                      <m:f>
                        <m:fPr>
                          <m:ctrlPr>
                            <a:rPr lang="ar-AE" sz="2200" i="1">
                              <a:latin typeface="Cambria Math" panose="02040503050406030204" pitchFamily="18" charset="0"/>
                            </a:rPr>
                          </m:ctrlPr>
                        </m:fPr>
                        <m:num>
                          <m:r>
                            <a:rPr lang="ar-AE" sz="2200" i="1">
                              <a:solidFill>
                                <a:srgbClr val="156082"/>
                              </a:solidFill>
                              <a:latin typeface="Cambria Math" panose="02040503050406030204" pitchFamily="18" charset="0"/>
                            </a:rPr>
                            <m:t>𝑃</m:t>
                          </m:r>
                          <m:d>
                            <m:dPr>
                              <m:sepChr m:val=","/>
                              <m:ctrlPr>
                                <a:rPr lang="ar-AE" sz="2200" i="1">
                                  <a:solidFill>
                                    <a:srgbClr val="156082"/>
                                  </a:solidFill>
                                  <a:latin typeface="Cambria Math" panose="02040503050406030204" pitchFamily="18" charset="0"/>
                                </a:rPr>
                              </m:ctrlPr>
                            </m:dPr>
                            <m:e>
                              <m:r>
                                <a:rPr lang="ar-AE" sz="2200" i="1">
                                  <a:solidFill>
                                    <a:srgbClr val="156082"/>
                                  </a:solidFill>
                                  <a:latin typeface="Cambria Math" panose="02040503050406030204" pitchFamily="18" charset="0"/>
                                </a:rPr>
                                <m:t>𝐴</m:t>
                              </m:r>
                            </m:e>
                            <m:e>
                              <m:r>
                                <a:rPr lang="ar-AE" sz="2200" i="1">
                                  <a:solidFill>
                                    <a:srgbClr val="156082"/>
                                  </a:solidFill>
                                  <a:latin typeface="Cambria Math" panose="02040503050406030204" pitchFamily="18" charset="0"/>
                                </a:rPr>
                                <m:t>𝐵</m:t>
                              </m:r>
                            </m:e>
                          </m:d>
                        </m:num>
                        <m:den>
                          <m:r>
                            <a:rPr lang="ar-AE" sz="2200" i="1">
                              <a:solidFill>
                                <a:srgbClr val="00B050"/>
                              </a:solidFill>
                              <a:latin typeface="Cambria Math" panose="02040503050406030204" pitchFamily="18" charset="0"/>
                            </a:rPr>
                            <m:t>𝑃</m:t>
                          </m:r>
                          <m:d>
                            <m:dPr>
                              <m:ctrlPr>
                                <a:rPr lang="ar-AE" sz="2200" i="1">
                                  <a:solidFill>
                                    <a:srgbClr val="00B050"/>
                                  </a:solidFill>
                                  <a:latin typeface="Cambria Math" panose="02040503050406030204" pitchFamily="18" charset="0"/>
                                </a:rPr>
                              </m:ctrlPr>
                            </m:dPr>
                            <m:e>
                              <m:r>
                                <a:rPr lang="ar-AE" sz="2200" i="1">
                                  <a:solidFill>
                                    <a:srgbClr val="00B050"/>
                                  </a:solidFill>
                                  <a:latin typeface="Cambria Math" panose="02040503050406030204" pitchFamily="18" charset="0"/>
                                </a:rPr>
                                <m:t>𝐵</m:t>
                              </m:r>
                            </m:e>
                          </m:d>
                        </m:den>
                      </m:f>
                      <m:r>
                        <a:rPr lang="ar-AE" sz="2200">
                          <a:latin typeface="Cambria Math" panose="02040503050406030204" pitchFamily="18" charset="0"/>
                        </a:rPr>
                        <m:t>=</m:t>
                      </m:r>
                      <m:f>
                        <m:fPr>
                          <m:ctrlPr>
                            <a:rPr lang="ar-AE" sz="2200" i="1">
                              <a:latin typeface="Cambria Math" panose="02040503050406030204" pitchFamily="18" charset="0"/>
                            </a:rPr>
                          </m:ctrlPr>
                        </m:fPr>
                        <m:num>
                          <m:r>
                            <a:rPr lang="ar-AE" sz="2200">
                              <a:latin typeface="Cambria Math" panose="02040503050406030204" pitchFamily="18" charset="0"/>
                            </a:rPr>
                            <m:t>0</m:t>
                          </m:r>
                          <m:r>
                            <a:rPr lang="ar-AE" sz="2200">
                              <a:latin typeface="Cambria Math" panose="02040503050406030204" pitchFamily="18" charset="0"/>
                            </a:rPr>
                            <m:t>.</m:t>
                          </m:r>
                          <m:r>
                            <a:rPr lang="ar-AE" sz="2200">
                              <a:latin typeface="Cambria Math" panose="02040503050406030204" pitchFamily="18" charset="0"/>
                            </a:rPr>
                            <m:t>45</m:t>
                          </m:r>
                        </m:num>
                        <m:den>
                          <m:r>
                            <a:rPr lang="ar-AE" sz="2200">
                              <a:latin typeface="Cambria Math" panose="02040503050406030204" pitchFamily="18" charset="0"/>
                            </a:rPr>
                            <m:t>0</m:t>
                          </m:r>
                          <m:r>
                            <a:rPr lang="ar-AE" sz="2200">
                              <a:latin typeface="Cambria Math" panose="02040503050406030204" pitchFamily="18" charset="0"/>
                            </a:rPr>
                            <m:t>.</m:t>
                          </m:r>
                          <m:r>
                            <a:rPr lang="ar-AE" sz="2200">
                              <a:latin typeface="Cambria Math" panose="02040503050406030204" pitchFamily="18" charset="0"/>
                            </a:rPr>
                            <m:t>5</m:t>
                          </m:r>
                        </m:den>
                      </m:f>
                      <m:r>
                        <a:rPr lang="ar-AE" sz="2200">
                          <a:latin typeface="Cambria Math" panose="02040503050406030204" pitchFamily="18" charset="0"/>
                        </a:rPr>
                        <m:t>=</m:t>
                      </m:r>
                      <m:r>
                        <a:rPr lang="ar-AE" sz="2200">
                          <a:latin typeface="Cambria Math" panose="02040503050406030204" pitchFamily="18" charset="0"/>
                        </a:rPr>
                        <m:t>0</m:t>
                      </m:r>
                      <m:r>
                        <a:rPr lang="ar-AE" sz="2200">
                          <a:latin typeface="Cambria Math" panose="02040503050406030204" pitchFamily="18" charset="0"/>
                        </a:rPr>
                        <m:t>.</m:t>
                      </m:r>
                      <m:r>
                        <a:rPr lang="ar-AE" sz="2200">
                          <a:latin typeface="Cambria Math" panose="02040503050406030204" pitchFamily="18" charset="0"/>
                        </a:rPr>
                        <m:t>9</m:t>
                      </m:r>
                      <m:r>
                        <a:rPr lang="en-US" sz="2200" b="0" i="1" smtClean="0">
                          <a:latin typeface="Cambria Math" panose="02040503050406030204" pitchFamily="18" charset="0"/>
                        </a:rPr>
                        <m:t>                                  </m:t>
                      </m:r>
                      <m:r>
                        <a:rPr lang="en-US" sz="2200" i="1">
                          <a:latin typeface="Cambria Math" panose="02040503050406030204" pitchFamily="18" charset="0"/>
                        </a:rPr>
                        <m:t>𝑃</m:t>
                      </m:r>
                      <m:d>
                        <m:dPr>
                          <m:ctrlPr>
                            <a:rPr lang="ar-AE" sz="2200" i="1">
                              <a:latin typeface="Cambria Math" panose="02040503050406030204" pitchFamily="18" charset="0"/>
                            </a:rPr>
                          </m:ctrlPr>
                        </m:dPr>
                        <m:e>
                          <m:r>
                            <m:rPr>
                              <m:sty m:val="p"/>
                            </m:rPr>
                            <a:rPr lang="en-US" sz="2200">
                              <a:latin typeface="Cambria Math" panose="02040503050406030204" pitchFamily="18" charset="0"/>
                            </a:rPr>
                            <m:t>B</m:t>
                          </m:r>
                          <m:r>
                            <a:rPr lang="ar-AE" sz="2200">
                              <a:latin typeface="Cambria Math" panose="02040503050406030204" pitchFamily="18" charset="0"/>
                            </a:rPr>
                            <m:t>∣</m:t>
                          </m:r>
                          <m:r>
                            <a:rPr lang="en-US" sz="2200" i="1">
                              <a:latin typeface="Cambria Math" panose="02040503050406030204" pitchFamily="18" charset="0"/>
                            </a:rPr>
                            <m:t>𝐴</m:t>
                          </m:r>
                        </m:e>
                      </m:d>
                      <m:r>
                        <a:rPr lang="ar-AE" sz="2200">
                          <a:latin typeface="Cambria Math" panose="02040503050406030204" pitchFamily="18" charset="0"/>
                        </a:rPr>
                        <m:t>=</m:t>
                      </m:r>
                      <m:f>
                        <m:fPr>
                          <m:ctrlPr>
                            <a:rPr lang="ar-AE" sz="2200" i="1">
                              <a:latin typeface="Cambria Math" panose="02040503050406030204" pitchFamily="18" charset="0"/>
                            </a:rPr>
                          </m:ctrlPr>
                        </m:fPr>
                        <m:num>
                          <m:r>
                            <a:rPr lang="ar-AE" sz="2200" i="1">
                              <a:solidFill>
                                <a:srgbClr val="156082"/>
                              </a:solidFill>
                              <a:latin typeface="Cambria Math" panose="02040503050406030204" pitchFamily="18" charset="0"/>
                            </a:rPr>
                            <m:t>𝑃</m:t>
                          </m:r>
                          <m:d>
                            <m:dPr>
                              <m:sepChr m:val=","/>
                              <m:ctrlPr>
                                <a:rPr lang="ar-AE" sz="2200" i="1">
                                  <a:solidFill>
                                    <a:srgbClr val="156082"/>
                                  </a:solidFill>
                                  <a:latin typeface="Cambria Math" panose="02040503050406030204" pitchFamily="18" charset="0"/>
                                </a:rPr>
                              </m:ctrlPr>
                            </m:dPr>
                            <m:e>
                              <m:r>
                                <a:rPr lang="ar-AE" sz="2200" i="1">
                                  <a:solidFill>
                                    <a:srgbClr val="156082"/>
                                  </a:solidFill>
                                  <a:latin typeface="Cambria Math" panose="02040503050406030204" pitchFamily="18" charset="0"/>
                                </a:rPr>
                                <m:t>𝐴</m:t>
                              </m:r>
                            </m:e>
                            <m:e>
                              <m:r>
                                <a:rPr lang="ar-AE" sz="2200" i="1">
                                  <a:solidFill>
                                    <a:srgbClr val="156082"/>
                                  </a:solidFill>
                                  <a:latin typeface="Cambria Math" panose="02040503050406030204" pitchFamily="18" charset="0"/>
                                </a:rPr>
                                <m:t>𝐵</m:t>
                              </m:r>
                            </m:e>
                          </m:d>
                        </m:num>
                        <m:den>
                          <m:r>
                            <a:rPr lang="ar-AE" sz="2200" i="1">
                              <a:solidFill>
                                <a:srgbClr val="7030A0"/>
                              </a:solidFill>
                              <a:latin typeface="Cambria Math" panose="02040503050406030204" pitchFamily="18" charset="0"/>
                            </a:rPr>
                            <m:t>𝑃</m:t>
                          </m:r>
                          <m:d>
                            <m:dPr>
                              <m:ctrlPr>
                                <a:rPr lang="ar-AE" sz="2200" i="1">
                                  <a:solidFill>
                                    <a:srgbClr val="7030A0"/>
                                  </a:solidFill>
                                  <a:latin typeface="Cambria Math" panose="02040503050406030204" pitchFamily="18" charset="0"/>
                                </a:rPr>
                              </m:ctrlPr>
                            </m:dPr>
                            <m:e>
                              <m:r>
                                <a:rPr lang="en-US" sz="2200" i="1">
                                  <a:solidFill>
                                    <a:srgbClr val="7030A0"/>
                                  </a:solidFill>
                                  <a:latin typeface="Cambria Math" panose="02040503050406030204" pitchFamily="18" charset="0"/>
                                </a:rPr>
                                <m:t>𝐴</m:t>
                              </m:r>
                            </m:e>
                          </m:d>
                        </m:den>
                      </m:f>
                      <m:r>
                        <a:rPr lang="ar-AE" sz="2200">
                          <a:latin typeface="Cambria Math" panose="02040503050406030204" pitchFamily="18" charset="0"/>
                        </a:rPr>
                        <m:t>=</m:t>
                      </m:r>
                      <m:f>
                        <m:fPr>
                          <m:ctrlPr>
                            <a:rPr lang="ar-AE" sz="2200" i="1">
                              <a:latin typeface="Cambria Math" panose="02040503050406030204" pitchFamily="18" charset="0"/>
                            </a:rPr>
                          </m:ctrlPr>
                        </m:fPr>
                        <m:num>
                          <m:r>
                            <a:rPr lang="ar-AE" sz="2200">
                              <a:latin typeface="Cambria Math" panose="02040503050406030204" pitchFamily="18" charset="0"/>
                            </a:rPr>
                            <m:t>0</m:t>
                          </m:r>
                          <m:r>
                            <a:rPr lang="ar-AE" sz="2200">
                              <a:latin typeface="Cambria Math" panose="02040503050406030204" pitchFamily="18" charset="0"/>
                            </a:rPr>
                            <m:t>.</m:t>
                          </m:r>
                          <m:r>
                            <a:rPr lang="ar-AE" sz="2200">
                              <a:latin typeface="Cambria Math" panose="02040503050406030204" pitchFamily="18" charset="0"/>
                            </a:rPr>
                            <m:t>45</m:t>
                          </m:r>
                        </m:num>
                        <m:den>
                          <m:r>
                            <a:rPr lang="ar-AE" sz="2200">
                              <a:latin typeface="Cambria Math" panose="02040503050406030204" pitchFamily="18" charset="0"/>
                            </a:rPr>
                            <m:t>0</m:t>
                          </m:r>
                          <m:r>
                            <a:rPr lang="ar-AE" sz="2200">
                              <a:latin typeface="Cambria Math" panose="02040503050406030204" pitchFamily="18" charset="0"/>
                            </a:rPr>
                            <m:t>.</m:t>
                          </m:r>
                          <m:r>
                            <a:rPr lang="en-US" sz="2200" i="1">
                              <a:latin typeface="Cambria Math" panose="02040503050406030204" pitchFamily="18" charset="0"/>
                            </a:rPr>
                            <m:t>8</m:t>
                          </m:r>
                        </m:den>
                      </m:f>
                      <m:r>
                        <a:rPr lang="ar-AE" sz="2200">
                          <a:latin typeface="Cambria Math" panose="02040503050406030204" pitchFamily="18" charset="0"/>
                        </a:rPr>
                        <m:t>=</m:t>
                      </m:r>
                      <m:r>
                        <a:rPr lang="en-US" sz="2200">
                          <a:latin typeface="Cambria Math" panose="02040503050406030204" pitchFamily="18" charset="0"/>
                        </a:rPr>
                        <m:t>0</m:t>
                      </m:r>
                      <m:r>
                        <a:rPr lang="en-US" sz="2200">
                          <a:latin typeface="Cambria Math" panose="02040503050406030204" pitchFamily="18" charset="0"/>
                        </a:rPr>
                        <m:t>.</m:t>
                      </m:r>
                      <m:r>
                        <a:rPr lang="en-US" sz="2200">
                          <a:latin typeface="Cambria Math" panose="02040503050406030204" pitchFamily="18" charset="0"/>
                        </a:rPr>
                        <m:t>5625</m:t>
                      </m:r>
                    </m:oMath>
                  </m:oMathPara>
                </a14:m>
                <a:endParaRPr lang="ar-AE" sz="2200" dirty="0"/>
              </a:p>
              <a:p>
                <a:endParaRPr lang="ar-AE" dirty="0"/>
              </a:p>
              <a:p>
                <a:endParaRPr lang="en-US" b="1" dirty="0">
                  <a:cs typeface="David" panose="020E0502060401010101" pitchFamily="34" charset="-79"/>
                </a:endParaRPr>
              </a:p>
              <a:p>
                <a:endParaRPr lang="en-US" i="1" dirty="0">
                  <a:latin typeface="Cambria Math" panose="02040503050406030204" pitchFamily="18" charset="0"/>
                </a:endParaRPr>
              </a:p>
              <a:p>
                <a:endParaRPr lang="en-US" dirty="0"/>
              </a:p>
              <a:p>
                <a:pPr marL="0" indent="0">
                  <a:buNone/>
                </a:pPr>
                <a:endParaRPr lang="en-US" sz="2400" dirty="0"/>
              </a:p>
              <a:p>
                <a:endParaRPr lang="en-US" sz="2400" dirty="0"/>
              </a:p>
              <a:p>
                <a:pPr marL="0" indent="0">
                  <a:buNone/>
                </a:pPr>
                <a:endParaRPr lang="he-IL" sz="2400" dirty="0"/>
              </a:p>
            </p:txBody>
          </p:sp>
        </mc:Choice>
        <mc:Fallback xmlns="">
          <p:sp>
            <p:nvSpPr>
              <p:cNvPr id="7" name="מציין מיקום תוכן 6">
                <a:extLst>
                  <a:ext uri="{FF2B5EF4-FFF2-40B4-BE49-F238E27FC236}">
                    <a16:creationId xmlns:a16="http://schemas.microsoft.com/office/drawing/2014/main" id="{CBD1075D-240C-88A5-B700-B1295E5E15E7}"/>
                  </a:ext>
                </a:extLst>
              </p:cNvPr>
              <p:cNvSpPr>
                <a:spLocks noGrp="1" noRot="1" noChangeAspect="1" noMove="1" noResize="1" noEditPoints="1" noAdjustHandles="1" noChangeArrowheads="1" noChangeShapeType="1" noTextEdit="1"/>
              </p:cNvSpPr>
              <p:nvPr>
                <p:ph idx="1"/>
              </p:nvPr>
            </p:nvSpPr>
            <p:spPr>
              <a:xfrm>
                <a:off x="528484" y="1346560"/>
                <a:ext cx="11663516" cy="5009790"/>
              </a:xfrm>
              <a:blipFill>
                <a:blip r:embed="rId3"/>
                <a:stretch>
                  <a:fillRect l="-941" t="-2068"/>
                </a:stretch>
              </a:blipFill>
            </p:spPr>
            <p:txBody>
              <a:bodyPr/>
              <a:lstStyle/>
              <a:p>
                <a:r>
                  <a:rPr lang="he-IL">
                    <a:noFill/>
                  </a:rPr>
                  <a:t> </a:t>
                </a:r>
              </a:p>
            </p:txBody>
          </p:sp>
        </mc:Fallback>
      </mc:AlternateContent>
      <p:graphicFrame>
        <p:nvGraphicFramePr>
          <p:cNvPr id="3" name="טבלה 2">
            <a:extLst>
              <a:ext uri="{FF2B5EF4-FFF2-40B4-BE49-F238E27FC236}">
                <a16:creationId xmlns:a16="http://schemas.microsoft.com/office/drawing/2014/main" id="{0500147C-A39D-3FC0-BFBA-0801BB560CD5}"/>
              </a:ext>
            </a:extLst>
          </p:cNvPr>
          <p:cNvGraphicFramePr>
            <a:graphicFrameLocks noGrp="1"/>
          </p:cNvGraphicFramePr>
          <p:nvPr/>
        </p:nvGraphicFramePr>
        <p:xfrm>
          <a:off x="7225412" y="683778"/>
          <a:ext cx="4878031" cy="2560320"/>
        </p:xfrm>
        <a:graphic>
          <a:graphicData uri="http://schemas.openxmlformats.org/drawingml/2006/table">
            <a:tbl>
              <a:tblPr rtl="1" firstRow="1" bandRow="1">
                <a:tableStyleId>{2D5ABB26-0587-4C30-8999-92F81FD0307C}</a:tableStyleId>
              </a:tblPr>
              <a:tblGrid>
                <a:gridCol w="1202425">
                  <a:extLst>
                    <a:ext uri="{9D8B030D-6E8A-4147-A177-3AD203B41FA5}">
                      <a16:colId xmlns:a16="http://schemas.microsoft.com/office/drawing/2014/main" val="4046420591"/>
                    </a:ext>
                  </a:extLst>
                </a:gridCol>
                <a:gridCol w="1236590">
                  <a:extLst>
                    <a:ext uri="{9D8B030D-6E8A-4147-A177-3AD203B41FA5}">
                      <a16:colId xmlns:a16="http://schemas.microsoft.com/office/drawing/2014/main" val="2726835074"/>
                    </a:ext>
                  </a:extLst>
                </a:gridCol>
                <a:gridCol w="1219508">
                  <a:extLst>
                    <a:ext uri="{9D8B030D-6E8A-4147-A177-3AD203B41FA5}">
                      <a16:colId xmlns:a16="http://schemas.microsoft.com/office/drawing/2014/main" val="2258861154"/>
                    </a:ext>
                  </a:extLst>
                </a:gridCol>
                <a:gridCol w="1219508">
                  <a:extLst>
                    <a:ext uri="{9D8B030D-6E8A-4147-A177-3AD203B41FA5}">
                      <a16:colId xmlns:a16="http://schemas.microsoft.com/office/drawing/2014/main" val="1668175425"/>
                    </a:ext>
                  </a:extLst>
                </a:gridCol>
              </a:tblGrid>
              <a:tr h="419473">
                <a:tc>
                  <a:txBody>
                    <a:bodyPr/>
                    <a:lstStyle/>
                    <a:p>
                      <a:pPr rtl="1"/>
                      <a:r>
                        <a:rPr lang="en-US" dirty="0"/>
                        <a:t>Total</a:t>
                      </a:r>
                      <a:endParaRPr lang="he-IL"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rtl="1"/>
                      <a:r>
                        <a:rPr lang="en-US" dirty="0"/>
                        <a:t>Failed (Not A)</a:t>
                      </a:r>
                      <a:endParaRPr lang="he-IL"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rtl="1"/>
                      <a:r>
                        <a:rPr lang="en-US" dirty="0"/>
                        <a:t>Passed (A)</a:t>
                      </a:r>
                      <a:endParaRPr lang="he-IL"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rtl="1"/>
                      <a:endParaRPr lang="he-IL"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3224348326"/>
                  </a:ext>
                </a:extLst>
              </a:tr>
              <a:tr h="250058">
                <a:tc>
                  <a:txBody>
                    <a:bodyPr/>
                    <a:lstStyle/>
                    <a:p>
                      <a:pPr rtl="1"/>
                      <a:r>
                        <a:rPr lang="en-US" sz="2000" b="0" i="0" kern="1200" dirty="0">
                          <a:solidFill>
                            <a:srgbClr val="00B050"/>
                          </a:solidFill>
                          <a:latin typeface="Cambria Math" panose="02040503050406030204" pitchFamily="18" charset="0"/>
                          <a:ea typeface="+mn-ea"/>
                          <a:cs typeface="+mn-cs"/>
                        </a:rPr>
                        <a:t>50</a:t>
                      </a:r>
                      <a:endParaRPr lang="he-IL" sz="2000" b="0" i="0" kern="1200" dirty="0">
                        <a:solidFill>
                          <a:srgbClr val="00B050"/>
                        </a:solidFill>
                        <a:latin typeface="Cambria Math" panose="02040503050406030204" pitchFamily="18"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rtl="1"/>
                      <a:r>
                        <a:rPr lang="en-US" dirty="0"/>
                        <a:t>5</a:t>
                      </a:r>
                      <a:endParaRPr lang="he-IL"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rtl="1"/>
                      <a:r>
                        <a:rPr lang="en-US" sz="2000" b="0" i="0" kern="1200" dirty="0">
                          <a:solidFill>
                            <a:schemeClr val="tx2">
                              <a:lumMod val="50000"/>
                              <a:lumOff val="50000"/>
                            </a:schemeClr>
                          </a:solidFill>
                          <a:latin typeface="Cambria Math" panose="02040503050406030204" pitchFamily="18" charset="0"/>
                          <a:ea typeface="+mn-ea"/>
                          <a:cs typeface="+mn-cs"/>
                        </a:rPr>
                        <a:t>45</a:t>
                      </a:r>
                      <a:endParaRPr lang="he-IL" sz="2000" b="0" i="0" kern="1200" dirty="0">
                        <a:solidFill>
                          <a:schemeClr val="tx2">
                            <a:lumMod val="50000"/>
                            <a:lumOff val="50000"/>
                          </a:schemeClr>
                        </a:solidFill>
                        <a:latin typeface="Cambria Math" panose="02040503050406030204" pitchFamily="18"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rtl="1"/>
                      <a:r>
                        <a:rPr lang="en-US" dirty="0"/>
                        <a:t>Studied (B)</a:t>
                      </a:r>
                      <a:endParaRPr lang="he-IL"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169755855"/>
                  </a:ext>
                </a:extLst>
              </a:tr>
              <a:tr h="431607">
                <a:tc>
                  <a:txBody>
                    <a:bodyPr/>
                    <a:lstStyle/>
                    <a:p>
                      <a:pPr rtl="1"/>
                      <a:r>
                        <a:rPr lang="en-US" dirty="0"/>
                        <a:t>50</a:t>
                      </a:r>
                      <a:endParaRPr lang="he-IL"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rtl="1"/>
                      <a:r>
                        <a:rPr lang="en-US" dirty="0"/>
                        <a:t>15</a:t>
                      </a:r>
                      <a:endParaRPr lang="he-IL"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rtl="1"/>
                      <a:r>
                        <a:rPr lang="en-US" dirty="0"/>
                        <a:t>35</a:t>
                      </a:r>
                      <a:endParaRPr lang="he-IL"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rtl="1"/>
                      <a:r>
                        <a:rPr lang="en-US" dirty="0"/>
                        <a:t>Not Studied (Not B)</a:t>
                      </a:r>
                      <a:endParaRPr lang="he-IL"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2106022712"/>
                  </a:ext>
                </a:extLst>
              </a:tr>
              <a:tr h="250058">
                <a:tc>
                  <a:txBody>
                    <a:bodyPr/>
                    <a:lstStyle/>
                    <a:p>
                      <a:pPr rtl="1"/>
                      <a:r>
                        <a:rPr lang="en-US" dirty="0"/>
                        <a:t>100</a:t>
                      </a:r>
                      <a:endParaRPr lang="he-IL"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rtl="1"/>
                      <a:r>
                        <a:rPr lang="en-US" dirty="0"/>
                        <a:t>20</a:t>
                      </a:r>
                      <a:endParaRPr lang="he-IL"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rtl="1"/>
                      <a:r>
                        <a:rPr lang="en-US" dirty="0">
                          <a:solidFill>
                            <a:srgbClr val="7030A0"/>
                          </a:solidFill>
                        </a:rPr>
                        <a:t>80</a:t>
                      </a:r>
                      <a:endParaRPr lang="he-IL"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rtl="1"/>
                      <a:r>
                        <a:rPr lang="en-US" dirty="0"/>
                        <a:t>Total</a:t>
                      </a:r>
                      <a:endParaRPr lang="he-IL"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3000639561"/>
                  </a:ext>
                </a:extLst>
              </a:tr>
            </a:tbl>
          </a:graphicData>
        </a:graphic>
      </p:graphicFrame>
      <p:sp>
        <p:nvSpPr>
          <p:cNvPr id="6" name="תיבת טקסט 5">
            <a:extLst>
              <a:ext uri="{FF2B5EF4-FFF2-40B4-BE49-F238E27FC236}">
                <a16:creationId xmlns:a16="http://schemas.microsoft.com/office/drawing/2014/main" id="{3B28A3ED-C2EA-3F29-2112-D0D9106F1AE6}"/>
              </a:ext>
            </a:extLst>
          </p:cNvPr>
          <p:cNvSpPr txBox="1"/>
          <p:nvPr/>
        </p:nvSpPr>
        <p:spPr>
          <a:xfrm>
            <a:off x="264242" y="5002560"/>
            <a:ext cx="6096000" cy="369332"/>
          </a:xfrm>
          <a:prstGeom prst="rect">
            <a:avLst/>
          </a:prstGeom>
          <a:noFill/>
        </p:spPr>
        <p:txBody>
          <a:bodyPr wrap="square">
            <a:spAutoFit/>
          </a:bodyPr>
          <a:lstStyle/>
          <a:p>
            <a:r>
              <a:rPr lang="en-US" dirty="0"/>
              <a:t>If a student </a:t>
            </a:r>
            <a:r>
              <a:rPr lang="en-US" b="1" dirty="0"/>
              <a:t>studied</a:t>
            </a:r>
            <a:r>
              <a:rPr lang="en-US" dirty="0"/>
              <a:t>, the probability they </a:t>
            </a:r>
            <a:r>
              <a:rPr lang="en-US" b="1" dirty="0"/>
              <a:t>pass</a:t>
            </a:r>
            <a:r>
              <a:rPr lang="en-US" dirty="0"/>
              <a:t> is </a:t>
            </a:r>
            <a:r>
              <a:rPr lang="en-US" b="1" dirty="0"/>
              <a:t>0.9</a:t>
            </a:r>
            <a:endParaRPr lang="en-US" dirty="0"/>
          </a:p>
        </p:txBody>
      </p:sp>
      <p:sp>
        <p:nvSpPr>
          <p:cNvPr id="9" name="תיבת טקסט 8">
            <a:extLst>
              <a:ext uri="{FF2B5EF4-FFF2-40B4-BE49-F238E27FC236}">
                <a16:creationId xmlns:a16="http://schemas.microsoft.com/office/drawing/2014/main" id="{BA603870-CF6C-9628-3121-2E55D92BC307}"/>
              </a:ext>
            </a:extLst>
          </p:cNvPr>
          <p:cNvSpPr txBox="1"/>
          <p:nvPr/>
        </p:nvSpPr>
        <p:spPr>
          <a:xfrm>
            <a:off x="6096000" y="5002560"/>
            <a:ext cx="6096000" cy="369332"/>
          </a:xfrm>
          <a:prstGeom prst="rect">
            <a:avLst/>
          </a:prstGeom>
          <a:noFill/>
        </p:spPr>
        <p:txBody>
          <a:bodyPr wrap="square">
            <a:spAutoFit/>
          </a:bodyPr>
          <a:lstStyle/>
          <a:p>
            <a:pPr marL="0" indent="0">
              <a:buNone/>
            </a:pPr>
            <a:r>
              <a:rPr lang="en-US" dirty="0"/>
              <a:t>If a student </a:t>
            </a:r>
            <a:r>
              <a:rPr lang="en-US" b="1" dirty="0"/>
              <a:t>passed</a:t>
            </a:r>
            <a:r>
              <a:rPr lang="en-US" dirty="0"/>
              <a:t>, the probability they </a:t>
            </a:r>
            <a:r>
              <a:rPr lang="en-US" b="1" dirty="0"/>
              <a:t>studied</a:t>
            </a:r>
            <a:r>
              <a:rPr lang="en-US" dirty="0"/>
              <a:t> is </a:t>
            </a:r>
            <a:r>
              <a:rPr lang="en-US" b="1" dirty="0"/>
              <a:t>0.56</a:t>
            </a:r>
            <a:r>
              <a:rPr lang="en-US" dirty="0"/>
              <a:t>.</a:t>
            </a:r>
          </a:p>
        </p:txBody>
      </p:sp>
    </p:spTree>
    <p:extLst>
      <p:ext uri="{BB962C8B-B14F-4D97-AF65-F5344CB8AC3E}">
        <p14:creationId xmlns:p14="http://schemas.microsoft.com/office/powerpoint/2010/main" val="279871964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F0DFBB-C53D-E95C-B3DE-A043767953C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15416E8-6F0E-115E-139A-9804597BCB63}"/>
              </a:ext>
            </a:extLst>
          </p:cNvPr>
          <p:cNvSpPr>
            <a:spLocks noGrp="1"/>
          </p:cNvSpPr>
          <p:nvPr>
            <p:ph type="title"/>
          </p:nvPr>
        </p:nvSpPr>
        <p:spPr>
          <a:xfrm>
            <a:off x="838200" y="20997"/>
            <a:ext cx="10515600" cy="1325563"/>
          </a:xfrm>
        </p:spPr>
        <p:txBody>
          <a:bodyPr/>
          <a:lstStyle/>
          <a:p>
            <a:r>
              <a:rPr lang="en-US" dirty="0"/>
              <a:t>Conditional Probability</a:t>
            </a:r>
            <a:endParaRPr lang="LID4096"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995B42B-202D-4FC9-FE35-D7DCC86FB310}"/>
                  </a:ext>
                </a:extLst>
              </p:cNvPr>
              <p:cNvSpPr>
                <a:spLocks noGrp="1"/>
              </p:cNvSpPr>
              <p:nvPr>
                <p:ph idx="1"/>
              </p:nvPr>
            </p:nvSpPr>
            <p:spPr>
              <a:xfrm>
                <a:off x="838200" y="1159747"/>
                <a:ext cx="10881852" cy="5378705"/>
              </a:xfrm>
            </p:spPr>
            <p:txBody>
              <a:bodyPr>
                <a:normAutofit/>
              </a:bodyPr>
              <a:lstStyle/>
              <a:p>
                <a:pPr>
                  <a:lnSpc>
                    <a:spcPct val="150000"/>
                  </a:lnSpc>
                </a:pPr>
                <a:r>
                  <a:rPr lang="en-US" dirty="0"/>
                  <a:t>Another reminder – If A and B are independent :</a:t>
                </a:r>
              </a:p>
              <a:p>
                <a:pPr marL="0" indent="0">
                  <a:lnSpc>
                    <a:spcPct val="150000"/>
                  </a:lnSpc>
                  <a:buNone/>
                </a:pPr>
                <a14:m>
                  <m:oMathPara xmlns:m="http://schemas.openxmlformats.org/officeDocument/2006/math">
                    <m:oMathParaPr>
                      <m:jc m:val="centerGroup"/>
                    </m:oMathParaPr>
                    <m:oMath xmlns:m="http://schemas.openxmlformats.org/officeDocument/2006/math">
                      <m:r>
                        <a:rPr lang="en-GB" i="1">
                          <a:latin typeface="Cambria Math" panose="02040503050406030204" pitchFamily="18" charset="0"/>
                        </a:rPr>
                        <m:t>𝑃</m:t>
                      </m:r>
                      <m:d>
                        <m:dPr>
                          <m:ctrlPr>
                            <a:rPr lang="en-GB" i="1">
                              <a:latin typeface="Cambria Math" panose="02040503050406030204" pitchFamily="18" charset="0"/>
                            </a:rPr>
                          </m:ctrlPr>
                        </m:dPr>
                        <m:e>
                          <m:r>
                            <a:rPr lang="en-GB" i="1">
                              <a:latin typeface="Cambria Math" panose="02040503050406030204" pitchFamily="18" charset="0"/>
                            </a:rPr>
                            <m:t>𝐴</m:t>
                          </m:r>
                          <m:r>
                            <a:rPr lang="en-GB" i="1">
                              <a:latin typeface="Cambria Math" panose="02040503050406030204" pitchFamily="18" charset="0"/>
                            </a:rPr>
                            <m:t>, </m:t>
                          </m:r>
                          <m:r>
                            <a:rPr lang="en-GB" i="1">
                              <a:latin typeface="Cambria Math" panose="02040503050406030204" pitchFamily="18" charset="0"/>
                            </a:rPr>
                            <m:t>𝐵</m:t>
                          </m:r>
                        </m:e>
                      </m:d>
                      <m:r>
                        <a:rPr lang="en-US" b="0" i="1" smtClean="0">
                          <a:latin typeface="Cambria Math" panose="02040503050406030204" pitchFamily="18" charset="0"/>
                        </a:rPr>
                        <m:t>= </m:t>
                      </m:r>
                      <m:r>
                        <m:rPr>
                          <m:sty m:val="p"/>
                        </m:rPr>
                        <a:rPr lang="en-GB">
                          <a:latin typeface="Cambria Math" panose="02040503050406030204" pitchFamily="18" charset="0"/>
                        </a:rPr>
                        <m:t>P</m:t>
                      </m:r>
                      <m:d>
                        <m:dPr>
                          <m:ctrlPr>
                            <a:rPr lang="en-GB" i="1">
                              <a:latin typeface="Cambria Math" panose="02040503050406030204" pitchFamily="18" charset="0"/>
                            </a:rPr>
                          </m:ctrlPr>
                        </m:dPr>
                        <m:e>
                          <m:r>
                            <m:rPr>
                              <m:sty m:val="p"/>
                            </m:rPr>
                            <a:rPr lang="en-GB">
                              <a:latin typeface="Cambria Math" panose="02040503050406030204" pitchFamily="18" charset="0"/>
                            </a:rPr>
                            <m:t>A</m:t>
                          </m:r>
                        </m:e>
                      </m:d>
                      <m:r>
                        <m:rPr>
                          <m:sty m:val="p"/>
                        </m:rPr>
                        <a:rPr lang="en-GB">
                          <a:latin typeface="Cambria Math" panose="02040503050406030204" pitchFamily="18" charset="0"/>
                        </a:rPr>
                        <m:t>P</m:t>
                      </m:r>
                      <m:d>
                        <m:dPr>
                          <m:ctrlPr>
                            <a:rPr lang="en-GB" i="1">
                              <a:latin typeface="Cambria Math" panose="02040503050406030204" pitchFamily="18" charset="0"/>
                            </a:rPr>
                          </m:ctrlPr>
                        </m:dPr>
                        <m:e>
                          <m:r>
                            <m:rPr>
                              <m:sty m:val="p"/>
                            </m:rPr>
                            <a:rPr lang="en-GB">
                              <a:latin typeface="Cambria Math" panose="02040503050406030204" pitchFamily="18" charset="0"/>
                            </a:rPr>
                            <m:t>B</m:t>
                          </m:r>
                        </m:e>
                      </m:d>
                    </m:oMath>
                  </m:oMathPara>
                </a14:m>
                <a:endParaRPr lang="en-US" dirty="0"/>
              </a:p>
              <a:p>
                <a:pPr>
                  <a:lnSpc>
                    <a:spcPct val="150000"/>
                  </a:lnSpc>
                </a:pPr>
                <a:r>
                  <a:rPr lang="en-US" dirty="0"/>
                  <a:t>And</a:t>
                </a:r>
              </a:p>
              <a:p>
                <a:pPr marL="457200" lvl="1" indent="0">
                  <a:lnSpc>
                    <a:spcPct val="150000"/>
                  </a:lnSpc>
                  <a:buNone/>
                </a:pPr>
                <a14:m>
                  <m:oMathPara xmlns:m="http://schemas.openxmlformats.org/officeDocument/2006/math">
                    <m:oMathParaPr>
                      <m:jc m:val="centerGroup"/>
                    </m:oMathParaPr>
                    <m:oMath xmlns:m="http://schemas.openxmlformats.org/officeDocument/2006/math">
                      <m:r>
                        <a:rPr lang="en-GB" i="1">
                          <a:latin typeface="Cambria Math" panose="02040503050406030204" pitchFamily="18" charset="0"/>
                        </a:rPr>
                        <m:t>𝑃</m:t>
                      </m:r>
                      <m:d>
                        <m:dPr>
                          <m:ctrlPr>
                            <a:rPr lang="en-GB" i="1">
                              <a:latin typeface="Cambria Math" panose="02040503050406030204" pitchFamily="18" charset="0"/>
                            </a:rPr>
                          </m:ctrlPr>
                        </m:dPr>
                        <m:e>
                          <m:r>
                            <a:rPr lang="en-GB" i="1">
                              <a:latin typeface="Cambria Math" panose="02040503050406030204" pitchFamily="18" charset="0"/>
                            </a:rPr>
                            <m:t>𝐴</m:t>
                          </m:r>
                        </m:e>
                        <m:e>
                          <m:r>
                            <a:rPr lang="en-GB" i="1">
                              <a:latin typeface="Cambria Math" panose="02040503050406030204" pitchFamily="18" charset="0"/>
                            </a:rPr>
                            <m:t>𝐵</m:t>
                          </m:r>
                        </m:e>
                      </m:d>
                      <m:r>
                        <a:rPr lang="en-GB" i="1">
                          <a:latin typeface="Cambria Math" panose="02040503050406030204" pitchFamily="18" charset="0"/>
                        </a:rPr>
                        <m:t>=</m:t>
                      </m:r>
                      <m:f>
                        <m:fPr>
                          <m:ctrlPr>
                            <a:rPr lang="en-GB" i="1">
                              <a:latin typeface="Cambria Math" panose="02040503050406030204" pitchFamily="18" charset="0"/>
                            </a:rPr>
                          </m:ctrlPr>
                        </m:fPr>
                        <m:num>
                          <m:r>
                            <a:rPr lang="en-GB" i="1">
                              <a:latin typeface="Cambria Math" panose="02040503050406030204" pitchFamily="18" charset="0"/>
                            </a:rPr>
                            <m:t>𝑃</m:t>
                          </m:r>
                          <m:d>
                            <m:dPr>
                              <m:ctrlPr>
                                <a:rPr lang="en-GB" i="1">
                                  <a:latin typeface="Cambria Math" panose="02040503050406030204" pitchFamily="18" charset="0"/>
                                </a:rPr>
                              </m:ctrlPr>
                            </m:dPr>
                            <m:e>
                              <m:r>
                                <a:rPr lang="en-GB" i="1">
                                  <a:latin typeface="Cambria Math" panose="02040503050406030204" pitchFamily="18" charset="0"/>
                                </a:rPr>
                                <m:t>𝐴</m:t>
                              </m:r>
                              <m:r>
                                <a:rPr lang="en-GB" i="1">
                                  <a:latin typeface="Cambria Math" panose="02040503050406030204" pitchFamily="18" charset="0"/>
                                </a:rPr>
                                <m:t>, </m:t>
                              </m:r>
                              <m:r>
                                <a:rPr lang="en-GB" i="1">
                                  <a:latin typeface="Cambria Math" panose="02040503050406030204" pitchFamily="18" charset="0"/>
                                </a:rPr>
                                <m:t>𝐵</m:t>
                              </m:r>
                            </m:e>
                          </m:d>
                        </m:num>
                        <m:den>
                          <m:r>
                            <a:rPr lang="en-GB" i="1">
                              <a:latin typeface="Cambria Math" panose="02040503050406030204" pitchFamily="18" charset="0"/>
                            </a:rPr>
                            <m:t>𝑃</m:t>
                          </m:r>
                          <m:d>
                            <m:dPr>
                              <m:ctrlPr>
                                <a:rPr lang="en-GB" i="1">
                                  <a:latin typeface="Cambria Math" panose="02040503050406030204" pitchFamily="18" charset="0"/>
                                </a:rPr>
                              </m:ctrlPr>
                            </m:dPr>
                            <m:e>
                              <m:r>
                                <a:rPr lang="en-GB" i="1">
                                  <a:latin typeface="Cambria Math" panose="02040503050406030204" pitchFamily="18" charset="0"/>
                                </a:rPr>
                                <m:t>𝐵</m:t>
                              </m:r>
                            </m:e>
                          </m:d>
                        </m:den>
                      </m:f>
                      <m:r>
                        <a:rPr lang="en-GB" b="0" i="0" smtClean="0">
                          <a:latin typeface="Cambria Math" panose="02040503050406030204" pitchFamily="18" charset="0"/>
                        </a:rPr>
                        <m:t>=</m:t>
                      </m:r>
                      <m:f>
                        <m:fPr>
                          <m:ctrlPr>
                            <a:rPr lang="en-GB" b="0" i="1" smtClean="0">
                              <a:latin typeface="Cambria Math" panose="02040503050406030204" pitchFamily="18" charset="0"/>
                            </a:rPr>
                          </m:ctrlPr>
                        </m:fPr>
                        <m:num>
                          <m:r>
                            <m:rPr>
                              <m:sty m:val="p"/>
                            </m:rPr>
                            <a:rPr lang="en-GB" b="0" i="0" smtClean="0">
                              <a:latin typeface="Cambria Math" panose="02040503050406030204" pitchFamily="18" charset="0"/>
                            </a:rPr>
                            <m:t>P</m:t>
                          </m:r>
                          <m:d>
                            <m:dPr>
                              <m:ctrlPr>
                                <a:rPr lang="en-GB" b="0" i="1" smtClean="0">
                                  <a:latin typeface="Cambria Math" panose="02040503050406030204" pitchFamily="18" charset="0"/>
                                </a:rPr>
                              </m:ctrlPr>
                            </m:dPr>
                            <m:e>
                              <m:r>
                                <m:rPr>
                                  <m:sty m:val="p"/>
                                </m:rPr>
                                <a:rPr lang="en-GB" b="0" i="0" smtClean="0">
                                  <a:latin typeface="Cambria Math" panose="02040503050406030204" pitchFamily="18" charset="0"/>
                                </a:rPr>
                                <m:t>A</m:t>
                              </m:r>
                            </m:e>
                          </m:d>
                          <m:r>
                            <m:rPr>
                              <m:sty m:val="p"/>
                            </m:rPr>
                            <a:rPr lang="en-GB" b="0" i="0" smtClean="0">
                              <a:latin typeface="Cambria Math" panose="02040503050406030204" pitchFamily="18" charset="0"/>
                            </a:rPr>
                            <m:t>P</m:t>
                          </m:r>
                          <m:d>
                            <m:dPr>
                              <m:ctrlPr>
                                <a:rPr lang="en-GB" b="0" i="1" smtClean="0">
                                  <a:latin typeface="Cambria Math" panose="02040503050406030204" pitchFamily="18" charset="0"/>
                                </a:rPr>
                              </m:ctrlPr>
                            </m:dPr>
                            <m:e>
                              <m:r>
                                <m:rPr>
                                  <m:sty m:val="p"/>
                                </m:rPr>
                                <a:rPr lang="en-GB" b="0" i="0" smtClean="0">
                                  <a:latin typeface="Cambria Math" panose="02040503050406030204" pitchFamily="18" charset="0"/>
                                </a:rPr>
                                <m:t>B</m:t>
                              </m:r>
                            </m:e>
                          </m:d>
                        </m:num>
                        <m:den>
                          <m:r>
                            <a:rPr lang="en-GB" b="0" i="1" smtClean="0">
                              <a:latin typeface="Cambria Math" panose="02040503050406030204" pitchFamily="18" charset="0"/>
                            </a:rPr>
                            <m:t>𝑃</m:t>
                          </m:r>
                          <m:r>
                            <a:rPr lang="en-GB" b="0" i="1" smtClean="0">
                              <a:latin typeface="Cambria Math" panose="02040503050406030204" pitchFamily="18" charset="0"/>
                            </a:rPr>
                            <m:t>(</m:t>
                          </m:r>
                          <m:r>
                            <a:rPr lang="en-GB" b="0" i="1" smtClean="0">
                              <a:latin typeface="Cambria Math" panose="02040503050406030204" pitchFamily="18" charset="0"/>
                            </a:rPr>
                            <m:t>𝐵</m:t>
                          </m:r>
                          <m:r>
                            <a:rPr lang="en-GB" b="0" i="1" smtClean="0">
                              <a:latin typeface="Cambria Math" panose="02040503050406030204" pitchFamily="18" charset="0"/>
                            </a:rPr>
                            <m:t>)</m:t>
                          </m:r>
                        </m:den>
                      </m:f>
                      <m:r>
                        <a:rPr lang="en-GB" b="0" i="1" smtClean="0">
                          <a:latin typeface="Cambria Math" panose="02040503050406030204" pitchFamily="18" charset="0"/>
                        </a:rPr>
                        <m:t>=</m:t>
                      </m:r>
                      <m:r>
                        <a:rPr lang="en-GB" b="0" i="1" smtClean="0">
                          <a:latin typeface="Cambria Math" panose="02040503050406030204" pitchFamily="18" charset="0"/>
                        </a:rPr>
                        <m:t>𝑃</m:t>
                      </m:r>
                      <m:d>
                        <m:dPr>
                          <m:ctrlPr>
                            <a:rPr lang="en-GB" b="0" i="1" smtClean="0">
                              <a:latin typeface="Cambria Math" panose="02040503050406030204" pitchFamily="18" charset="0"/>
                            </a:rPr>
                          </m:ctrlPr>
                        </m:dPr>
                        <m:e>
                          <m:r>
                            <a:rPr lang="en-GB" b="0" i="1" smtClean="0">
                              <a:latin typeface="Cambria Math" panose="02040503050406030204" pitchFamily="18" charset="0"/>
                            </a:rPr>
                            <m:t>𝐴</m:t>
                          </m:r>
                        </m:e>
                      </m:d>
                    </m:oMath>
                  </m:oMathPara>
                </a14:m>
                <a:endParaRPr lang="en-GB" b="0" dirty="0"/>
              </a:p>
              <a:p>
                <a:pPr lvl="1" algn="r" rtl="1">
                  <a:lnSpc>
                    <a:spcPct val="150000"/>
                  </a:lnSpc>
                </a:pPr>
                <a:endParaRPr lang="en-GB" dirty="0"/>
              </a:p>
            </p:txBody>
          </p:sp>
        </mc:Choice>
        <mc:Fallback xmlns="">
          <p:sp>
            <p:nvSpPr>
              <p:cNvPr id="3" name="Content Placeholder 2">
                <a:extLst>
                  <a:ext uri="{FF2B5EF4-FFF2-40B4-BE49-F238E27FC236}">
                    <a16:creationId xmlns:a16="http://schemas.microsoft.com/office/drawing/2014/main" id="{946002FB-9A17-7DED-CDD4-2C1B07F691A1}"/>
                  </a:ext>
                </a:extLst>
              </p:cNvPr>
              <p:cNvSpPr>
                <a:spLocks noGrp="1" noRot="1" noChangeAspect="1" noMove="1" noResize="1" noEditPoints="1" noAdjustHandles="1" noChangeArrowheads="1" noChangeShapeType="1" noTextEdit="1"/>
              </p:cNvSpPr>
              <p:nvPr>
                <p:ph idx="1"/>
              </p:nvPr>
            </p:nvSpPr>
            <p:spPr>
              <a:xfrm>
                <a:off x="838200" y="1159747"/>
                <a:ext cx="10881852" cy="5378705"/>
              </a:xfrm>
              <a:blipFill>
                <a:blip r:embed="rId3"/>
                <a:stretch>
                  <a:fillRect l="-1008"/>
                </a:stretch>
              </a:blipFill>
            </p:spPr>
            <p:txBody>
              <a:bodyPr/>
              <a:lstStyle/>
              <a:p>
                <a:r>
                  <a:rPr lang="he-IL">
                    <a:noFill/>
                  </a:rPr>
                  <a:t> </a:t>
                </a:r>
              </a:p>
            </p:txBody>
          </p:sp>
        </mc:Fallback>
      </mc:AlternateContent>
      <p:sp>
        <p:nvSpPr>
          <p:cNvPr id="4" name="מציין מיקום של מספר שקופית 3">
            <a:extLst>
              <a:ext uri="{FF2B5EF4-FFF2-40B4-BE49-F238E27FC236}">
                <a16:creationId xmlns:a16="http://schemas.microsoft.com/office/drawing/2014/main" id="{5E7E2E13-DB2F-F49A-6383-E0B430A3565E}"/>
              </a:ext>
            </a:extLst>
          </p:cNvPr>
          <p:cNvSpPr>
            <a:spLocks noGrp="1"/>
          </p:cNvSpPr>
          <p:nvPr>
            <p:ph type="sldNum" sz="quarter" idx="12"/>
          </p:nvPr>
        </p:nvSpPr>
        <p:spPr/>
        <p:txBody>
          <a:bodyPr/>
          <a:lstStyle/>
          <a:p>
            <a:fld id="{B6796F57-8306-40D4-9229-37A3D19F0B5F}" type="slidenum">
              <a:rPr lang="LID4096" smtClean="0"/>
              <a:t>59</a:t>
            </a:fld>
            <a:endParaRPr lang="LID4096"/>
          </a:p>
        </p:txBody>
      </p:sp>
    </p:spTree>
    <p:extLst>
      <p:ext uri="{BB962C8B-B14F-4D97-AF65-F5344CB8AC3E}">
        <p14:creationId xmlns:p14="http://schemas.microsoft.com/office/powerpoint/2010/main" val="13009905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5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25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25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25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04D5D7-67A5-40E7-BB7B-728C7915DDB9}"/>
            </a:ext>
          </a:extLst>
        </p:cNvPr>
        <p:cNvGrpSpPr/>
        <p:nvPr/>
      </p:nvGrpSpPr>
      <p:grpSpPr>
        <a:xfrm>
          <a:off x="0" y="0"/>
          <a:ext cx="0" cy="0"/>
          <a:chOff x="0" y="0"/>
          <a:chExt cx="0" cy="0"/>
        </a:xfrm>
      </p:grpSpPr>
      <p:sp>
        <p:nvSpPr>
          <p:cNvPr id="4" name="מציין מיקום של מספר שקופית 3">
            <a:extLst>
              <a:ext uri="{FF2B5EF4-FFF2-40B4-BE49-F238E27FC236}">
                <a16:creationId xmlns:a16="http://schemas.microsoft.com/office/drawing/2014/main" id="{2118DEC9-240F-529C-91FB-DDB414631E75}"/>
              </a:ext>
            </a:extLst>
          </p:cNvPr>
          <p:cNvSpPr>
            <a:spLocks noGrp="1"/>
          </p:cNvSpPr>
          <p:nvPr>
            <p:ph type="sldNum" sz="quarter" idx="12"/>
          </p:nvPr>
        </p:nvSpPr>
        <p:spPr/>
        <p:txBody>
          <a:bodyPr/>
          <a:lstStyle/>
          <a:p>
            <a:fld id="{B6796F57-8306-40D4-9229-37A3D19F0B5F}" type="slidenum">
              <a:rPr lang="LID4096" smtClean="0"/>
              <a:t>60</a:t>
            </a:fld>
            <a:endParaRPr lang="LID4096"/>
          </a:p>
        </p:txBody>
      </p:sp>
      <p:sp>
        <p:nvSpPr>
          <p:cNvPr id="7" name="מציין מיקום תוכן 6">
            <a:extLst>
              <a:ext uri="{FF2B5EF4-FFF2-40B4-BE49-F238E27FC236}">
                <a16:creationId xmlns:a16="http://schemas.microsoft.com/office/drawing/2014/main" id="{717F8D7F-1E97-6930-0DD3-A3CE582EDDBB}"/>
              </a:ext>
            </a:extLst>
          </p:cNvPr>
          <p:cNvSpPr>
            <a:spLocks noGrp="1"/>
          </p:cNvSpPr>
          <p:nvPr>
            <p:ph idx="1"/>
          </p:nvPr>
        </p:nvSpPr>
        <p:spPr>
          <a:xfrm>
            <a:off x="528484" y="1346560"/>
            <a:ext cx="10515600" cy="4351338"/>
          </a:xfrm>
        </p:spPr>
        <p:txBody>
          <a:bodyPr>
            <a:normAutofit/>
          </a:bodyPr>
          <a:lstStyle/>
          <a:p>
            <a:r>
              <a:rPr lang="en-US" dirty="0"/>
              <a:t>Example:</a:t>
            </a:r>
          </a:p>
          <a:p>
            <a:r>
              <a:rPr lang="en-US" dirty="0"/>
              <a:t>What is the chance of passing the test (A) if I brought an umbrella to the test (B)?  </a:t>
            </a:r>
          </a:p>
          <a:p>
            <a:endParaRPr lang="en-US" dirty="0"/>
          </a:p>
          <a:p>
            <a:endParaRPr lang="en-US" dirty="0"/>
          </a:p>
          <a:p>
            <a:endParaRPr lang="en-US" dirty="0"/>
          </a:p>
          <a:p>
            <a:endParaRPr lang="en-US" dirty="0"/>
          </a:p>
          <a:p>
            <a:endParaRPr lang="en-US" dirty="0"/>
          </a:p>
          <a:p>
            <a:pPr marL="0" indent="0">
              <a:buNone/>
            </a:pPr>
            <a:endParaRPr lang="he-IL" dirty="0"/>
          </a:p>
        </p:txBody>
      </p:sp>
      <p:graphicFrame>
        <p:nvGraphicFramePr>
          <p:cNvPr id="8" name="טבלה 7">
            <a:extLst>
              <a:ext uri="{FF2B5EF4-FFF2-40B4-BE49-F238E27FC236}">
                <a16:creationId xmlns:a16="http://schemas.microsoft.com/office/drawing/2014/main" id="{91908F58-2BCA-9514-1B54-543C7CAACC68}"/>
              </a:ext>
            </a:extLst>
          </p:cNvPr>
          <p:cNvGraphicFramePr>
            <a:graphicFrameLocks noGrp="1"/>
          </p:cNvGraphicFramePr>
          <p:nvPr/>
        </p:nvGraphicFramePr>
        <p:xfrm>
          <a:off x="2743199" y="2875935"/>
          <a:ext cx="5969411" cy="3113384"/>
        </p:xfrm>
        <a:graphic>
          <a:graphicData uri="http://schemas.openxmlformats.org/drawingml/2006/table">
            <a:tbl>
              <a:tblPr rtl="1" firstRow="1" bandRow="1">
                <a:tableStyleId>{2D5ABB26-0587-4C30-8999-92F81FD0307C}</a:tableStyleId>
              </a:tblPr>
              <a:tblGrid>
                <a:gridCol w="1471448">
                  <a:extLst>
                    <a:ext uri="{9D8B030D-6E8A-4147-A177-3AD203B41FA5}">
                      <a16:colId xmlns:a16="http://schemas.microsoft.com/office/drawing/2014/main" val="4046420591"/>
                    </a:ext>
                  </a:extLst>
                </a:gridCol>
                <a:gridCol w="1513257">
                  <a:extLst>
                    <a:ext uri="{9D8B030D-6E8A-4147-A177-3AD203B41FA5}">
                      <a16:colId xmlns:a16="http://schemas.microsoft.com/office/drawing/2014/main" val="2726835074"/>
                    </a:ext>
                  </a:extLst>
                </a:gridCol>
                <a:gridCol w="1492353">
                  <a:extLst>
                    <a:ext uri="{9D8B030D-6E8A-4147-A177-3AD203B41FA5}">
                      <a16:colId xmlns:a16="http://schemas.microsoft.com/office/drawing/2014/main" val="2258861154"/>
                    </a:ext>
                  </a:extLst>
                </a:gridCol>
                <a:gridCol w="1492353">
                  <a:extLst>
                    <a:ext uri="{9D8B030D-6E8A-4147-A177-3AD203B41FA5}">
                      <a16:colId xmlns:a16="http://schemas.microsoft.com/office/drawing/2014/main" val="1668175425"/>
                    </a:ext>
                  </a:extLst>
                </a:gridCol>
              </a:tblGrid>
              <a:tr h="778346">
                <a:tc>
                  <a:txBody>
                    <a:bodyPr/>
                    <a:lstStyle/>
                    <a:p>
                      <a:pPr rtl="1"/>
                      <a:r>
                        <a:rPr lang="en-US" dirty="0"/>
                        <a:t>Total</a:t>
                      </a:r>
                      <a:endParaRPr lang="he-IL"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rtl="1"/>
                      <a:r>
                        <a:rPr lang="en-US" dirty="0"/>
                        <a:t>Failed (Not A)</a:t>
                      </a:r>
                      <a:endParaRPr lang="he-IL"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rtl="1"/>
                      <a:r>
                        <a:rPr lang="en-US" dirty="0"/>
                        <a:t>Passed (A)</a:t>
                      </a:r>
                      <a:endParaRPr lang="he-IL"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rtl="1"/>
                      <a:endParaRPr lang="he-IL"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3224348326"/>
                  </a:ext>
                </a:extLst>
              </a:tr>
              <a:tr h="778346">
                <a:tc>
                  <a:txBody>
                    <a:bodyPr/>
                    <a:lstStyle/>
                    <a:p>
                      <a:pPr rtl="1"/>
                      <a:r>
                        <a:rPr lang="en-US" sz="2000" b="0" i="0" kern="1200" dirty="0">
                          <a:solidFill>
                            <a:schemeClr val="tx1"/>
                          </a:solidFill>
                          <a:latin typeface="Cambria Math" panose="02040503050406030204" pitchFamily="18" charset="0"/>
                          <a:ea typeface="+mn-ea"/>
                          <a:cs typeface="+mn-cs"/>
                        </a:rPr>
                        <a:t>50</a:t>
                      </a:r>
                      <a:endParaRPr lang="he-IL" sz="2000" b="0" i="0" kern="1200" dirty="0">
                        <a:solidFill>
                          <a:schemeClr val="tx1"/>
                        </a:solidFill>
                        <a:latin typeface="Cambria Math" panose="02040503050406030204" pitchFamily="18"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rtl="1"/>
                      <a:r>
                        <a:rPr lang="en-US" b="0" dirty="0">
                          <a:solidFill>
                            <a:schemeClr val="tx1"/>
                          </a:solidFill>
                        </a:rPr>
                        <a:t>40</a:t>
                      </a:r>
                      <a:endParaRPr lang="he-IL"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rtl="1"/>
                      <a:r>
                        <a:rPr lang="en-US" sz="2000" b="0" i="0" kern="1200" dirty="0">
                          <a:solidFill>
                            <a:schemeClr val="tx1"/>
                          </a:solidFill>
                          <a:latin typeface="Cambria Math" panose="02040503050406030204" pitchFamily="18" charset="0"/>
                          <a:ea typeface="+mn-ea"/>
                          <a:cs typeface="+mn-cs"/>
                        </a:rPr>
                        <a:t>10</a:t>
                      </a:r>
                      <a:endParaRPr lang="he-IL" sz="2000" b="0" i="0" kern="1200" dirty="0">
                        <a:solidFill>
                          <a:schemeClr val="tx1"/>
                        </a:solidFill>
                        <a:latin typeface="Cambria Math" panose="02040503050406030204" pitchFamily="18"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rtl="1"/>
                      <a:r>
                        <a:rPr lang="en-US" dirty="0"/>
                        <a:t>Umbrella  (B)</a:t>
                      </a:r>
                      <a:endParaRPr lang="he-IL"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169755855"/>
                  </a:ext>
                </a:extLst>
              </a:tr>
              <a:tr h="1111923">
                <a:tc>
                  <a:txBody>
                    <a:bodyPr/>
                    <a:lstStyle/>
                    <a:p>
                      <a:pPr rtl="1"/>
                      <a:r>
                        <a:rPr lang="en-US" dirty="0"/>
                        <a:t>50</a:t>
                      </a:r>
                      <a:endParaRPr lang="he-IL"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rtl="1"/>
                      <a:r>
                        <a:rPr lang="en-US" dirty="0"/>
                        <a:t>40</a:t>
                      </a:r>
                      <a:endParaRPr lang="he-IL"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rtl="1"/>
                      <a:r>
                        <a:rPr lang="en-US" dirty="0"/>
                        <a:t>10</a:t>
                      </a:r>
                      <a:endParaRPr lang="he-IL"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rtl="1"/>
                      <a:r>
                        <a:rPr lang="en-US" dirty="0"/>
                        <a:t>No Umbrella (Not B)</a:t>
                      </a:r>
                      <a:endParaRPr lang="he-IL"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2106022712"/>
                  </a:ext>
                </a:extLst>
              </a:tr>
              <a:tr h="444769">
                <a:tc>
                  <a:txBody>
                    <a:bodyPr/>
                    <a:lstStyle/>
                    <a:p>
                      <a:pPr rtl="1"/>
                      <a:r>
                        <a:rPr lang="en-US" dirty="0"/>
                        <a:t>100</a:t>
                      </a:r>
                      <a:endParaRPr lang="he-IL"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rtl="1"/>
                      <a:r>
                        <a:rPr lang="en-US" dirty="0"/>
                        <a:t>80</a:t>
                      </a:r>
                      <a:endParaRPr lang="he-IL"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rtl="1"/>
                      <a:r>
                        <a:rPr lang="en-US" dirty="0"/>
                        <a:t>20</a:t>
                      </a:r>
                      <a:endParaRPr lang="he-IL"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rtl="1"/>
                      <a:r>
                        <a:rPr lang="en-US" dirty="0"/>
                        <a:t>Total</a:t>
                      </a:r>
                      <a:endParaRPr lang="he-IL"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3000639561"/>
                  </a:ext>
                </a:extLst>
              </a:tr>
            </a:tbl>
          </a:graphicData>
        </a:graphic>
      </p:graphicFrame>
      <p:sp>
        <p:nvSpPr>
          <p:cNvPr id="6" name="Title 1">
            <a:extLst>
              <a:ext uri="{FF2B5EF4-FFF2-40B4-BE49-F238E27FC236}">
                <a16:creationId xmlns:a16="http://schemas.microsoft.com/office/drawing/2014/main" id="{B6D2956B-544A-3A24-58AF-F18436E7E7A6}"/>
              </a:ext>
            </a:extLst>
          </p:cNvPr>
          <p:cNvSpPr>
            <a:spLocks noGrp="1"/>
          </p:cNvSpPr>
          <p:nvPr>
            <p:ph type="title"/>
          </p:nvPr>
        </p:nvSpPr>
        <p:spPr>
          <a:xfrm>
            <a:off x="838200" y="20997"/>
            <a:ext cx="10515600" cy="1325563"/>
          </a:xfrm>
        </p:spPr>
        <p:txBody>
          <a:bodyPr/>
          <a:lstStyle/>
          <a:p>
            <a:r>
              <a:rPr lang="en-US" dirty="0"/>
              <a:t>Conditional Probability – Independent events</a:t>
            </a:r>
            <a:endParaRPr lang="LID4096" dirty="0"/>
          </a:p>
        </p:txBody>
      </p:sp>
    </p:spTree>
    <p:extLst>
      <p:ext uri="{BB962C8B-B14F-4D97-AF65-F5344CB8AC3E}">
        <p14:creationId xmlns:p14="http://schemas.microsoft.com/office/powerpoint/2010/main" val="450073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605E6A-DCE7-E96D-AF29-B246A4865F92}"/>
            </a:ext>
          </a:extLst>
        </p:cNvPr>
        <p:cNvGrpSpPr/>
        <p:nvPr/>
      </p:nvGrpSpPr>
      <p:grpSpPr>
        <a:xfrm>
          <a:off x="0" y="0"/>
          <a:ext cx="0" cy="0"/>
          <a:chOff x="0" y="0"/>
          <a:chExt cx="0" cy="0"/>
        </a:xfrm>
      </p:grpSpPr>
      <p:sp>
        <p:nvSpPr>
          <p:cNvPr id="4" name="מציין מיקום של מספר שקופית 3">
            <a:extLst>
              <a:ext uri="{FF2B5EF4-FFF2-40B4-BE49-F238E27FC236}">
                <a16:creationId xmlns:a16="http://schemas.microsoft.com/office/drawing/2014/main" id="{FF0A5B7F-0D0D-FD6D-EB56-155AEA20CCC9}"/>
              </a:ext>
            </a:extLst>
          </p:cNvPr>
          <p:cNvSpPr>
            <a:spLocks noGrp="1"/>
          </p:cNvSpPr>
          <p:nvPr>
            <p:ph type="sldNum" sz="quarter" idx="12"/>
          </p:nvPr>
        </p:nvSpPr>
        <p:spPr/>
        <p:txBody>
          <a:bodyPr/>
          <a:lstStyle/>
          <a:p>
            <a:fld id="{B6796F57-8306-40D4-9229-37A3D19F0B5F}" type="slidenum">
              <a:rPr lang="LID4096" smtClean="0"/>
              <a:t>61</a:t>
            </a:fld>
            <a:endParaRPr lang="LID4096"/>
          </a:p>
        </p:txBody>
      </p:sp>
      <mc:AlternateContent xmlns:mc="http://schemas.openxmlformats.org/markup-compatibility/2006" xmlns:a14="http://schemas.microsoft.com/office/drawing/2010/main">
        <mc:Choice Requires="a14">
          <p:sp>
            <p:nvSpPr>
              <p:cNvPr id="7" name="מציין מיקום תוכן 6">
                <a:extLst>
                  <a:ext uri="{FF2B5EF4-FFF2-40B4-BE49-F238E27FC236}">
                    <a16:creationId xmlns:a16="http://schemas.microsoft.com/office/drawing/2014/main" id="{FF7DBD1B-9CEA-3444-E363-B6760BC58C2D}"/>
                  </a:ext>
                </a:extLst>
              </p:cNvPr>
              <p:cNvSpPr>
                <a:spLocks noGrp="1"/>
              </p:cNvSpPr>
              <p:nvPr>
                <p:ph idx="1"/>
              </p:nvPr>
            </p:nvSpPr>
            <p:spPr>
              <a:xfrm>
                <a:off x="528484" y="1346560"/>
                <a:ext cx="10515600" cy="5009790"/>
              </a:xfrm>
              <a:ln>
                <a:noFill/>
              </a:ln>
            </p:spPr>
            <p:txBody>
              <a:bodyPr>
                <a:normAutofit fontScale="92500" lnSpcReduction="20000"/>
              </a:bodyPr>
              <a:lstStyle/>
              <a:p>
                <a:pPr marL="0" indent="0">
                  <a:buNone/>
                </a:pPr>
                <a:r>
                  <a:rPr lang="en-US" dirty="0"/>
                  <a:t>What is the chance of passing the test (A) if I brought an umbrella to the test (B)?  </a:t>
                </a:r>
              </a:p>
              <a:p>
                <a:endParaRPr lang="en-US" dirty="0"/>
              </a:p>
              <a:p>
                <a:r>
                  <a:rPr lang="en-US" b="1" dirty="0"/>
                  <a:t>Step 1 — Joint probability</a:t>
                </a:r>
              </a:p>
              <a:p>
                <a:pPr marL="0" indent="0">
                  <a:buNone/>
                </a:pPr>
                <a:r>
                  <a:rPr lang="en-US" sz="2600" dirty="0"/>
                  <a:t>	</a:t>
                </a:r>
                <a14:m>
                  <m:oMath xmlns:m="http://schemas.openxmlformats.org/officeDocument/2006/math">
                    <m:r>
                      <a:rPr lang="en-US" sz="2600" i="1" smtClean="0">
                        <a:solidFill>
                          <a:schemeClr val="tx2">
                            <a:lumMod val="50000"/>
                            <a:lumOff val="50000"/>
                          </a:schemeClr>
                        </a:solidFill>
                        <a:latin typeface="Cambria Math" panose="02040503050406030204" pitchFamily="18" charset="0"/>
                      </a:rPr>
                      <m:t>𝑃</m:t>
                    </m:r>
                    <m:d>
                      <m:dPr>
                        <m:sepChr m:val=","/>
                        <m:ctrlPr>
                          <a:rPr lang="ar-AE" sz="2600" i="1">
                            <a:solidFill>
                              <a:schemeClr val="tx2">
                                <a:lumMod val="50000"/>
                                <a:lumOff val="50000"/>
                              </a:schemeClr>
                            </a:solidFill>
                            <a:latin typeface="Cambria Math" panose="02040503050406030204" pitchFamily="18" charset="0"/>
                          </a:rPr>
                        </m:ctrlPr>
                      </m:dPr>
                      <m:e>
                        <m:r>
                          <a:rPr lang="ar-AE" sz="2600" i="1">
                            <a:solidFill>
                              <a:schemeClr val="tx2">
                                <a:lumMod val="50000"/>
                                <a:lumOff val="50000"/>
                              </a:schemeClr>
                            </a:solidFill>
                            <a:latin typeface="Cambria Math" panose="02040503050406030204" pitchFamily="18" charset="0"/>
                          </a:rPr>
                          <m:t>𝐴</m:t>
                        </m:r>
                      </m:e>
                      <m:e>
                        <m:r>
                          <a:rPr lang="ar-AE" sz="2600" i="1">
                            <a:solidFill>
                              <a:schemeClr val="tx2">
                                <a:lumMod val="50000"/>
                                <a:lumOff val="50000"/>
                              </a:schemeClr>
                            </a:solidFill>
                            <a:latin typeface="Cambria Math" panose="02040503050406030204" pitchFamily="18" charset="0"/>
                          </a:rPr>
                          <m:t>𝐵</m:t>
                        </m:r>
                      </m:e>
                    </m:d>
                    <m:r>
                      <a:rPr lang="ar-AE" sz="2600">
                        <a:latin typeface="Cambria Math" panose="02040503050406030204" pitchFamily="18" charset="0"/>
                      </a:rPr>
                      <m:t>=</m:t>
                    </m:r>
                    <m:f>
                      <m:fPr>
                        <m:ctrlPr>
                          <a:rPr lang="ar-AE" sz="2600" i="1">
                            <a:latin typeface="Cambria Math" panose="02040503050406030204" pitchFamily="18" charset="0"/>
                          </a:rPr>
                        </m:ctrlPr>
                      </m:fPr>
                      <m:num>
                        <m:r>
                          <a:rPr lang="ar-AE" sz="2600">
                            <a:latin typeface="Cambria Math" panose="02040503050406030204" pitchFamily="18" charset="0"/>
                          </a:rPr>
                          <m:t>10</m:t>
                        </m:r>
                      </m:num>
                      <m:den>
                        <m:r>
                          <a:rPr lang="ar-AE" sz="2600">
                            <a:latin typeface="Cambria Math" panose="02040503050406030204" pitchFamily="18" charset="0"/>
                          </a:rPr>
                          <m:t>100</m:t>
                        </m:r>
                      </m:den>
                    </m:f>
                    <m:r>
                      <a:rPr lang="ar-AE" sz="2600">
                        <a:latin typeface="Cambria Math" panose="02040503050406030204" pitchFamily="18" charset="0"/>
                      </a:rPr>
                      <m:t>=</m:t>
                    </m:r>
                    <m:r>
                      <a:rPr lang="ar-AE" sz="2600">
                        <a:latin typeface="Cambria Math" panose="02040503050406030204" pitchFamily="18" charset="0"/>
                      </a:rPr>
                      <m:t>0</m:t>
                    </m:r>
                    <m:r>
                      <a:rPr lang="ar-AE" sz="2600">
                        <a:latin typeface="Cambria Math" panose="02040503050406030204" pitchFamily="18" charset="0"/>
                      </a:rPr>
                      <m:t>.</m:t>
                    </m:r>
                    <m:r>
                      <a:rPr lang="ar-AE" sz="2600">
                        <a:latin typeface="Cambria Math" panose="02040503050406030204" pitchFamily="18" charset="0"/>
                      </a:rPr>
                      <m:t>1</m:t>
                    </m:r>
                  </m:oMath>
                </a14:m>
                <a:endParaRPr lang="ar-AE" sz="2600" dirty="0"/>
              </a:p>
              <a:p>
                <a:endParaRPr lang="en-US" b="1" dirty="0"/>
              </a:p>
              <a:p>
                <a:r>
                  <a:rPr lang="en-US" b="1" dirty="0"/>
                  <a:t>Step 2 — Probability of B</a:t>
                </a:r>
              </a:p>
              <a:p>
                <a:pPr marL="0" indent="0">
                  <a:buNone/>
                </a:pPr>
                <a:r>
                  <a:rPr lang="en-US" sz="2600" dirty="0"/>
                  <a:t>	</a:t>
                </a:r>
                <a14:m>
                  <m:oMath xmlns:m="http://schemas.openxmlformats.org/officeDocument/2006/math">
                    <m:r>
                      <a:rPr lang="en-US" sz="2600" i="1" smtClean="0">
                        <a:solidFill>
                          <a:srgbClr val="00B050"/>
                        </a:solidFill>
                        <a:latin typeface="Cambria Math" panose="02040503050406030204" pitchFamily="18" charset="0"/>
                      </a:rPr>
                      <m:t>𝑃</m:t>
                    </m:r>
                    <m:d>
                      <m:dPr>
                        <m:ctrlPr>
                          <a:rPr lang="ar-AE" sz="2600" i="1">
                            <a:solidFill>
                              <a:srgbClr val="00B050"/>
                            </a:solidFill>
                            <a:latin typeface="Cambria Math" panose="02040503050406030204" pitchFamily="18" charset="0"/>
                          </a:rPr>
                        </m:ctrlPr>
                      </m:dPr>
                      <m:e>
                        <m:r>
                          <a:rPr lang="ar-AE" sz="2600" i="1">
                            <a:solidFill>
                              <a:srgbClr val="00B050"/>
                            </a:solidFill>
                            <a:latin typeface="Cambria Math" panose="02040503050406030204" pitchFamily="18" charset="0"/>
                          </a:rPr>
                          <m:t>𝐵</m:t>
                        </m:r>
                      </m:e>
                    </m:d>
                    <m:r>
                      <a:rPr lang="ar-AE" sz="2600">
                        <a:latin typeface="Cambria Math" panose="02040503050406030204" pitchFamily="18" charset="0"/>
                      </a:rPr>
                      <m:t>=</m:t>
                    </m:r>
                    <m:f>
                      <m:fPr>
                        <m:ctrlPr>
                          <a:rPr lang="ar-AE" sz="2600" i="1">
                            <a:latin typeface="Cambria Math" panose="02040503050406030204" pitchFamily="18" charset="0"/>
                          </a:rPr>
                        </m:ctrlPr>
                      </m:fPr>
                      <m:num>
                        <m:r>
                          <a:rPr lang="ar-AE" sz="2600">
                            <a:latin typeface="Cambria Math" panose="02040503050406030204" pitchFamily="18" charset="0"/>
                          </a:rPr>
                          <m:t>50</m:t>
                        </m:r>
                      </m:num>
                      <m:den>
                        <m:r>
                          <a:rPr lang="ar-AE" sz="2600">
                            <a:latin typeface="Cambria Math" panose="02040503050406030204" pitchFamily="18" charset="0"/>
                          </a:rPr>
                          <m:t>100</m:t>
                        </m:r>
                      </m:den>
                    </m:f>
                    <m:r>
                      <a:rPr lang="ar-AE" sz="2600">
                        <a:latin typeface="Cambria Math" panose="02040503050406030204" pitchFamily="18" charset="0"/>
                      </a:rPr>
                      <m:t>=</m:t>
                    </m:r>
                    <m:r>
                      <a:rPr lang="ar-AE" sz="2600">
                        <a:latin typeface="Cambria Math" panose="02040503050406030204" pitchFamily="18" charset="0"/>
                      </a:rPr>
                      <m:t>0</m:t>
                    </m:r>
                    <m:r>
                      <a:rPr lang="ar-AE" sz="2600">
                        <a:latin typeface="Cambria Math" panose="02040503050406030204" pitchFamily="18" charset="0"/>
                      </a:rPr>
                      <m:t>.</m:t>
                    </m:r>
                    <m:r>
                      <a:rPr lang="ar-AE" sz="2600" smtClean="0">
                        <a:latin typeface="Cambria Math" panose="02040503050406030204" pitchFamily="18" charset="0"/>
                      </a:rPr>
                      <m:t>5</m:t>
                    </m:r>
                  </m:oMath>
                </a14:m>
                <a:endParaRPr lang="ar-AE" sz="2600" dirty="0"/>
              </a:p>
              <a:p>
                <a:endParaRPr lang="en-US" b="1" dirty="0"/>
              </a:p>
              <a:p>
                <a:r>
                  <a:rPr lang="en-US" b="1" dirty="0"/>
                  <a:t>Step 3 — Conditional probability</a:t>
                </a:r>
              </a:p>
              <a:p>
                <a:pPr marL="0" indent="0">
                  <a:buNone/>
                </a:pPr>
                <a:r>
                  <a:rPr lang="en-US" sz="2600" dirty="0"/>
                  <a:t>	</a:t>
                </a:r>
                <a14:m>
                  <m:oMath xmlns:m="http://schemas.openxmlformats.org/officeDocument/2006/math">
                    <m:r>
                      <a:rPr lang="en-US" sz="2600" i="1">
                        <a:latin typeface="Cambria Math" panose="02040503050406030204" pitchFamily="18" charset="0"/>
                      </a:rPr>
                      <m:t>𝑃</m:t>
                    </m:r>
                    <m:d>
                      <m:dPr>
                        <m:ctrlPr>
                          <a:rPr lang="ar-AE" sz="2600" i="1">
                            <a:latin typeface="Cambria Math" panose="02040503050406030204" pitchFamily="18" charset="0"/>
                          </a:rPr>
                        </m:ctrlPr>
                      </m:dPr>
                      <m:e>
                        <m:r>
                          <a:rPr lang="ar-AE" sz="2600" i="1">
                            <a:latin typeface="Cambria Math" panose="02040503050406030204" pitchFamily="18" charset="0"/>
                          </a:rPr>
                          <m:t>𝐴</m:t>
                        </m:r>
                        <m:r>
                          <a:rPr lang="ar-AE" sz="2600">
                            <a:latin typeface="Cambria Math" panose="02040503050406030204" pitchFamily="18" charset="0"/>
                          </a:rPr>
                          <m:t>∣</m:t>
                        </m:r>
                        <m:r>
                          <a:rPr lang="ar-AE" sz="2600" i="1">
                            <a:latin typeface="Cambria Math" panose="02040503050406030204" pitchFamily="18" charset="0"/>
                          </a:rPr>
                          <m:t>𝐵</m:t>
                        </m:r>
                      </m:e>
                    </m:d>
                    <m:r>
                      <a:rPr lang="ar-AE" sz="2600">
                        <a:latin typeface="Cambria Math" panose="02040503050406030204" pitchFamily="18" charset="0"/>
                      </a:rPr>
                      <m:t>=</m:t>
                    </m:r>
                    <m:f>
                      <m:fPr>
                        <m:ctrlPr>
                          <a:rPr lang="ar-AE" sz="2600" i="1">
                            <a:latin typeface="Cambria Math" panose="02040503050406030204" pitchFamily="18" charset="0"/>
                          </a:rPr>
                        </m:ctrlPr>
                      </m:fPr>
                      <m:num>
                        <m:r>
                          <a:rPr lang="ar-AE" sz="2600" i="1" smtClean="0">
                            <a:solidFill>
                              <a:schemeClr val="tx2">
                                <a:lumMod val="50000"/>
                                <a:lumOff val="50000"/>
                              </a:schemeClr>
                            </a:solidFill>
                            <a:latin typeface="Cambria Math" panose="02040503050406030204" pitchFamily="18" charset="0"/>
                          </a:rPr>
                          <m:t>𝑃</m:t>
                        </m:r>
                        <m:d>
                          <m:dPr>
                            <m:sepChr m:val=","/>
                            <m:ctrlPr>
                              <a:rPr lang="ar-AE" sz="2600" i="1">
                                <a:solidFill>
                                  <a:schemeClr val="tx2">
                                    <a:lumMod val="50000"/>
                                    <a:lumOff val="50000"/>
                                  </a:schemeClr>
                                </a:solidFill>
                                <a:latin typeface="Cambria Math" panose="02040503050406030204" pitchFamily="18" charset="0"/>
                              </a:rPr>
                            </m:ctrlPr>
                          </m:dPr>
                          <m:e>
                            <m:r>
                              <a:rPr lang="ar-AE" sz="2600" i="1">
                                <a:solidFill>
                                  <a:schemeClr val="tx2">
                                    <a:lumMod val="50000"/>
                                    <a:lumOff val="50000"/>
                                  </a:schemeClr>
                                </a:solidFill>
                                <a:latin typeface="Cambria Math" panose="02040503050406030204" pitchFamily="18" charset="0"/>
                              </a:rPr>
                              <m:t>𝐴</m:t>
                            </m:r>
                          </m:e>
                          <m:e>
                            <m:r>
                              <a:rPr lang="ar-AE" sz="2600" i="1">
                                <a:solidFill>
                                  <a:schemeClr val="tx2">
                                    <a:lumMod val="50000"/>
                                    <a:lumOff val="50000"/>
                                  </a:schemeClr>
                                </a:solidFill>
                                <a:latin typeface="Cambria Math" panose="02040503050406030204" pitchFamily="18" charset="0"/>
                              </a:rPr>
                              <m:t>𝐵</m:t>
                            </m:r>
                          </m:e>
                        </m:d>
                      </m:num>
                      <m:den>
                        <m:r>
                          <a:rPr lang="ar-AE" sz="2600" i="1" smtClean="0">
                            <a:solidFill>
                              <a:srgbClr val="00B050"/>
                            </a:solidFill>
                            <a:latin typeface="Cambria Math" panose="02040503050406030204" pitchFamily="18" charset="0"/>
                          </a:rPr>
                          <m:t>𝑃</m:t>
                        </m:r>
                        <m:d>
                          <m:dPr>
                            <m:ctrlPr>
                              <a:rPr lang="ar-AE" sz="2600" i="1">
                                <a:solidFill>
                                  <a:srgbClr val="00B050"/>
                                </a:solidFill>
                                <a:latin typeface="Cambria Math" panose="02040503050406030204" pitchFamily="18" charset="0"/>
                              </a:rPr>
                            </m:ctrlPr>
                          </m:dPr>
                          <m:e>
                            <m:r>
                              <a:rPr lang="ar-AE" sz="2600" i="1">
                                <a:solidFill>
                                  <a:srgbClr val="00B050"/>
                                </a:solidFill>
                                <a:latin typeface="Cambria Math" panose="02040503050406030204" pitchFamily="18" charset="0"/>
                              </a:rPr>
                              <m:t>𝐵</m:t>
                            </m:r>
                          </m:e>
                        </m:d>
                      </m:den>
                    </m:f>
                    <m:r>
                      <a:rPr lang="en-US" sz="2600" b="0" i="0" smtClean="0">
                        <a:latin typeface="Cambria Math" panose="02040503050406030204" pitchFamily="18" charset="0"/>
                      </a:rPr>
                      <m:t> </m:t>
                    </m:r>
                    <m:r>
                      <a:rPr lang="ar-AE" sz="2600">
                        <a:latin typeface="Cambria Math" panose="02040503050406030204" pitchFamily="18" charset="0"/>
                      </a:rPr>
                      <m:t>=</m:t>
                    </m:r>
                    <m:f>
                      <m:fPr>
                        <m:ctrlPr>
                          <a:rPr lang="ar-AE" sz="2600" i="1">
                            <a:latin typeface="Cambria Math" panose="02040503050406030204" pitchFamily="18" charset="0"/>
                          </a:rPr>
                        </m:ctrlPr>
                      </m:fPr>
                      <m:num>
                        <m:r>
                          <a:rPr lang="ar-AE" sz="2600">
                            <a:latin typeface="Cambria Math" panose="02040503050406030204" pitchFamily="18" charset="0"/>
                          </a:rPr>
                          <m:t>0</m:t>
                        </m:r>
                        <m:r>
                          <a:rPr lang="ar-AE" sz="2600">
                            <a:latin typeface="Cambria Math" panose="02040503050406030204" pitchFamily="18" charset="0"/>
                          </a:rPr>
                          <m:t>.</m:t>
                        </m:r>
                        <m:r>
                          <a:rPr lang="ar-AE" sz="2600">
                            <a:latin typeface="Cambria Math" panose="02040503050406030204" pitchFamily="18" charset="0"/>
                          </a:rPr>
                          <m:t>1</m:t>
                        </m:r>
                      </m:num>
                      <m:den>
                        <m:r>
                          <a:rPr lang="ar-AE" sz="2600">
                            <a:latin typeface="Cambria Math" panose="02040503050406030204" pitchFamily="18" charset="0"/>
                          </a:rPr>
                          <m:t>0</m:t>
                        </m:r>
                        <m:r>
                          <a:rPr lang="ar-AE" sz="2600">
                            <a:latin typeface="Cambria Math" panose="02040503050406030204" pitchFamily="18" charset="0"/>
                          </a:rPr>
                          <m:t>.</m:t>
                        </m:r>
                        <m:r>
                          <a:rPr lang="ar-AE" sz="2600">
                            <a:latin typeface="Cambria Math" panose="02040503050406030204" pitchFamily="18" charset="0"/>
                          </a:rPr>
                          <m:t>5</m:t>
                        </m:r>
                      </m:den>
                    </m:f>
                    <m:r>
                      <a:rPr lang="en-US" sz="2600" b="0" i="0" smtClean="0">
                        <a:latin typeface="Cambria Math" panose="02040503050406030204" pitchFamily="18" charset="0"/>
                      </a:rPr>
                      <m:t>=</m:t>
                    </m:r>
                    <m:f>
                      <m:fPr>
                        <m:ctrlPr>
                          <a:rPr lang="en-GB" sz="2400" i="1">
                            <a:latin typeface="Cambria Math" panose="02040503050406030204" pitchFamily="18" charset="0"/>
                          </a:rPr>
                        </m:ctrlPr>
                      </m:fPr>
                      <m:num>
                        <m:r>
                          <m:rPr>
                            <m:sty m:val="p"/>
                          </m:rPr>
                          <a:rPr lang="en-GB" sz="2400" smtClean="0">
                            <a:solidFill>
                              <a:srgbClr val="7030A0"/>
                            </a:solidFill>
                            <a:latin typeface="Cambria Math" panose="02040503050406030204" pitchFamily="18" charset="0"/>
                          </a:rPr>
                          <m:t>P</m:t>
                        </m:r>
                        <m:d>
                          <m:dPr>
                            <m:ctrlPr>
                              <a:rPr lang="en-GB" sz="2400" i="1">
                                <a:solidFill>
                                  <a:srgbClr val="7030A0"/>
                                </a:solidFill>
                                <a:latin typeface="Cambria Math" panose="02040503050406030204" pitchFamily="18" charset="0"/>
                              </a:rPr>
                            </m:ctrlPr>
                          </m:dPr>
                          <m:e>
                            <m:r>
                              <m:rPr>
                                <m:sty m:val="p"/>
                              </m:rPr>
                              <a:rPr lang="en-GB" sz="2400">
                                <a:solidFill>
                                  <a:srgbClr val="7030A0"/>
                                </a:solidFill>
                                <a:latin typeface="Cambria Math" panose="02040503050406030204" pitchFamily="18" charset="0"/>
                              </a:rPr>
                              <m:t>A</m:t>
                            </m:r>
                          </m:e>
                        </m:d>
                        <m:r>
                          <m:rPr>
                            <m:sty m:val="p"/>
                          </m:rPr>
                          <a:rPr lang="en-GB" sz="2400" smtClean="0">
                            <a:solidFill>
                              <a:srgbClr val="00B050"/>
                            </a:solidFill>
                            <a:latin typeface="Cambria Math" panose="02040503050406030204" pitchFamily="18" charset="0"/>
                          </a:rPr>
                          <m:t>P</m:t>
                        </m:r>
                        <m:d>
                          <m:dPr>
                            <m:ctrlPr>
                              <a:rPr lang="en-GB" sz="2400" i="1">
                                <a:solidFill>
                                  <a:srgbClr val="00B050"/>
                                </a:solidFill>
                                <a:latin typeface="Cambria Math" panose="02040503050406030204" pitchFamily="18" charset="0"/>
                              </a:rPr>
                            </m:ctrlPr>
                          </m:dPr>
                          <m:e>
                            <m:r>
                              <m:rPr>
                                <m:sty m:val="p"/>
                              </m:rPr>
                              <a:rPr lang="en-GB" sz="2400">
                                <a:solidFill>
                                  <a:srgbClr val="00B050"/>
                                </a:solidFill>
                                <a:latin typeface="Cambria Math" panose="02040503050406030204" pitchFamily="18" charset="0"/>
                              </a:rPr>
                              <m:t>B</m:t>
                            </m:r>
                          </m:e>
                        </m:d>
                      </m:num>
                      <m:den>
                        <m:r>
                          <a:rPr lang="en-GB" sz="2400" i="1" smtClean="0">
                            <a:solidFill>
                              <a:srgbClr val="00B050"/>
                            </a:solidFill>
                            <a:latin typeface="Cambria Math" panose="02040503050406030204" pitchFamily="18" charset="0"/>
                          </a:rPr>
                          <m:t>𝑃</m:t>
                        </m:r>
                        <m:r>
                          <a:rPr lang="en-GB" sz="2400" i="1" smtClean="0">
                            <a:solidFill>
                              <a:srgbClr val="00B050"/>
                            </a:solidFill>
                            <a:latin typeface="Cambria Math" panose="02040503050406030204" pitchFamily="18" charset="0"/>
                          </a:rPr>
                          <m:t>(</m:t>
                        </m:r>
                        <m:r>
                          <a:rPr lang="en-GB" sz="2400" i="1" smtClean="0">
                            <a:solidFill>
                              <a:srgbClr val="00B050"/>
                            </a:solidFill>
                            <a:latin typeface="Cambria Math" panose="02040503050406030204" pitchFamily="18" charset="0"/>
                          </a:rPr>
                          <m:t>𝐵</m:t>
                        </m:r>
                        <m:r>
                          <a:rPr lang="en-GB" sz="2400" i="1" smtClean="0">
                            <a:solidFill>
                              <a:srgbClr val="00B050"/>
                            </a:solidFill>
                            <a:latin typeface="Cambria Math" panose="02040503050406030204" pitchFamily="18" charset="0"/>
                          </a:rPr>
                          <m:t>)</m:t>
                        </m:r>
                      </m:den>
                    </m:f>
                    <m:r>
                      <a:rPr lang="en-US" sz="2400" b="0" i="1" smtClean="0">
                        <a:latin typeface="Cambria Math" panose="02040503050406030204" pitchFamily="18" charset="0"/>
                      </a:rPr>
                      <m:t>=</m:t>
                    </m:r>
                    <m:f>
                      <m:fPr>
                        <m:ctrlPr>
                          <a:rPr lang="en-GB" sz="2400" i="1">
                            <a:latin typeface="Cambria Math" panose="02040503050406030204" pitchFamily="18" charset="0"/>
                          </a:rPr>
                        </m:ctrlPr>
                      </m:fPr>
                      <m:num>
                        <m:r>
                          <a:rPr lang="en-US" sz="2400" b="0" i="1" smtClean="0">
                            <a:latin typeface="Cambria Math" panose="02040503050406030204" pitchFamily="18" charset="0"/>
                          </a:rPr>
                          <m:t>0</m:t>
                        </m:r>
                        <m:r>
                          <a:rPr lang="en-US" sz="2400" b="0" i="1" smtClean="0">
                            <a:latin typeface="Cambria Math" panose="02040503050406030204" pitchFamily="18" charset="0"/>
                          </a:rPr>
                          <m:t>.</m:t>
                        </m:r>
                        <m:r>
                          <a:rPr lang="en-US" sz="2400" b="0" i="1" smtClean="0">
                            <a:latin typeface="Cambria Math" panose="02040503050406030204" pitchFamily="18" charset="0"/>
                          </a:rPr>
                          <m:t>2</m:t>
                        </m:r>
                        <m:r>
                          <a:rPr lang="en-US" sz="2400" b="0" i="1" smtClean="0">
                            <a:latin typeface="Cambria Math" panose="02040503050406030204" pitchFamily="18" charset="0"/>
                          </a:rPr>
                          <m:t>∗</m:t>
                        </m:r>
                        <m:r>
                          <a:rPr lang="en-US" sz="2400" b="0" i="1" smtClean="0">
                            <a:latin typeface="Cambria Math" panose="02040503050406030204" pitchFamily="18" charset="0"/>
                          </a:rPr>
                          <m:t>0</m:t>
                        </m:r>
                        <m:r>
                          <a:rPr lang="en-US" sz="2400" b="0" i="1" smtClean="0">
                            <a:latin typeface="Cambria Math" panose="02040503050406030204" pitchFamily="18" charset="0"/>
                          </a:rPr>
                          <m:t>.</m:t>
                        </m:r>
                        <m:r>
                          <a:rPr lang="en-US" sz="2400" b="0" i="1" smtClean="0">
                            <a:latin typeface="Cambria Math" panose="02040503050406030204" pitchFamily="18" charset="0"/>
                          </a:rPr>
                          <m:t>5</m:t>
                        </m:r>
                      </m:num>
                      <m:den>
                        <m:r>
                          <a:rPr lang="en-US" sz="2400" b="0" i="1" smtClean="0">
                            <a:latin typeface="Cambria Math" panose="02040503050406030204" pitchFamily="18" charset="0"/>
                          </a:rPr>
                          <m:t>0</m:t>
                        </m:r>
                        <m:r>
                          <a:rPr lang="en-US" sz="2400" b="0" i="1" smtClean="0">
                            <a:latin typeface="Cambria Math" panose="02040503050406030204" pitchFamily="18" charset="0"/>
                          </a:rPr>
                          <m:t>.</m:t>
                        </m:r>
                        <m:r>
                          <a:rPr lang="en-US" sz="2400" b="0" i="1" smtClean="0">
                            <a:latin typeface="Cambria Math" panose="02040503050406030204" pitchFamily="18" charset="0"/>
                          </a:rPr>
                          <m:t>5</m:t>
                        </m:r>
                      </m:den>
                    </m:f>
                    <m:r>
                      <a:rPr lang="ar-AE" sz="2600">
                        <a:latin typeface="Cambria Math" panose="02040503050406030204" pitchFamily="18" charset="0"/>
                      </a:rPr>
                      <m:t>=</m:t>
                    </m:r>
                    <m:r>
                      <a:rPr lang="ar-AE" sz="2600">
                        <a:latin typeface="Cambria Math" panose="02040503050406030204" pitchFamily="18" charset="0"/>
                      </a:rPr>
                      <m:t>0</m:t>
                    </m:r>
                    <m:r>
                      <a:rPr lang="ar-AE" sz="2600">
                        <a:latin typeface="Cambria Math" panose="02040503050406030204" pitchFamily="18" charset="0"/>
                      </a:rPr>
                      <m:t>.</m:t>
                    </m:r>
                    <m:r>
                      <a:rPr lang="ar-AE" sz="2600">
                        <a:latin typeface="Cambria Math" panose="02040503050406030204" pitchFamily="18" charset="0"/>
                      </a:rPr>
                      <m:t>2</m:t>
                    </m:r>
                  </m:oMath>
                </a14:m>
                <a:r>
                  <a:rPr lang="en-US" sz="2600" dirty="0"/>
                  <a:t> = </a:t>
                </a:r>
                <a:r>
                  <a:rPr lang="en-US" sz="2600" dirty="0">
                    <a:solidFill>
                      <a:srgbClr val="7030A0"/>
                    </a:solidFill>
                  </a:rPr>
                  <a:t>P(A)</a:t>
                </a:r>
                <a:endParaRPr lang="ar-AE" sz="2600" dirty="0">
                  <a:solidFill>
                    <a:srgbClr val="7030A0"/>
                  </a:solidFill>
                </a:endParaRPr>
              </a:p>
              <a:p>
                <a:endParaRPr lang="en-US" dirty="0"/>
              </a:p>
              <a:p>
                <a:endParaRPr lang="en-US" dirty="0"/>
              </a:p>
              <a:p>
                <a:endParaRPr lang="en-US" dirty="0"/>
              </a:p>
              <a:p>
                <a:endParaRPr lang="en-US" dirty="0"/>
              </a:p>
              <a:p>
                <a:pPr marL="0" indent="0">
                  <a:buNone/>
                </a:pPr>
                <a:endParaRPr lang="he-IL" dirty="0"/>
              </a:p>
            </p:txBody>
          </p:sp>
        </mc:Choice>
        <mc:Fallback xmlns="">
          <p:sp>
            <p:nvSpPr>
              <p:cNvPr id="7" name="מציין מיקום תוכן 6">
                <a:extLst>
                  <a:ext uri="{FF2B5EF4-FFF2-40B4-BE49-F238E27FC236}">
                    <a16:creationId xmlns:a16="http://schemas.microsoft.com/office/drawing/2014/main" id="{2BCE016D-6031-FAE9-EB69-1DF3B06F0A9C}"/>
                  </a:ext>
                </a:extLst>
              </p:cNvPr>
              <p:cNvSpPr>
                <a:spLocks noGrp="1" noRot="1" noChangeAspect="1" noMove="1" noResize="1" noEditPoints="1" noAdjustHandles="1" noChangeArrowheads="1" noChangeShapeType="1" noTextEdit="1"/>
              </p:cNvSpPr>
              <p:nvPr>
                <p:ph idx="1"/>
              </p:nvPr>
            </p:nvSpPr>
            <p:spPr>
              <a:xfrm>
                <a:off x="528484" y="1346560"/>
                <a:ext cx="10515600" cy="5009790"/>
              </a:xfrm>
              <a:blipFill>
                <a:blip r:embed="rId3"/>
                <a:stretch>
                  <a:fillRect l="-1043" t="-2920"/>
                </a:stretch>
              </a:blipFill>
              <a:ln>
                <a:noFill/>
              </a:ln>
            </p:spPr>
            <p:txBody>
              <a:bodyPr/>
              <a:lstStyle/>
              <a:p>
                <a:r>
                  <a:rPr lang="he-IL">
                    <a:noFill/>
                  </a:rPr>
                  <a:t> </a:t>
                </a:r>
              </a:p>
            </p:txBody>
          </p:sp>
        </mc:Fallback>
      </mc:AlternateContent>
      <p:graphicFrame>
        <p:nvGraphicFramePr>
          <p:cNvPr id="8" name="טבלה 7">
            <a:extLst>
              <a:ext uri="{FF2B5EF4-FFF2-40B4-BE49-F238E27FC236}">
                <a16:creationId xmlns:a16="http://schemas.microsoft.com/office/drawing/2014/main" id="{CBF2F4C6-FA41-F086-F1C6-E0CB3C4C36CE}"/>
              </a:ext>
            </a:extLst>
          </p:cNvPr>
          <p:cNvGraphicFramePr>
            <a:graphicFrameLocks noGrp="1"/>
          </p:cNvGraphicFramePr>
          <p:nvPr/>
        </p:nvGraphicFramePr>
        <p:xfrm>
          <a:off x="6770125" y="2418735"/>
          <a:ext cx="5104172" cy="2949678"/>
        </p:xfrm>
        <a:graphic>
          <a:graphicData uri="http://schemas.openxmlformats.org/drawingml/2006/table">
            <a:tbl>
              <a:tblPr rtl="1" firstRow="1" bandRow="1">
                <a:tableStyleId>{2D5ABB26-0587-4C30-8999-92F81FD0307C}</a:tableStyleId>
              </a:tblPr>
              <a:tblGrid>
                <a:gridCol w="1258169">
                  <a:extLst>
                    <a:ext uri="{9D8B030D-6E8A-4147-A177-3AD203B41FA5}">
                      <a16:colId xmlns:a16="http://schemas.microsoft.com/office/drawing/2014/main" val="4046420591"/>
                    </a:ext>
                  </a:extLst>
                </a:gridCol>
                <a:gridCol w="1293917">
                  <a:extLst>
                    <a:ext uri="{9D8B030D-6E8A-4147-A177-3AD203B41FA5}">
                      <a16:colId xmlns:a16="http://schemas.microsoft.com/office/drawing/2014/main" val="2726835074"/>
                    </a:ext>
                  </a:extLst>
                </a:gridCol>
                <a:gridCol w="1276043">
                  <a:extLst>
                    <a:ext uri="{9D8B030D-6E8A-4147-A177-3AD203B41FA5}">
                      <a16:colId xmlns:a16="http://schemas.microsoft.com/office/drawing/2014/main" val="2258861154"/>
                    </a:ext>
                  </a:extLst>
                </a:gridCol>
                <a:gridCol w="1276043">
                  <a:extLst>
                    <a:ext uri="{9D8B030D-6E8A-4147-A177-3AD203B41FA5}">
                      <a16:colId xmlns:a16="http://schemas.microsoft.com/office/drawing/2014/main" val="1668175425"/>
                    </a:ext>
                  </a:extLst>
                </a:gridCol>
              </a:tblGrid>
              <a:tr h="737420">
                <a:tc>
                  <a:txBody>
                    <a:bodyPr/>
                    <a:lstStyle/>
                    <a:p>
                      <a:pPr rtl="1"/>
                      <a:r>
                        <a:rPr lang="en-US" dirty="0"/>
                        <a:t>Total</a:t>
                      </a:r>
                      <a:endParaRPr lang="he-IL"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rtl="1"/>
                      <a:r>
                        <a:rPr lang="en-US" dirty="0"/>
                        <a:t>Failed (Not A)</a:t>
                      </a:r>
                      <a:endParaRPr lang="he-IL"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rtl="1"/>
                      <a:r>
                        <a:rPr lang="en-US" dirty="0"/>
                        <a:t>Passed (A)</a:t>
                      </a:r>
                      <a:endParaRPr lang="he-IL"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rtl="1"/>
                      <a:endParaRPr lang="he-IL"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3224348326"/>
                  </a:ext>
                </a:extLst>
              </a:tr>
              <a:tr h="737420">
                <a:tc>
                  <a:txBody>
                    <a:bodyPr/>
                    <a:lstStyle/>
                    <a:p>
                      <a:pPr rtl="1"/>
                      <a:r>
                        <a:rPr lang="en-US" sz="2000" b="0" i="0" kern="1200" dirty="0">
                          <a:solidFill>
                            <a:srgbClr val="00B050"/>
                          </a:solidFill>
                          <a:latin typeface="Cambria Math" panose="02040503050406030204" pitchFamily="18" charset="0"/>
                          <a:ea typeface="+mn-ea"/>
                          <a:cs typeface="+mn-cs"/>
                        </a:rPr>
                        <a:t>50</a:t>
                      </a:r>
                      <a:endParaRPr lang="he-IL" sz="2000" b="0" i="0" kern="1200" dirty="0">
                        <a:solidFill>
                          <a:srgbClr val="00B050"/>
                        </a:solidFill>
                        <a:latin typeface="Cambria Math" panose="02040503050406030204" pitchFamily="18"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rtl="1"/>
                      <a:r>
                        <a:rPr lang="en-US" b="0" dirty="0">
                          <a:solidFill>
                            <a:schemeClr val="tx1"/>
                          </a:solidFill>
                        </a:rPr>
                        <a:t>40</a:t>
                      </a:r>
                      <a:endParaRPr lang="he-IL"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rtl="1"/>
                      <a:r>
                        <a:rPr lang="en-US" sz="2000" b="0" i="0" kern="1200" dirty="0">
                          <a:solidFill>
                            <a:schemeClr val="tx2">
                              <a:lumMod val="50000"/>
                              <a:lumOff val="50000"/>
                            </a:schemeClr>
                          </a:solidFill>
                          <a:latin typeface="Cambria Math" panose="02040503050406030204" pitchFamily="18" charset="0"/>
                          <a:ea typeface="+mn-ea"/>
                          <a:cs typeface="+mn-cs"/>
                        </a:rPr>
                        <a:t>10</a:t>
                      </a:r>
                      <a:endParaRPr lang="he-IL" sz="2000" b="0" i="0" kern="1200" dirty="0">
                        <a:solidFill>
                          <a:schemeClr val="tx2">
                            <a:lumMod val="50000"/>
                            <a:lumOff val="50000"/>
                          </a:schemeClr>
                        </a:solidFill>
                        <a:latin typeface="Cambria Math" panose="02040503050406030204" pitchFamily="18"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rtl="1"/>
                      <a:r>
                        <a:rPr lang="en-US" dirty="0"/>
                        <a:t>Umbrella  (B)</a:t>
                      </a:r>
                      <a:endParaRPr lang="he-IL"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169755855"/>
                  </a:ext>
                </a:extLst>
              </a:tr>
              <a:tr h="1053456">
                <a:tc>
                  <a:txBody>
                    <a:bodyPr/>
                    <a:lstStyle/>
                    <a:p>
                      <a:pPr rtl="1"/>
                      <a:r>
                        <a:rPr lang="en-US" dirty="0"/>
                        <a:t>50</a:t>
                      </a:r>
                      <a:endParaRPr lang="he-IL"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rtl="1"/>
                      <a:r>
                        <a:rPr lang="en-US" dirty="0"/>
                        <a:t>40</a:t>
                      </a:r>
                      <a:endParaRPr lang="he-IL"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rtl="1"/>
                      <a:r>
                        <a:rPr lang="en-US" dirty="0"/>
                        <a:t>10</a:t>
                      </a:r>
                      <a:endParaRPr lang="he-IL"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rtl="1"/>
                      <a:r>
                        <a:rPr lang="en-US" dirty="0"/>
                        <a:t>No Umbrella (Not B)</a:t>
                      </a:r>
                      <a:endParaRPr lang="he-IL"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2106022712"/>
                  </a:ext>
                </a:extLst>
              </a:tr>
              <a:tr h="421382">
                <a:tc>
                  <a:txBody>
                    <a:bodyPr/>
                    <a:lstStyle/>
                    <a:p>
                      <a:pPr rtl="1"/>
                      <a:r>
                        <a:rPr lang="en-US" dirty="0"/>
                        <a:t>100</a:t>
                      </a:r>
                      <a:endParaRPr lang="he-IL"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rtl="1"/>
                      <a:r>
                        <a:rPr lang="en-US" dirty="0"/>
                        <a:t>80</a:t>
                      </a:r>
                      <a:endParaRPr lang="he-IL"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rtl="1"/>
                      <a:r>
                        <a:rPr lang="en-US" dirty="0">
                          <a:solidFill>
                            <a:srgbClr val="7030A0"/>
                          </a:solidFill>
                        </a:rPr>
                        <a:t>20</a:t>
                      </a:r>
                      <a:endParaRPr lang="he-IL" dirty="0">
                        <a:solidFill>
                          <a:srgbClr val="7030A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rtl="1"/>
                      <a:r>
                        <a:rPr lang="en-US" dirty="0"/>
                        <a:t>Total</a:t>
                      </a:r>
                      <a:endParaRPr lang="he-IL"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3000639561"/>
                  </a:ext>
                </a:extLst>
              </a:tr>
            </a:tbl>
          </a:graphicData>
        </a:graphic>
      </p:graphicFrame>
      <p:sp>
        <p:nvSpPr>
          <p:cNvPr id="11" name="Title 1">
            <a:extLst>
              <a:ext uri="{FF2B5EF4-FFF2-40B4-BE49-F238E27FC236}">
                <a16:creationId xmlns:a16="http://schemas.microsoft.com/office/drawing/2014/main" id="{F8434793-32CC-1AE7-5BA2-DD8AD103BCF7}"/>
              </a:ext>
            </a:extLst>
          </p:cNvPr>
          <p:cNvSpPr txBox="1">
            <a:spLocks/>
          </p:cNvSpPr>
          <p:nvPr/>
        </p:nvSpPr>
        <p:spPr>
          <a:xfrm>
            <a:off x="838200" y="20997"/>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David" panose="020E0502060401010101" pitchFamily="34" charset="-79"/>
                <a:ea typeface="+mj-ea"/>
                <a:cs typeface="+mj-cs"/>
              </a:defRPr>
            </a:lvl1pPr>
          </a:lstStyle>
          <a:p>
            <a:r>
              <a:rPr lang="en-US"/>
              <a:t>Conditional Probability – Independent events</a:t>
            </a:r>
            <a:endParaRPr lang="LID4096" dirty="0"/>
          </a:p>
        </p:txBody>
      </p:sp>
    </p:spTree>
    <p:extLst>
      <p:ext uri="{BB962C8B-B14F-4D97-AF65-F5344CB8AC3E}">
        <p14:creationId xmlns:p14="http://schemas.microsoft.com/office/powerpoint/2010/main" val="260721675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AD4419-464C-806C-562E-5EC6D867862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1F9C82E-C04A-5478-586C-D85B15759289}"/>
              </a:ext>
            </a:extLst>
          </p:cNvPr>
          <p:cNvSpPr>
            <a:spLocks noGrp="1"/>
          </p:cNvSpPr>
          <p:nvPr>
            <p:ph type="title"/>
          </p:nvPr>
        </p:nvSpPr>
        <p:spPr>
          <a:xfrm>
            <a:off x="838200" y="20997"/>
            <a:ext cx="10515600" cy="1325563"/>
          </a:xfrm>
        </p:spPr>
        <p:txBody>
          <a:bodyPr/>
          <a:lstStyle/>
          <a:p>
            <a:r>
              <a:rPr lang="en-US" dirty="0"/>
              <a:t>Conditional Probability – Independent events</a:t>
            </a:r>
            <a:endParaRPr lang="LID4096" dirty="0"/>
          </a:p>
        </p:txBody>
      </p:sp>
      <p:sp>
        <p:nvSpPr>
          <p:cNvPr id="4" name="מציין מיקום של מספר שקופית 3">
            <a:extLst>
              <a:ext uri="{FF2B5EF4-FFF2-40B4-BE49-F238E27FC236}">
                <a16:creationId xmlns:a16="http://schemas.microsoft.com/office/drawing/2014/main" id="{9C18B352-C493-AFBF-7AEA-84BC17AD3D7D}"/>
              </a:ext>
            </a:extLst>
          </p:cNvPr>
          <p:cNvSpPr>
            <a:spLocks noGrp="1"/>
          </p:cNvSpPr>
          <p:nvPr>
            <p:ph type="sldNum" sz="quarter" idx="12"/>
          </p:nvPr>
        </p:nvSpPr>
        <p:spPr/>
        <p:txBody>
          <a:bodyPr/>
          <a:lstStyle/>
          <a:p>
            <a:fld id="{B6796F57-8306-40D4-9229-37A3D19F0B5F}" type="slidenum">
              <a:rPr lang="LID4096" smtClean="0"/>
              <a:t>62</a:t>
            </a:fld>
            <a:endParaRPr lang="LID4096"/>
          </a:p>
        </p:txBody>
      </p:sp>
      <mc:AlternateContent xmlns:mc="http://schemas.openxmlformats.org/markup-compatibility/2006" xmlns:a14="http://schemas.microsoft.com/office/drawing/2010/main">
        <mc:Choice Requires="a14">
          <p:sp>
            <p:nvSpPr>
              <p:cNvPr id="7" name="מציין מיקום תוכן 6">
                <a:extLst>
                  <a:ext uri="{FF2B5EF4-FFF2-40B4-BE49-F238E27FC236}">
                    <a16:creationId xmlns:a16="http://schemas.microsoft.com/office/drawing/2014/main" id="{0024BDB9-162E-B1C9-711A-51B07A8099A7}"/>
                  </a:ext>
                </a:extLst>
              </p:cNvPr>
              <p:cNvSpPr>
                <a:spLocks noGrp="1"/>
              </p:cNvSpPr>
              <p:nvPr>
                <p:ph idx="1"/>
              </p:nvPr>
            </p:nvSpPr>
            <p:spPr>
              <a:xfrm>
                <a:off x="528484" y="1346560"/>
                <a:ext cx="10515600" cy="5009790"/>
              </a:xfrm>
              <a:ln>
                <a:noFill/>
              </a:ln>
            </p:spPr>
            <p:txBody>
              <a:bodyPr>
                <a:normAutofit fontScale="85000" lnSpcReduction="10000"/>
              </a:bodyPr>
              <a:lstStyle/>
              <a:p>
                <a:r>
                  <a:rPr lang="en-US" dirty="0"/>
                  <a:t>Example:</a:t>
                </a:r>
              </a:p>
              <a:p>
                <a:r>
                  <a:rPr lang="en-US" dirty="0"/>
                  <a:t>What is the chance of passing the test (A) if I brought an umbrella to the test (B)?  </a:t>
                </a:r>
              </a:p>
              <a:p>
                <a:endParaRPr lang="en-US" dirty="0"/>
              </a:p>
              <a:p>
                <a:r>
                  <a:rPr lang="en-US" b="1" dirty="0"/>
                  <a:t>Step 1 — Joint probability</a:t>
                </a:r>
              </a:p>
              <a:p>
                <a:pPr marL="0" indent="0">
                  <a:buNone/>
                </a:pPr>
                <a:r>
                  <a:rPr lang="en-US" sz="2600" dirty="0"/>
                  <a:t>	</a:t>
                </a:r>
                <a14:m>
                  <m:oMath xmlns:m="http://schemas.openxmlformats.org/officeDocument/2006/math">
                    <m:r>
                      <a:rPr lang="en-US" sz="2600" i="1" smtClean="0">
                        <a:solidFill>
                          <a:schemeClr val="tx2">
                            <a:lumMod val="50000"/>
                            <a:lumOff val="50000"/>
                          </a:schemeClr>
                        </a:solidFill>
                        <a:latin typeface="Cambria Math" panose="02040503050406030204" pitchFamily="18" charset="0"/>
                      </a:rPr>
                      <m:t>𝑃</m:t>
                    </m:r>
                    <m:d>
                      <m:dPr>
                        <m:sepChr m:val=","/>
                        <m:ctrlPr>
                          <a:rPr lang="ar-AE" sz="2600" i="1">
                            <a:solidFill>
                              <a:schemeClr val="tx2">
                                <a:lumMod val="50000"/>
                                <a:lumOff val="50000"/>
                              </a:schemeClr>
                            </a:solidFill>
                            <a:latin typeface="Cambria Math" panose="02040503050406030204" pitchFamily="18" charset="0"/>
                          </a:rPr>
                        </m:ctrlPr>
                      </m:dPr>
                      <m:e>
                        <m:r>
                          <a:rPr lang="ar-AE" sz="2600" i="1">
                            <a:solidFill>
                              <a:schemeClr val="tx2">
                                <a:lumMod val="50000"/>
                                <a:lumOff val="50000"/>
                              </a:schemeClr>
                            </a:solidFill>
                            <a:latin typeface="Cambria Math" panose="02040503050406030204" pitchFamily="18" charset="0"/>
                          </a:rPr>
                          <m:t>𝐴</m:t>
                        </m:r>
                      </m:e>
                      <m:e>
                        <m:r>
                          <a:rPr lang="ar-AE" sz="2600" i="1">
                            <a:solidFill>
                              <a:schemeClr val="tx2">
                                <a:lumMod val="50000"/>
                                <a:lumOff val="50000"/>
                              </a:schemeClr>
                            </a:solidFill>
                            <a:latin typeface="Cambria Math" panose="02040503050406030204" pitchFamily="18" charset="0"/>
                          </a:rPr>
                          <m:t>𝐵</m:t>
                        </m:r>
                      </m:e>
                    </m:d>
                    <m:r>
                      <a:rPr lang="ar-AE" sz="2600">
                        <a:latin typeface="Cambria Math" panose="02040503050406030204" pitchFamily="18" charset="0"/>
                      </a:rPr>
                      <m:t>=</m:t>
                    </m:r>
                    <m:f>
                      <m:fPr>
                        <m:ctrlPr>
                          <a:rPr lang="ar-AE" sz="2600" i="1">
                            <a:latin typeface="Cambria Math" panose="02040503050406030204" pitchFamily="18" charset="0"/>
                          </a:rPr>
                        </m:ctrlPr>
                      </m:fPr>
                      <m:num>
                        <m:r>
                          <a:rPr lang="ar-AE" sz="2600">
                            <a:latin typeface="Cambria Math" panose="02040503050406030204" pitchFamily="18" charset="0"/>
                          </a:rPr>
                          <m:t>10</m:t>
                        </m:r>
                      </m:num>
                      <m:den>
                        <m:r>
                          <a:rPr lang="ar-AE" sz="2600">
                            <a:latin typeface="Cambria Math" panose="02040503050406030204" pitchFamily="18" charset="0"/>
                          </a:rPr>
                          <m:t>100</m:t>
                        </m:r>
                      </m:den>
                    </m:f>
                    <m:r>
                      <a:rPr lang="ar-AE" sz="2600">
                        <a:latin typeface="Cambria Math" panose="02040503050406030204" pitchFamily="18" charset="0"/>
                      </a:rPr>
                      <m:t>=</m:t>
                    </m:r>
                    <m:r>
                      <a:rPr lang="ar-AE" sz="2600">
                        <a:latin typeface="Cambria Math" panose="02040503050406030204" pitchFamily="18" charset="0"/>
                      </a:rPr>
                      <m:t>0</m:t>
                    </m:r>
                    <m:r>
                      <a:rPr lang="ar-AE" sz="2600">
                        <a:latin typeface="Cambria Math" panose="02040503050406030204" pitchFamily="18" charset="0"/>
                      </a:rPr>
                      <m:t>.</m:t>
                    </m:r>
                    <m:r>
                      <a:rPr lang="ar-AE" sz="2600">
                        <a:latin typeface="Cambria Math" panose="02040503050406030204" pitchFamily="18" charset="0"/>
                      </a:rPr>
                      <m:t>1</m:t>
                    </m:r>
                  </m:oMath>
                </a14:m>
                <a:endParaRPr lang="ar-AE" sz="2600" dirty="0"/>
              </a:p>
              <a:p>
                <a:endParaRPr lang="en-US" b="1" dirty="0"/>
              </a:p>
              <a:p>
                <a:r>
                  <a:rPr lang="en-US" b="1" dirty="0"/>
                  <a:t>Step 2 — Probability of B</a:t>
                </a:r>
              </a:p>
              <a:p>
                <a:pPr marL="0" indent="0">
                  <a:buNone/>
                </a:pPr>
                <a:r>
                  <a:rPr lang="en-US" sz="2600" dirty="0"/>
                  <a:t>	</a:t>
                </a:r>
                <a14:m>
                  <m:oMath xmlns:m="http://schemas.openxmlformats.org/officeDocument/2006/math">
                    <m:r>
                      <a:rPr lang="en-US" sz="2600" i="1" smtClean="0">
                        <a:solidFill>
                          <a:srgbClr val="00B050"/>
                        </a:solidFill>
                        <a:latin typeface="Cambria Math" panose="02040503050406030204" pitchFamily="18" charset="0"/>
                      </a:rPr>
                      <m:t>𝑃</m:t>
                    </m:r>
                    <m:d>
                      <m:dPr>
                        <m:ctrlPr>
                          <a:rPr lang="ar-AE" sz="2600" i="1">
                            <a:solidFill>
                              <a:srgbClr val="00B050"/>
                            </a:solidFill>
                            <a:latin typeface="Cambria Math" panose="02040503050406030204" pitchFamily="18" charset="0"/>
                          </a:rPr>
                        </m:ctrlPr>
                      </m:dPr>
                      <m:e>
                        <m:r>
                          <a:rPr lang="ar-AE" sz="2600" i="1">
                            <a:solidFill>
                              <a:srgbClr val="00B050"/>
                            </a:solidFill>
                            <a:latin typeface="Cambria Math" panose="02040503050406030204" pitchFamily="18" charset="0"/>
                          </a:rPr>
                          <m:t>𝐵</m:t>
                        </m:r>
                      </m:e>
                    </m:d>
                    <m:r>
                      <a:rPr lang="ar-AE" sz="2600">
                        <a:latin typeface="Cambria Math" panose="02040503050406030204" pitchFamily="18" charset="0"/>
                      </a:rPr>
                      <m:t>=</m:t>
                    </m:r>
                    <m:f>
                      <m:fPr>
                        <m:ctrlPr>
                          <a:rPr lang="ar-AE" sz="2600" i="1">
                            <a:latin typeface="Cambria Math" panose="02040503050406030204" pitchFamily="18" charset="0"/>
                          </a:rPr>
                        </m:ctrlPr>
                      </m:fPr>
                      <m:num>
                        <m:r>
                          <a:rPr lang="ar-AE" sz="2600">
                            <a:latin typeface="Cambria Math" panose="02040503050406030204" pitchFamily="18" charset="0"/>
                          </a:rPr>
                          <m:t>50</m:t>
                        </m:r>
                      </m:num>
                      <m:den>
                        <m:r>
                          <a:rPr lang="ar-AE" sz="2600">
                            <a:latin typeface="Cambria Math" panose="02040503050406030204" pitchFamily="18" charset="0"/>
                          </a:rPr>
                          <m:t>100</m:t>
                        </m:r>
                      </m:den>
                    </m:f>
                    <m:r>
                      <a:rPr lang="ar-AE" sz="2600">
                        <a:latin typeface="Cambria Math" panose="02040503050406030204" pitchFamily="18" charset="0"/>
                      </a:rPr>
                      <m:t>=</m:t>
                    </m:r>
                    <m:r>
                      <a:rPr lang="ar-AE" sz="2600">
                        <a:latin typeface="Cambria Math" panose="02040503050406030204" pitchFamily="18" charset="0"/>
                      </a:rPr>
                      <m:t>0</m:t>
                    </m:r>
                    <m:r>
                      <a:rPr lang="ar-AE" sz="2600">
                        <a:latin typeface="Cambria Math" panose="02040503050406030204" pitchFamily="18" charset="0"/>
                      </a:rPr>
                      <m:t>.</m:t>
                    </m:r>
                    <m:r>
                      <a:rPr lang="ar-AE" sz="2600" smtClean="0">
                        <a:latin typeface="Cambria Math" panose="02040503050406030204" pitchFamily="18" charset="0"/>
                      </a:rPr>
                      <m:t>5</m:t>
                    </m:r>
                  </m:oMath>
                </a14:m>
                <a:endParaRPr lang="ar-AE" sz="2600" dirty="0"/>
              </a:p>
              <a:p>
                <a:endParaRPr lang="en-US" b="1" dirty="0"/>
              </a:p>
              <a:p>
                <a:r>
                  <a:rPr lang="en-US" b="1" dirty="0"/>
                  <a:t>Step 3 — Conditional probability</a:t>
                </a:r>
              </a:p>
              <a:p>
                <a:pPr marL="0" indent="0">
                  <a:buNone/>
                </a:pPr>
                <a:r>
                  <a:rPr lang="en-US" sz="2600" dirty="0"/>
                  <a:t>	</a:t>
                </a:r>
                <a14:m>
                  <m:oMath xmlns:m="http://schemas.openxmlformats.org/officeDocument/2006/math">
                    <m:r>
                      <a:rPr lang="en-US" sz="2600" i="1">
                        <a:latin typeface="Cambria Math" panose="02040503050406030204" pitchFamily="18" charset="0"/>
                      </a:rPr>
                      <m:t>𝑃</m:t>
                    </m:r>
                    <m:d>
                      <m:dPr>
                        <m:ctrlPr>
                          <a:rPr lang="ar-AE" sz="2600" i="1">
                            <a:latin typeface="Cambria Math" panose="02040503050406030204" pitchFamily="18" charset="0"/>
                          </a:rPr>
                        </m:ctrlPr>
                      </m:dPr>
                      <m:e>
                        <m:r>
                          <a:rPr lang="ar-AE" sz="2600" i="1">
                            <a:latin typeface="Cambria Math" panose="02040503050406030204" pitchFamily="18" charset="0"/>
                          </a:rPr>
                          <m:t>𝐴</m:t>
                        </m:r>
                        <m:r>
                          <a:rPr lang="ar-AE" sz="2600">
                            <a:latin typeface="Cambria Math" panose="02040503050406030204" pitchFamily="18" charset="0"/>
                          </a:rPr>
                          <m:t>∣</m:t>
                        </m:r>
                        <m:r>
                          <a:rPr lang="ar-AE" sz="2600" i="1">
                            <a:latin typeface="Cambria Math" panose="02040503050406030204" pitchFamily="18" charset="0"/>
                          </a:rPr>
                          <m:t>𝐵</m:t>
                        </m:r>
                      </m:e>
                    </m:d>
                    <m:r>
                      <a:rPr lang="ar-AE" sz="2600">
                        <a:latin typeface="Cambria Math" panose="02040503050406030204" pitchFamily="18" charset="0"/>
                      </a:rPr>
                      <m:t>=</m:t>
                    </m:r>
                    <m:f>
                      <m:fPr>
                        <m:ctrlPr>
                          <a:rPr lang="ar-AE" sz="2600" i="1">
                            <a:latin typeface="Cambria Math" panose="02040503050406030204" pitchFamily="18" charset="0"/>
                          </a:rPr>
                        </m:ctrlPr>
                      </m:fPr>
                      <m:num>
                        <m:r>
                          <a:rPr lang="ar-AE" sz="2600" i="1" smtClean="0">
                            <a:solidFill>
                              <a:schemeClr val="tx2">
                                <a:lumMod val="50000"/>
                                <a:lumOff val="50000"/>
                              </a:schemeClr>
                            </a:solidFill>
                            <a:latin typeface="Cambria Math" panose="02040503050406030204" pitchFamily="18" charset="0"/>
                          </a:rPr>
                          <m:t>𝑃</m:t>
                        </m:r>
                        <m:d>
                          <m:dPr>
                            <m:sepChr m:val=","/>
                            <m:ctrlPr>
                              <a:rPr lang="ar-AE" sz="2600" i="1">
                                <a:solidFill>
                                  <a:schemeClr val="tx2">
                                    <a:lumMod val="50000"/>
                                    <a:lumOff val="50000"/>
                                  </a:schemeClr>
                                </a:solidFill>
                                <a:latin typeface="Cambria Math" panose="02040503050406030204" pitchFamily="18" charset="0"/>
                              </a:rPr>
                            </m:ctrlPr>
                          </m:dPr>
                          <m:e>
                            <m:r>
                              <a:rPr lang="ar-AE" sz="2600" i="1">
                                <a:solidFill>
                                  <a:schemeClr val="tx2">
                                    <a:lumMod val="50000"/>
                                    <a:lumOff val="50000"/>
                                  </a:schemeClr>
                                </a:solidFill>
                                <a:latin typeface="Cambria Math" panose="02040503050406030204" pitchFamily="18" charset="0"/>
                              </a:rPr>
                              <m:t>𝐴</m:t>
                            </m:r>
                          </m:e>
                          <m:e>
                            <m:r>
                              <a:rPr lang="ar-AE" sz="2600" i="1">
                                <a:solidFill>
                                  <a:schemeClr val="tx2">
                                    <a:lumMod val="50000"/>
                                    <a:lumOff val="50000"/>
                                  </a:schemeClr>
                                </a:solidFill>
                                <a:latin typeface="Cambria Math" panose="02040503050406030204" pitchFamily="18" charset="0"/>
                              </a:rPr>
                              <m:t>𝐵</m:t>
                            </m:r>
                          </m:e>
                        </m:d>
                      </m:num>
                      <m:den>
                        <m:r>
                          <a:rPr lang="ar-AE" sz="2600" i="1" smtClean="0">
                            <a:solidFill>
                              <a:srgbClr val="00B050"/>
                            </a:solidFill>
                            <a:latin typeface="Cambria Math" panose="02040503050406030204" pitchFamily="18" charset="0"/>
                          </a:rPr>
                          <m:t>𝑃</m:t>
                        </m:r>
                        <m:d>
                          <m:dPr>
                            <m:ctrlPr>
                              <a:rPr lang="ar-AE" sz="2600" i="1">
                                <a:solidFill>
                                  <a:srgbClr val="00B050"/>
                                </a:solidFill>
                                <a:latin typeface="Cambria Math" panose="02040503050406030204" pitchFamily="18" charset="0"/>
                              </a:rPr>
                            </m:ctrlPr>
                          </m:dPr>
                          <m:e>
                            <m:r>
                              <a:rPr lang="ar-AE" sz="2600" i="1">
                                <a:solidFill>
                                  <a:srgbClr val="00B050"/>
                                </a:solidFill>
                                <a:latin typeface="Cambria Math" panose="02040503050406030204" pitchFamily="18" charset="0"/>
                              </a:rPr>
                              <m:t>𝐵</m:t>
                            </m:r>
                          </m:e>
                        </m:d>
                      </m:den>
                    </m:f>
                    <m:r>
                      <a:rPr lang="en-US" sz="2600" b="0" i="0" smtClean="0">
                        <a:latin typeface="Cambria Math" panose="02040503050406030204" pitchFamily="18" charset="0"/>
                      </a:rPr>
                      <m:t> </m:t>
                    </m:r>
                    <m:r>
                      <a:rPr lang="ar-AE" sz="2600">
                        <a:latin typeface="Cambria Math" panose="02040503050406030204" pitchFamily="18" charset="0"/>
                      </a:rPr>
                      <m:t>=</m:t>
                    </m:r>
                    <m:f>
                      <m:fPr>
                        <m:ctrlPr>
                          <a:rPr lang="ar-AE" sz="2600" i="1">
                            <a:latin typeface="Cambria Math" panose="02040503050406030204" pitchFamily="18" charset="0"/>
                          </a:rPr>
                        </m:ctrlPr>
                      </m:fPr>
                      <m:num>
                        <m:r>
                          <a:rPr lang="ar-AE" sz="2600">
                            <a:latin typeface="Cambria Math" panose="02040503050406030204" pitchFamily="18" charset="0"/>
                          </a:rPr>
                          <m:t>0</m:t>
                        </m:r>
                        <m:r>
                          <a:rPr lang="ar-AE" sz="2600">
                            <a:latin typeface="Cambria Math" panose="02040503050406030204" pitchFamily="18" charset="0"/>
                          </a:rPr>
                          <m:t>.</m:t>
                        </m:r>
                        <m:r>
                          <a:rPr lang="ar-AE" sz="2600">
                            <a:latin typeface="Cambria Math" panose="02040503050406030204" pitchFamily="18" charset="0"/>
                          </a:rPr>
                          <m:t>1</m:t>
                        </m:r>
                      </m:num>
                      <m:den>
                        <m:r>
                          <a:rPr lang="ar-AE" sz="2600">
                            <a:latin typeface="Cambria Math" panose="02040503050406030204" pitchFamily="18" charset="0"/>
                          </a:rPr>
                          <m:t>0</m:t>
                        </m:r>
                        <m:r>
                          <a:rPr lang="ar-AE" sz="2600">
                            <a:latin typeface="Cambria Math" panose="02040503050406030204" pitchFamily="18" charset="0"/>
                          </a:rPr>
                          <m:t>.</m:t>
                        </m:r>
                        <m:r>
                          <a:rPr lang="ar-AE" sz="2600">
                            <a:latin typeface="Cambria Math" panose="02040503050406030204" pitchFamily="18" charset="0"/>
                          </a:rPr>
                          <m:t>5</m:t>
                        </m:r>
                      </m:den>
                    </m:f>
                    <m:r>
                      <a:rPr lang="en-US" sz="2600" b="0" i="0" smtClean="0">
                        <a:latin typeface="Cambria Math" panose="02040503050406030204" pitchFamily="18" charset="0"/>
                      </a:rPr>
                      <m:t>=</m:t>
                    </m:r>
                    <m:f>
                      <m:fPr>
                        <m:ctrlPr>
                          <a:rPr lang="en-GB" sz="2400" i="1">
                            <a:latin typeface="Cambria Math" panose="02040503050406030204" pitchFamily="18" charset="0"/>
                          </a:rPr>
                        </m:ctrlPr>
                      </m:fPr>
                      <m:num>
                        <m:r>
                          <m:rPr>
                            <m:sty m:val="p"/>
                          </m:rPr>
                          <a:rPr lang="en-GB" sz="2400">
                            <a:latin typeface="Cambria Math" panose="02040503050406030204" pitchFamily="18" charset="0"/>
                          </a:rPr>
                          <m:t>P</m:t>
                        </m:r>
                        <m:d>
                          <m:dPr>
                            <m:ctrlPr>
                              <a:rPr lang="en-GB" sz="2400" i="1">
                                <a:latin typeface="Cambria Math" panose="02040503050406030204" pitchFamily="18" charset="0"/>
                              </a:rPr>
                            </m:ctrlPr>
                          </m:dPr>
                          <m:e>
                            <m:r>
                              <m:rPr>
                                <m:sty m:val="p"/>
                              </m:rPr>
                              <a:rPr lang="en-GB" sz="2400">
                                <a:latin typeface="Cambria Math" panose="02040503050406030204" pitchFamily="18" charset="0"/>
                              </a:rPr>
                              <m:t>A</m:t>
                            </m:r>
                          </m:e>
                        </m:d>
                        <m:r>
                          <m:rPr>
                            <m:sty m:val="p"/>
                          </m:rPr>
                          <a:rPr lang="en-GB" sz="2400" smtClean="0">
                            <a:solidFill>
                              <a:srgbClr val="00B050"/>
                            </a:solidFill>
                            <a:latin typeface="Cambria Math" panose="02040503050406030204" pitchFamily="18" charset="0"/>
                          </a:rPr>
                          <m:t>P</m:t>
                        </m:r>
                        <m:d>
                          <m:dPr>
                            <m:ctrlPr>
                              <a:rPr lang="en-GB" sz="2400" i="1">
                                <a:solidFill>
                                  <a:srgbClr val="00B050"/>
                                </a:solidFill>
                                <a:latin typeface="Cambria Math" panose="02040503050406030204" pitchFamily="18" charset="0"/>
                              </a:rPr>
                            </m:ctrlPr>
                          </m:dPr>
                          <m:e>
                            <m:r>
                              <m:rPr>
                                <m:sty m:val="p"/>
                              </m:rPr>
                              <a:rPr lang="en-GB" sz="2400">
                                <a:solidFill>
                                  <a:srgbClr val="00B050"/>
                                </a:solidFill>
                                <a:latin typeface="Cambria Math" panose="02040503050406030204" pitchFamily="18" charset="0"/>
                              </a:rPr>
                              <m:t>B</m:t>
                            </m:r>
                          </m:e>
                        </m:d>
                      </m:num>
                      <m:den>
                        <m:r>
                          <a:rPr lang="en-GB" sz="2400" i="1" smtClean="0">
                            <a:solidFill>
                              <a:srgbClr val="00B050"/>
                            </a:solidFill>
                            <a:latin typeface="Cambria Math" panose="02040503050406030204" pitchFamily="18" charset="0"/>
                          </a:rPr>
                          <m:t>𝑃</m:t>
                        </m:r>
                        <m:r>
                          <a:rPr lang="en-GB" sz="2400" i="1" smtClean="0">
                            <a:solidFill>
                              <a:srgbClr val="00B050"/>
                            </a:solidFill>
                            <a:latin typeface="Cambria Math" panose="02040503050406030204" pitchFamily="18" charset="0"/>
                          </a:rPr>
                          <m:t>(</m:t>
                        </m:r>
                        <m:r>
                          <a:rPr lang="en-GB" sz="2400" i="1" smtClean="0">
                            <a:solidFill>
                              <a:srgbClr val="00B050"/>
                            </a:solidFill>
                            <a:latin typeface="Cambria Math" panose="02040503050406030204" pitchFamily="18" charset="0"/>
                          </a:rPr>
                          <m:t>𝐵</m:t>
                        </m:r>
                        <m:r>
                          <a:rPr lang="en-GB" sz="2400" i="1" smtClean="0">
                            <a:solidFill>
                              <a:srgbClr val="00B050"/>
                            </a:solidFill>
                            <a:latin typeface="Cambria Math" panose="02040503050406030204" pitchFamily="18" charset="0"/>
                          </a:rPr>
                          <m:t>)</m:t>
                        </m:r>
                      </m:den>
                    </m:f>
                    <m:r>
                      <a:rPr lang="en-US" sz="2400" b="0" i="1" smtClean="0">
                        <a:latin typeface="Cambria Math" panose="02040503050406030204" pitchFamily="18" charset="0"/>
                      </a:rPr>
                      <m:t>=</m:t>
                    </m:r>
                    <m:f>
                      <m:fPr>
                        <m:ctrlPr>
                          <a:rPr lang="en-GB" sz="2400" i="1">
                            <a:latin typeface="Cambria Math" panose="02040503050406030204" pitchFamily="18" charset="0"/>
                          </a:rPr>
                        </m:ctrlPr>
                      </m:fPr>
                      <m:num>
                        <m:r>
                          <a:rPr lang="en-US" sz="2400" b="0" i="1" smtClean="0">
                            <a:latin typeface="Cambria Math" panose="02040503050406030204" pitchFamily="18" charset="0"/>
                          </a:rPr>
                          <m:t>0</m:t>
                        </m:r>
                        <m:r>
                          <a:rPr lang="en-US" sz="2400" b="0" i="1" smtClean="0">
                            <a:latin typeface="Cambria Math" panose="02040503050406030204" pitchFamily="18" charset="0"/>
                          </a:rPr>
                          <m:t>.</m:t>
                        </m:r>
                        <m:r>
                          <a:rPr lang="en-US" sz="2400" b="0" i="1" smtClean="0">
                            <a:latin typeface="Cambria Math" panose="02040503050406030204" pitchFamily="18" charset="0"/>
                          </a:rPr>
                          <m:t>2</m:t>
                        </m:r>
                        <m:r>
                          <a:rPr lang="en-US" sz="2400" b="0" i="1" smtClean="0">
                            <a:latin typeface="Cambria Math" panose="02040503050406030204" pitchFamily="18" charset="0"/>
                          </a:rPr>
                          <m:t>∗</m:t>
                        </m:r>
                        <m:r>
                          <a:rPr lang="en-US" sz="2400" b="0" i="1" smtClean="0">
                            <a:latin typeface="Cambria Math" panose="02040503050406030204" pitchFamily="18" charset="0"/>
                          </a:rPr>
                          <m:t>0</m:t>
                        </m:r>
                        <m:r>
                          <a:rPr lang="en-US" sz="2400" b="0" i="1" smtClean="0">
                            <a:latin typeface="Cambria Math" panose="02040503050406030204" pitchFamily="18" charset="0"/>
                          </a:rPr>
                          <m:t>.</m:t>
                        </m:r>
                        <m:r>
                          <a:rPr lang="en-US" sz="2400" b="0" i="1" smtClean="0">
                            <a:latin typeface="Cambria Math" panose="02040503050406030204" pitchFamily="18" charset="0"/>
                          </a:rPr>
                          <m:t>5</m:t>
                        </m:r>
                      </m:num>
                      <m:den>
                        <m:r>
                          <a:rPr lang="en-US" sz="2400" b="0" i="1" smtClean="0">
                            <a:latin typeface="Cambria Math" panose="02040503050406030204" pitchFamily="18" charset="0"/>
                          </a:rPr>
                          <m:t>0</m:t>
                        </m:r>
                        <m:r>
                          <a:rPr lang="en-US" sz="2400" b="0" i="1" smtClean="0">
                            <a:latin typeface="Cambria Math" panose="02040503050406030204" pitchFamily="18" charset="0"/>
                          </a:rPr>
                          <m:t>.</m:t>
                        </m:r>
                        <m:r>
                          <a:rPr lang="en-US" sz="2400" b="0" i="1" smtClean="0">
                            <a:latin typeface="Cambria Math" panose="02040503050406030204" pitchFamily="18" charset="0"/>
                          </a:rPr>
                          <m:t>5</m:t>
                        </m:r>
                      </m:den>
                    </m:f>
                    <m:r>
                      <a:rPr lang="ar-AE" sz="2600">
                        <a:latin typeface="Cambria Math" panose="02040503050406030204" pitchFamily="18" charset="0"/>
                      </a:rPr>
                      <m:t>=</m:t>
                    </m:r>
                    <m:r>
                      <a:rPr lang="ar-AE" sz="2600">
                        <a:latin typeface="Cambria Math" panose="02040503050406030204" pitchFamily="18" charset="0"/>
                      </a:rPr>
                      <m:t>0</m:t>
                    </m:r>
                    <m:r>
                      <a:rPr lang="ar-AE" sz="2600">
                        <a:latin typeface="Cambria Math" panose="02040503050406030204" pitchFamily="18" charset="0"/>
                      </a:rPr>
                      <m:t>.</m:t>
                    </m:r>
                    <m:r>
                      <a:rPr lang="ar-AE" sz="2600">
                        <a:latin typeface="Cambria Math" panose="02040503050406030204" pitchFamily="18" charset="0"/>
                      </a:rPr>
                      <m:t>2</m:t>
                    </m:r>
                  </m:oMath>
                </a14:m>
                <a:r>
                  <a:rPr lang="en-US" sz="2600" dirty="0"/>
                  <a:t> </a:t>
                </a:r>
                <a:endParaRPr lang="ar-AE" sz="2600" dirty="0"/>
              </a:p>
              <a:p>
                <a:endParaRPr lang="en-US" dirty="0"/>
              </a:p>
              <a:p>
                <a:endParaRPr lang="en-US" dirty="0"/>
              </a:p>
              <a:p>
                <a:endParaRPr lang="en-US" dirty="0"/>
              </a:p>
              <a:p>
                <a:endParaRPr lang="en-US" dirty="0"/>
              </a:p>
              <a:p>
                <a:pPr marL="0" indent="0">
                  <a:buNone/>
                </a:pPr>
                <a:endParaRPr lang="he-IL" dirty="0"/>
              </a:p>
            </p:txBody>
          </p:sp>
        </mc:Choice>
        <mc:Fallback xmlns="">
          <p:sp>
            <p:nvSpPr>
              <p:cNvPr id="7" name="מציין מיקום תוכן 6">
                <a:extLst>
                  <a:ext uri="{FF2B5EF4-FFF2-40B4-BE49-F238E27FC236}">
                    <a16:creationId xmlns:a16="http://schemas.microsoft.com/office/drawing/2014/main" id="{7FBA4107-1F7F-BB17-7782-57E80DA97CAD}"/>
                  </a:ext>
                </a:extLst>
              </p:cNvPr>
              <p:cNvSpPr>
                <a:spLocks noGrp="1" noRot="1" noChangeAspect="1" noMove="1" noResize="1" noEditPoints="1" noAdjustHandles="1" noChangeArrowheads="1" noChangeShapeType="1" noTextEdit="1"/>
              </p:cNvSpPr>
              <p:nvPr>
                <p:ph idx="1"/>
              </p:nvPr>
            </p:nvSpPr>
            <p:spPr>
              <a:xfrm>
                <a:off x="528484" y="1346560"/>
                <a:ext cx="10515600" cy="5009790"/>
              </a:xfrm>
              <a:blipFill>
                <a:blip r:embed="rId3"/>
                <a:stretch>
                  <a:fillRect l="-812" t="-2068"/>
                </a:stretch>
              </a:blipFill>
              <a:ln>
                <a:noFill/>
              </a:ln>
            </p:spPr>
            <p:txBody>
              <a:bodyPr/>
              <a:lstStyle/>
              <a:p>
                <a:r>
                  <a:rPr lang="he-IL">
                    <a:noFill/>
                  </a:rPr>
                  <a:t> </a:t>
                </a:r>
              </a:p>
            </p:txBody>
          </p:sp>
        </mc:Fallback>
      </mc:AlternateContent>
      <p:graphicFrame>
        <p:nvGraphicFramePr>
          <p:cNvPr id="8" name="טבלה 7">
            <a:extLst>
              <a:ext uri="{FF2B5EF4-FFF2-40B4-BE49-F238E27FC236}">
                <a16:creationId xmlns:a16="http://schemas.microsoft.com/office/drawing/2014/main" id="{9F9B4318-941F-E7AD-E3D4-3841687B923E}"/>
              </a:ext>
            </a:extLst>
          </p:cNvPr>
          <p:cNvGraphicFramePr>
            <a:graphicFrameLocks noGrp="1"/>
          </p:cNvGraphicFramePr>
          <p:nvPr/>
        </p:nvGraphicFramePr>
        <p:xfrm>
          <a:off x="6770125" y="2418735"/>
          <a:ext cx="5104172" cy="2949678"/>
        </p:xfrm>
        <a:graphic>
          <a:graphicData uri="http://schemas.openxmlformats.org/drawingml/2006/table">
            <a:tbl>
              <a:tblPr rtl="1" firstRow="1" bandRow="1">
                <a:tableStyleId>{2D5ABB26-0587-4C30-8999-92F81FD0307C}</a:tableStyleId>
              </a:tblPr>
              <a:tblGrid>
                <a:gridCol w="1258169">
                  <a:extLst>
                    <a:ext uri="{9D8B030D-6E8A-4147-A177-3AD203B41FA5}">
                      <a16:colId xmlns:a16="http://schemas.microsoft.com/office/drawing/2014/main" val="4046420591"/>
                    </a:ext>
                  </a:extLst>
                </a:gridCol>
                <a:gridCol w="1293917">
                  <a:extLst>
                    <a:ext uri="{9D8B030D-6E8A-4147-A177-3AD203B41FA5}">
                      <a16:colId xmlns:a16="http://schemas.microsoft.com/office/drawing/2014/main" val="2726835074"/>
                    </a:ext>
                  </a:extLst>
                </a:gridCol>
                <a:gridCol w="1276043">
                  <a:extLst>
                    <a:ext uri="{9D8B030D-6E8A-4147-A177-3AD203B41FA5}">
                      <a16:colId xmlns:a16="http://schemas.microsoft.com/office/drawing/2014/main" val="2258861154"/>
                    </a:ext>
                  </a:extLst>
                </a:gridCol>
                <a:gridCol w="1276043">
                  <a:extLst>
                    <a:ext uri="{9D8B030D-6E8A-4147-A177-3AD203B41FA5}">
                      <a16:colId xmlns:a16="http://schemas.microsoft.com/office/drawing/2014/main" val="1668175425"/>
                    </a:ext>
                  </a:extLst>
                </a:gridCol>
              </a:tblGrid>
              <a:tr h="737420">
                <a:tc>
                  <a:txBody>
                    <a:bodyPr/>
                    <a:lstStyle/>
                    <a:p>
                      <a:pPr rtl="1"/>
                      <a:r>
                        <a:rPr lang="en-US" dirty="0"/>
                        <a:t>Total</a:t>
                      </a:r>
                      <a:endParaRPr lang="he-IL"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rtl="1"/>
                      <a:r>
                        <a:rPr lang="en-US" dirty="0"/>
                        <a:t>Failed (Not A)</a:t>
                      </a:r>
                      <a:endParaRPr lang="he-IL"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rtl="1"/>
                      <a:r>
                        <a:rPr lang="en-US" dirty="0"/>
                        <a:t>Passed (A)</a:t>
                      </a:r>
                      <a:endParaRPr lang="he-IL"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rtl="1"/>
                      <a:endParaRPr lang="he-IL"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3224348326"/>
                  </a:ext>
                </a:extLst>
              </a:tr>
              <a:tr h="737420">
                <a:tc>
                  <a:txBody>
                    <a:bodyPr/>
                    <a:lstStyle/>
                    <a:p>
                      <a:pPr rtl="1"/>
                      <a:r>
                        <a:rPr lang="en-US" sz="2000" b="0" i="0" kern="1200" dirty="0">
                          <a:solidFill>
                            <a:srgbClr val="00B050"/>
                          </a:solidFill>
                          <a:latin typeface="Cambria Math" panose="02040503050406030204" pitchFamily="18" charset="0"/>
                          <a:ea typeface="+mn-ea"/>
                          <a:cs typeface="+mn-cs"/>
                        </a:rPr>
                        <a:t>50</a:t>
                      </a:r>
                      <a:endParaRPr lang="he-IL" sz="2000" b="0" i="0" kern="1200" dirty="0">
                        <a:solidFill>
                          <a:srgbClr val="00B050"/>
                        </a:solidFill>
                        <a:latin typeface="Cambria Math" panose="02040503050406030204" pitchFamily="18"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rtl="1"/>
                      <a:r>
                        <a:rPr lang="en-US" b="0" dirty="0">
                          <a:solidFill>
                            <a:schemeClr val="tx1"/>
                          </a:solidFill>
                        </a:rPr>
                        <a:t>40</a:t>
                      </a:r>
                      <a:endParaRPr lang="he-IL"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rtl="1"/>
                      <a:r>
                        <a:rPr lang="en-US" sz="2000" b="0" i="0" kern="1200" dirty="0">
                          <a:solidFill>
                            <a:schemeClr val="tx2">
                              <a:lumMod val="50000"/>
                              <a:lumOff val="50000"/>
                            </a:schemeClr>
                          </a:solidFill>
                          <a:latin typeface="Cambria Math" panose="02040503050406030204" pitchFamily="18" charset="0"/>
                          <a:ea typeface="+mn-ea"/>
                          <a:cs typeface="+mn-cs"/>
                        </a:rPr>
                        <a:t>10</a:t>
                      </a:r>
                      <a:endParaRPr lang="he-IL" sz="2000" b="0" i="0" kern="1200" dirty="0">
                        <a:solidFill>
                          <a:schemeClr val="tx2">
                            <a:lumMod val="50000"/>
                            <a:lumOff val="50000"/>
                          </a:schemeClr>
                        </a:solidFill>
                        <a:latin typeface="Cambria Math" panose="02040503050406030204" pitchFamily="18"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rtl="1"/>
                      <a:r>
                        <a:rPr lang="en-US" dirty="0"/>
                        <a:t>Umbrella  (B)</a:t>
                      </a:r>
                      <a:endParaRPr lang="he-IL"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169755855"/>
                  </a:ext>
                </a:extLst>
              </a:tr>
              <a:tr h="1053456">
                <a:tc>
                  <a:txBody>
                    <a:bodyPr/>
                    <a:lstStyle/>
                    <a:p>
                      <a:pPr rtl="1"/>
                      <a:r>
                        <a:rPr lang="en-US" dirty="0"/>
                        <a:t>50</a:t>
                      </a:r>
                      <a:endParaRPr lang="he-IL"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rtl="1"/>
                      <a:r>
                        <a:rPr lang="en-US" dirty="0"/>
                        <a:t>40</a:t>
                      </a:r>
                      <a:endParaRPr lang="he-IL"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rtl="1"/>
                      <a:r>
                        <a:rPr lang="en-US" dirty="0"/>
                        <a:t>10</a:t>
                      </a:r>
                      <a:endParaRPr lang="he-IL"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rtl="1"/>
                      <a:r>
                        <a:rPr lang="en-US" dirty="0"/>
                        <a:t>No Umbrella (Not B)</a:t>
                      </a:r>
                      <a:endParaRPr lang="he-IL"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2106022712"/>
                  </a:ext>
                </a:extLst>
              </a:tr>
              <a:tr h="421382">
                <a:tc>
                  <a:txBody>
                    <a:bodyPr/>
                    <a:lstStyle/>
                    <a:p>
                      <a:pPr rtl="1"/>
                      <a:r>
                        <a:rPr lang="en-US" dirty="0"/>
                        <a:t>100</a:t>
                      </a:r>
                      <a:endParaRPr lang="he-IL"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rtl="1"/>
                      <a:r>
                        <a:rPr lang="en-US" dirty="0"/>
                        <a:t>80</a:t>
                      </a:r>
                      <a:endParaRPr lang="he-IL"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rtl="1"/>
                      <a:r>
                        <a:rPr lang="en-US" dirty="0"/>
                        <a:t>20</a:t>
                      </a:r>
                      <a:endParaRPr lang="he-IL"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rtl="1"/>
                      <a:r>
                        <a:rPr lang="en-US" dirty="0"/>
                        <a:t>Total</a:t>
                      </a:r>
                      <a:endParaRPr lang="he-IL"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3000639561"/>
                  </a:ext>
                </a:extLst>
              </a:tr>
            </a:tbl>
          </a:graphicData>
        </a:graphic>
      </p:graphicFrame>
      <p:sp>
        <p:nvSpPr>
          <p:cNvPr id="5" name="תיבת טקסט 4">
            <a:extLst>
              <a:ext uri="{FF2B5EF4-FFF2-40B4-BE49-F238E27FC236}">
                <a16:creationId xmlns:a16="http://schemas.microsoft.com/office/drawing/2014/main" id="{7E5D000A-2496-9031-5432-4F78CC4E905D}"/>
              </a:ext>
            </a:extLst>
          </p:cNvPr>
          <p:cNvSpPr txBox="1"/>
          <p:nvPr/>
        </p:nvSpPr>
        <p:spPr>
          <a:xfrm>
            <a:off x="8416106" y="5615583"/>
            <a:ext cx="3775893" cy="1200329"/>
          </a:xfrm>
          <a:prstGeom prst="rect">
            <a:avLst/>
          </a:prstGeom>
          <a:noFill/>
        </p:spPr>
        <p:txBody>
          <a:bodyPr wrap="square">
            <a:spAutoFit/>
          </a:bodyPr>
          <a:lstStyle/>
          <a:p>
            <a:pPr>
              <a:buNone/>
            </a:pPr>
            <a:r>
              <a:rPr lang="en-US" sz="2400" dirty="0"/>
              <a:t>Bringing an umbrella </a:t>
            </a:r>
            <a:r>
              <a:rPr lang="en-US" sz="2400" b="1" dirty="0"/>
              <a:t>does not change</a:t>
            </a:r>
            <a:r>
              <a:rPr lang="en-US" sz="2400" dirty="0"/>
              <a:t> the probability of passing.</a:t>
            </a:r>
          </a:p>
        </p:txBody>
      </p:sp>
      <p:cxnSp>
        <p:nvCxnSpPr>
          <p:cNvPr id="6" name="מחבר חץ ישר 5">
            <a:extLst>
              <a:ext uri="{FF2B5EF4-FFF2-40B4-BE49-F238E27FC236}">
                <a16:creationId xmlns:a16="http://schemas.microsoft.com/office/drawing/2014/main" id="{B20E5ED8-7885-C633-B99D-9DC1A21C4EF3}"/>
              </a:ext>
            </a:extLst>
          </p:cNvPr>
          <p:cNvCxnSpPr/>
          <p:nvPr/>
        </p:nvCxnSpPr>
        <p:spPr>
          <a:xfrm>
            <a:off x="7566845" y="5999368"/>
            <a:ext cx="706179" cy="0"/>
          </a:xfrm>
          <a:prstGeom prst="straightConnector1">
            <a:avLst/>
          </a:prstGeom>
          <a:ln w="38100" cap="flat" cmpd="sng" algn="ctr">
            <a:solidFill>
              <a:srgbClr val="FF000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Tree>
    <p:extLst>
      <p:ext uri="{BB962C8B-B14F-4D97-AF65-F5344CB8AC3E}">
        <p14:creationId xmlns:p14="http://schemas.microsoft.com/office/powerpoint/2010/main" val="323806735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573988-6277-2883-0C06-D5DDC83A49B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6EC36DF-5ED0-A406-7CA2-A2352E9207F2}"/>
              </a:ext>
            </a:extLst>
          </p:cNvPr>
          <p:cNvSpPr>
            <a:spLocks noGrp="1"/>
          </p:cNvSpPr>
          <p:nvPr>
            <p:ph type="title"/>
          </p:nvPr>
        </p:nvSpPr>
        <p:spPr>
          <a:xfrm>
            <a:off x="838200" y="20997"/>
            <a:ext cx="10515600" cy="1325563"/>
          </a:xfrm>
        </p:spPr>
        <p:txBody>
          <a:bodyPr/>
          <a:lstStyle/>
          <a:p>
            <a:r>
              <a:rPr lang="en-US" dirty="0"/>
              <a:t>Models</a:t>
            </a:r>
            <a:endParaRPr lang="LID4096"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FF32981-2EB2-8074-6F8C-484D76E60A41}"/>
                  </a:ext>
                </a:extLst>
              </p:cNvPr>
              <p:cNvSpPr>
                <a:spLocks noGrp="1"/>
              </p:cNvSpPr>
              <p:nvPr>
                <p:ph idx="1"/>
              </p:nvPr>
            </p:nvSpPr>
            <p:spPr>
              <a:xfrm>
                <a:off x="461062" y="1346560"/>
                <a:ext cx="11828910" cy="5378705"/>
              </a:xfrm>
            </p:spPr>
            <p:txBody>
              <a:bodyPr>
                <a:normAutofit/>
              </a:bodyPr>
              <a:lstStyle/>
              <a:p>
                <a:pPr>
                  <a:lnSpc>
                    <a:spcPct val="150000"/>
                  </a:lnSpc>
                </a:pPr>
                <a:r>
                  <a:rPr lang="en-GB" dirty="0"/>
                  <a:t>A model is a specific idea about how data comes from reality</a:t>
                </a:r>
              </a:p>
              <a:p>
                <a:pPr lvl="1">
                  <a:lnSpc>
                    <a:spcPct val="150000"/>
                  </a:lnSpc>
                </a:pPr>
                <a:r>
                  <a:rPr lang="en-GB" dirty="0"/>
                  <a:t>A particular distribution </a:t>
                </a:r>
              </a:p>
              <a:p>
                <a:pPr lvl="1">
                  <a:lnSpc>
                    <a:spcPct val="150000"/>
                  </a:lnSpc>
                </a:pPr>
                <a:r>
                  <a:rPr lang="en-GB" dirty="0"/>
                  <a:t>With specific parameters</a:t>
                </a:r>
                <a:endParaRPr lang="en-US" dirty="0"/>
              </a:p>
              <a:p>
                <a:pPr>
                  <a:lnSpc>
                    <a:spcPct val="150000"/>
                  </a:lnSpc>
                </a:pPr>
                <a14:m>
                  <m:oMath xmlns:m="http://schemas.openxmlformats.org/officeDocument/2006/math">
                    <m:r>
                      <a:rPr lang="en-GB" sz="2400" b="0" i="1" smtClean="0">
                        <a:solidFill>
                          <a:schemeClr val="tx1"/>
                        </a:solidFill>
                        <a:latin typeface="Cambria Math" panose="02040503050406030204" pitchFamily="18" charset="0"/>
                      </a:rPr>
                      <m:t>𝑃</m:t>
                    </m:r>
                    <m:d>
                      <m:dPr>
                        <m:ctrlPr>
                          <a:rPr lang="LID4096" sz="2400" i="1">
                            <a:solidFill>
                              <a:schemeClr val="tx1"/>
                            </a:solidFill>
                            <a:latin typeface="Cambria Math" panose="02040503050406030204" pitchFamily="18" charset="0"/>
                          </a:rPr>
                        </m:ctrlPr>
                      </m:dPr>
                      <m:e>
                        <m:d>
                          <m:dPr>
                            <m:begChr m:val=""/>
                            <m:endChr m:val="|"/>
                            <m:ctrlPr>
                              <a:rPr lang="LID4096" sz="2400" i="1">
                                <a:solidFill>
                                  <a:schemeClr val="tx1"/>
                                </a:solidFill>
                                <a:latin typeface="Cambria Math" panose="02040503050406030204" pitchFamily="18" charset="0"/>
                              </a:rPr>
                            </m:ctrlPr>
                          </m:dPr>
                          <m:e>
                            <m:r>
                              <m:rPr>
                                <m:nor/>
                              </m:rPr>
                              <a:rPr lang="LID4096" sz="2400" i="0">
                                <a:solidFill>
                                  <a:schemeClr val="tx1"/>
                                </a:solidFill>
                                <a:latin typeface="Cambria Math" panose="02040503050406030204" pitchFamily="18" charset="0"/>
                              </a:rPr>
                              <m:t>model</m:t>
                            </m:r>
                          </m:e>
                        </m:d>
                        <m:r>
                          <m:rPr>
                            <m:nor/>
                          </m:rPr>
                          <a:rPr lang="LID4096" sz="2400" i="0">
                            <a:solidFill>
                              <a:schemeClr val="tx1"/>
                            </a:solidFill>
                            <a:latin typeface="Cambria Math" panose="02040503050406030204" pitchFamily="18" charset="0"/>
                          </a:rPr>
                          <m:t>data</m:t>
                        </m:r>
                      </m:e>
                    </m:d>
                    <m:r>
                      <a:rPr lang="LID4096" sz="2400" i="1">
                        <a:solidFill>
                          <a:schemeClr val="tx1"/>
                        </a:solidFill>
                        <a:latin typeface="Cambria Math" panose="02040503050406030204" pitchFamily="18" charset="0"/>
                      </a:rPr>
                      <m:t>=</m:t>
                    </m:r>
                    <m:f>
                      <m:fPr>
                        <m:ctrlPr>
                          <a:rPr lang="LID4096" sz="2400" i="1">
                            <a:solidFill>
                              <a:schemeClr val="tx1"/>
                            </a:solidFill>
                            <a:latin typeface="Cambria Math" panose="02040503050406030204" pitchFamily="18" charset="0"/>
                          </a:rPr>
                        </m:ctrlPr>
                      </m:fPr>
                      <m:num>
                        <m:r>
                          <a:rPr lang="en-GB" sz="2400" b="0" i="1" smtClean="0">
                            <a:solidFill>
                              <a:schemeClr val="tx1"/>
                            </a:solidFill>
                            <a:latin typeface="Cambria Math" panose="02040503050406030204" pitchFamily="18" charset="0"/>
                          </a:rPr>
                          <m:t>𝑃</m:t>
                        </m:r>
                        <m:d>
                          <m:dPr>
                            <m:ctrlPr>
                              <a:rPr lang="LID4096" sz="2400" i="1">
                                <a:solidFill>
                                  <a:schemeClr val="tx1"/>
                                </a:solidFill>
                                <a:latin typeface="Cambria Math" panose="02040503050406030204" pitchFamily="18" charset="0"/>
                              </a:rPr>
                            </m:ctrlPr>
                          </m:dPr>
                          <m:e>
                            <m:d>
                              <m:dPr>
                                <m:begChr m:val=""/>
                                <m:endChr m:val="|"/>
                                <m:ctrlPr>
                                  <a:rPr lang="LID4096" sz="2400" i="1">
                                    <a:solidFill>
                                      <a:schemeClr val="tx1"/>
                                    </a:solidFill>
                                    <a:latin typeface="Cambria Math" panose="02040503050406030204" pitchFamily="18" charset="0"/>
                                  </a:rPr>
                                </m:ctrlPr>
                              </m:dPr>
                              <m:e>
                                <m:r>
                                  <m:rPr>
                                    <m:nor/>
                                  </m:rPr>
                                  <a:rPr lang="LID4096" sz="2400" i="0">
                                    <a:solidFill>
                                      <a:schemeClr val="tx1"/>
                                    </a:solidFill>
                                    <a:latin typeface="Cambria Math" panose="02040503050406030204" pitchFamily="18" charset="0"/>
                                  </a:rPr>
                                  <m:t>data</m:t>
                                </m:r>
                              </m:e>
                            </m:d>
                            <m:r>
                              <m:rPr>
                                <m:nor/>
                              </m:rPr>
                              <a:rPr lang="LID4096" sz="2400" i="0">
                                <a:solidFill>
                                  <a:schemeClr val="tx1"/>
                                </a:solidFill>
                                <a:latin typeface="Cambria Math" panose="02040503050406030204" pitchFamily="18" charset="0"/>
                              </a:rPr>
                              <m:t>model</m:t>
                            </m:r>
                          </m:e>
                        </m:d>
                        <m:r>
                          <a:rPr lang="en-GB" sz="2400" b="0" i="1" smtClean="0">
                            <a:solidFill>
                              <a:schemeClr val="tx1"/>
                            </a:solidFill>
                            <a:latin typeface="Cambria Math" panose="02040503050406030204" pitchFamily="18" charset="0"/>
                          </a:rPr>
                          <m:t>𝑃</m:t>
                        </m:r>
                        <m:d>
                          <m:dPr>
                            <m:ctrlPr>
                              <a:rPr lang="LID4096" sz="2400" i="1">
                                <a:solidFill>
                                  <a:schemeClr val="tx1"/>
                                </a:solidFill>
                                <a:latin typeface="Cambria Math" panose="02040503050406030204" pitchFamily="18" charset="0"/>
                              </a:rPr>
                            </m:ctrlPr>
                          </m:dPr>
                          <m:e>
                            <m:r>
                              <m:rPr>
                                <m:nor/>
                              </m:rPr>
                              <a:rPr lang="LID4096" sz="2400" i="0">
                                <a:solidFill>
                                  <a:schemeClr val="tx1"/>
                                </a:solidFill>
                                <a:latin typeface="Cambria Math" panose="02040503050406030204" pitchFamily="18" charset="0"/>
                              </a:rPr>
                              <m:t>model</m:t>
                            </m:r>
                          </m:e>
                        </m:d>
                      </m:num>
                      <m:den>
                        <m:nary>
                          <m:naryPr>
                            <m:chr m:val="∑"/>
                            <m:supHide m:val="on"/>
                            <m:ctrlPr>
                              <a:rPr lang="LID4096" sz="2400" i="1" smtClean="0">
                                <a:solidFill>
                                  <a:schemeClr val="tx1"/>
                                </a:solidFill>
                                <a:latin typeface="Cambria Math" panose="02040503050406030204" pitchFamily="18" charset="0"/>
                              </a:rPr>
                            </m:ctrlPr>
                          </m:naryPr>
                          <m:sub>
                            <m:r>
                              <m:rPr>
                                <m:nor/>
                              </m:rPr>
                              <a:rPr lang="LID4096" sz="2400" i="0">
                                <a:solidFill>
                                  <a:schemeClr val="tx1"/>
                                </a:solidFill>
                                <a:latin typeface="Cambria Math" panose="02040503050406030204" pitchFamily="18" charset="0"/>
                              </a:rPr>
                              <m:t>models</m:t>
                            </m:r>
                          </m:sub>
                          <m:sup/>
                          <m:e>
                            <m:r>
                              <a:rPr lang="en-GB" sz="2400" b="0" i="1" smtClean="0">
                                <a:solidFill>
                                  <a:schemeClr val="tx1"/>
                                </a:solidFill>
                                <a:latin typeface="Cambria Math" panose="02040503050406030204" pitchFamily="18" charset="0"/>
                              </a:rPr>
                              <m:t>𝑃</m:t>
                            </m:r>
                            <m:d>
                              <m:dPr>
                                <m:ctrlPr>
                                  <a:rPr lang="LID4096" sz="2400" i="1">
                                    <a:solidFill>
                                      <a:schemeClr val="tx1"/>
                                    </a:solidFill>
                                    <a:latin typeface="Cambria Math" panose="02040503050406030204" pitchFamily="18" charset="0"/>
                                  </a:rPr>
                                </m:ctrlPr>
                              </m:dPr>
                              <m:e>
                                <m:d>
                                  <m:dPr>
                                    <m:begChr m:val=""/>
                                    <m:endChr m:val="|"/>
                                    <m:ctrlPr>
                                      <a:rPr lang="LID4096" sz="2400" i="1">
                                        <a:solidFill>
                                          <a:schemeClr val="tx1"/>
                                        </a:solidFill>
                                        <a:latin typeface="Cambria Math" panose="02040503050406030204" pitchFamily="18" charset="0"/>
                                      </a:rPr>
                                    </m:ctrlPr>
                                  </m:dPr>
                                  <m:e>
                                    <m:r>
                                      <m:rPr>
                                        <m:nor/>
                                      </m:rPr>
                                      <a:rPr lang="LID4096" sz="2400" i="0">
                                        <a:solidFill>
                                          <a:schemeClr val="tx1"/>
                                        </a:solidFill>
                                        <a:latin typeface="Cambria Math" panose="02040503050406030204" pitchFamily="18" charset="0"/>
                                      </a:rPr>
                                      <m:t>data</m:t>
                                    </m:r>
                                  </m:e>
                                </m:d>
                                <m:r>
                                  <m:rPr>
                                    <m:nor/>
                                  </m:rPr>
                                  <a:rPr lang="LID4096" sz="2400" i="0">
                                    <a:solidFill>
                                      <a:schemeClr val="tx1"/>
                                    </a:solidFill>
                                    <a:latin typeface="Cambria Math" panose="02040503050406030204" pitchFamily="18" charset="0"/>
                                  </a:rPr>
                                  <m:t>model</m:t>
                                </m:r>
                              </m:e>
                            </m:d>
                            <m:r>
                              <a:rPr lang="en-GB" sz="2400" b="0" i="1" smtClean="0">
                                <a:solidFill>
                                  <a:schemeClr val="tx1"/>
                                </a:solidFill>
                                <a:latin typeface="Cambria Math" panose="02040503050406030204" pitchFamily="18" charset="0"/>
                              </a:rPr>
                              <m:t>𝑃</m:t>
                            </m:r>
                            <m:d>
                              <m:dPr>
                                <m:ctrlPr>
                                  <a:rPr lang="LID4096" sz="2400" i="1">
                                    <a:solidFill>
                                      <a:schemeClr val="tx1"/>
                                    </a:solidFill>
                                    <a:latin typeface="Cambria Math" panose="02040503050406030204" pitchFamily="18" charset="0"/>
                                  </a:rPr>
                                </m:ctrlPr>
                              </m:dPr>
                              <m:e>
                                <m:r>
                                  <m:rPr>
                                    <m:nor/>
                                  </m:rPr>
                                  <a:rPr lang="LID4096" sz="2400" i="0">
                                    <a:solidFill>
                                      <a:schemeClr val="tx1"/>
                                    </a:solidFill>
                                    <a:latin typeface="Cambria Math" panose="02040503050406030204" pitchFamily="18" charset="0"/>
                                  </a:rPr>
                                  <m:t>model</m:t>
                                </m:r>
                              </m:e>
                            </m:d>
                          </m:e>
                        </m:nary>
                      </m:den>
                    </m:f>
                  </m:oMath>
                </a14:m>
                <a:endParaRPr lang="en-GB" dirty="0"/>
              </a:p>
              <a:p>
                <a:pPr>
                  <a:lnSpc>
                    <a:spcPct val="150000"/>
                  </a:lnSpc>
                </a:pPr>
                <a14:m>
                  <m:oMath xmlns:m="http://schemas.openxmlformats.org/officeDocument/2006/math">
                    <m:r>
                      <a:rPr lang="en-GB" sz="2400" i="1" smtClean="0">
                        <a:latin typeface="Cambria Math" panose="02040503050406030204" pitchFamily="18" charset="0"/>
                      </a:rPr>
                      <m:t>𝑃</m:t>
                    </m:r>
                    <m:d>
                      <m:dPr>
                        <m:ctrlPr>
                          <a:rPr lang="LID4096" sz="2400" i="1">
                            <a:latin typeface="Cambria Math" panose="02040503050406030204" pitchFamily="18" charset="0"/>
                          </a:rPr>
                        </m:ctrlPr>
                      </m:dPr>
                      <m:e>
                        <m:d>
                          <m:dPr>
                            <m:begChr m:val=""/>
                            <m:endChr m:val="|"/>
                            <m:ctrlPr>
                              <a:rPr lang="LID4096" sz="2400" i="1">
                                <a:latin typeface="Cambria Math" panose="02040503050406030204" pitchFamily="18" charset="0"/>
                              </a:rPr>
                            </m:ctrlPr>
                          </m:dPr>
                          <m:e>
                            <m:r>
                              <m:rPr>
                                <m:nor/>
                              </m:rPr>
                              <a:rPr lang="LID4096" sz="2400">
                                <a:latin typeface="Cambria Math" panose="02040503050406030204" pitchFamily="18" charset="0"/>
                              </a:rPr>
                              <m:t>model</m:t>
                            </m:r>
                          </m:e>
                        </m:d>
                        <m:r>
                          <m:rPr>
                            <m:nor/>
                          </m:rPr>
                          <a:rPr lang="LID4096" sz="2400">
                            <a:latin typeface="Cambria Math" panose="02040503050406030204" pitchFamily="18" charset="0"/>
                          </a:rPr>
                          <m:t>data</m:t>
                        </m:r>
                      </m:e>
                    </m:d>
                    <m:r>
                      <a:rPr lang="he-IL" sz="2400" i="1" smtClean="0">
                        <a:latin typeface="Cambria Math" panose="02040503050406030204" pitchFamily="18" charset="0"/>
                        <a:ea typeface="Cambria Math" panose="02040503050406030204" pitchFamily="18" charset="0"/>
                      </a:rPr>
                      <m:t>∝</m:t>
                    </m:r>
                    <m:r>
                      <a:rPr lang="en-GB" sz="2400" i="1">
                        <a:solidFill>
                          <a:prstClr val="black"/>
                        </a:solidFill>
                        <a:latin typeface="Cambria Math" panose="02040503050406030204" pitchFamily="18" charset="0"/>
                      </a:rPr>
                      <m:t>𝑃</m:t>
                    </m:r>
                    <m:d>
                      <m:dPr>
                        <m:ctrlPr>
                          <a:rPr lang="LID4096" sz="2400" i="1">
                            <a:solidFill>
                              <a:prstClr val="black"/>
                            </a:solidFill>
                            <a:latin typeface="Cambria Math" panose="02040503050406030204" pitchFamily="18" charset="0"/>
                          </a:rPr>
                        </m:ctrlPr>
                      </m:dPr>
                      <m:e>
                        <m:d>
                          <m:dPr>
                            <m:begChr m:val=""/>
                            <m:endChr m:val="|"/>
                            <m:ctrlPr>
                              <a:rPr lang="LID4096" sz="2400" i="1">
                                <a:solidFill>
                                  <a:prstClr val="black"/>
                                </a:solidFill>
                                <a:latin typeface="Cambria Math" panose="02040503050406030204" pitchFamily="18" charset="0"/>
                              </a:rPr>
                            </m:ctrlPr>
                          </m:dPr>
                          <m:e>
                            <m:r>
                              <m:rPr>
                                <m:nor/>
                              </m:rPr>
                              <a:rPr lang="LID4096" sz="2400">
                                <a:solidFill>
                                  <a:prstClr val="black"/>
                                </a:solidFill>
                                <a:latin typeface="Cambria Math" panose="02040503050406030204" pitchFamily="18" charset="0"/>
                              </a:rPr>
                              <m:t>data</m:t>
                            </m:r>
                          </m:e>
                        </m:d>
                        <m:r>
                          <m:rPr>
                            <m:nor/>
                          </m:rPr>
                          <a:rPr lang="LID4096" sz="2400">
                            <a:solidFill>
                              <a:prstClr val="black"/>
                            </a:solidFill>
                            <a:latin typeface="Cambria Math" panose="02040503050406030204" pitchFamily="18" charset="0"/>
                          </a:rPr>
                          <m:t>model</m:t>
                        </m:r>
                      </m:e>
                    </m:d>
                    <m:r>
                      <a:rPr lang="en-GB" sz="2400" i="1">
                        <a:solidFill>
                          <a:prstClr val="black"/>
                        </a:solidFill>
                        <a:latin typeface="Cambria Math" panose="02040503050406030204" pitchFamily="18" charset="0"/>
                      </a:rPr>
                      <m:t>𝑃</m:t>
                    </m:r>
                    <m:d>
                      <m:dPr>
                        <m:ctrlPr>
                          <a:rPr lang="LID4096" sz="2400" i="1">
                            <a:solidFill>
                              <a:prstClr val="black"/>
                            </a:solidFill>
                            <a:latin typeface="Cambria Math" panose="02040503050406030204" pitchFamily="18" charset="0"/>
                          </a:rPr>
                        </m:ctrlPr>
                      </m:dPr>
                      <m:e>
                        <m:r>
                          <m:rPr>
                            <m:nor/>
                          </m:rPr>
                          <a:rPr lang="LID4096" sz="2400">
                            <a:solidFill>
                              <a:prstClr val="black"/>
                            </a:solidFill>
                            <a:latin typeface="Cambria Math" panose="02040503050406030204" pitchFamily="18" charset="0"/>
                          </a:rPr>
                          <m:t>model</m:t>
                        </m:r>
                      </m:e>
                    </m:d>
                  </m:oMath>
                </a14:m>
                <a:endParaRPr lang="en-GB" dirty="0"/>
              </a:p>
              <a:p>
                <a:pPr>
                  <a:lnSpc>
                    <a:spcPct val="150000"/>
                  </a:lnSpc>
                </a:pPr>
                <a:r>
                  <a:rPr lang="en-GB" dirty="0"/>
                  <a:t>We will use data to update our model</a:t>
                </a:r>
                <a:endParaRPr lang="LID4096" dirty="0"/>
              </a:p>
              <a:p>
                <a:pPr>
                  <a:lnSpc>
                    <a:spcPct val="150000"/>
                  </a:lnSpc>
                </a:pPr>
                <a:endParaRPr lang="en-GB" dirty="0">
                  <a:highlight>
                    <a:srgbClr val="FFFF00"/>
                  </a:highlight>
                </a:endParaRPr>
              </a:p>
            </p:txBody>
          </p:sp>
        </mc:Choice>
        <mc:Fallback xmlns="">
          <p:sp>
            <p:nvSpPr>
              <p:cNvPr id="3" name="Content Placeholder 2">
                <a:extLst>
                  <a:ext uri="{FF2B5EF4-FFF2-40B4-BE49-F238E27FC236}">
                    <a16:creationId xmlns:a16="http://schemas.microsoft.com/office/drawing/2014/main" id="{0FF32981-2EB2-8074-6F8C-484D76E60A41}"/>
                  </a:ext>
                </a:extLst>
              </p:cNvPr>
              <p:cNvSpPr>
                <a:spLocks noGrp="1" noRot="1" noChangeAspect="1" noMove="1" noResize="1" noEditPoints="1" noAdjustHandles="1" noChangeArrowheads="1" noChangeShapeType="1" noTextEdit="1"/>
              </p:cNvSpPr>
              <p:nvPr>
                <p:ph idx="1"/>
              </p:nvPr>
            </p:nvSpPr>
            <p:spPr>
              <a:xfrm>
                <a:off x="461062" y="1346560"/>
                <a:ext cx="11828910" cy="5378705"/>
              </a:xfrm>
              <a:blipFill>
                <a:blip r:embed="rId3"/>
                <a:stretch>
                  <a:fillRect l="-928"/>
                </a:stretch>
              </a:blipFill>
            </p:spPr>
            <p:txBody>
              <a:bodyPr/>
              <a:lstStyle/>
              <a:p>
                <a:r>
                  <a:rPr lang="he-IL">
                    <a:noFill/>
                  </a:rPr>
                  <a:t> </a:t>
                </a:r>
              </a:p>
            </p:txBody>
          </p:sp>
        </mc:Fallback>
      </mc:AlternateContent>
      <p:sp>
        <p:nvSpPr>
          <p:cNvPr id="11" name="Content Placeholder 2">
            <a:extLst>
              <a:ext uri="{FF2B5EF4-FFF2-40B4-BE49-F238E27FC236}">
                <a16:creationId xmlns:a16="http://schemas.microsoft.com/office/drawing/2014/main" id="{6B72C419-5FF4-5190-588C-FE94A6EBC5B5}"/>
              </a:ext>
            </a:extLst>
          </p:cNvPr>
          <p:cNvSpPr txBox="1">
            <a:spLocks/>
          </p:cNvSpPr>
          <p:nvPr/>
        </p:nvSpPr>
        <p:spPr>
          <a:xfrm>
            <a:off x="461062" y="2129132"/>
            <a:ext cx="10881852" cy="537870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Char char="§"/>
            </a:pPr>
            <a:endParaRPr lang="en-US" dirty="0"/>
          </a:p>
          <a:p>
            <a:pPr>
              <a:lnSpc>
                <a:spcPct val="150000"/>
              </a:lnSpc>
              <a:buFont typeface="Wingdings" panose="05000000000000000000" pitchFamily="2" charset="2"/>
              <a:buChar char="§"/>
            </a:pPr>
            <a:endParaRPr lang="en-GB" dirty="0">
              <a:highlight>
                <a:srgbClr val="FFFF00"/>
              </a:highlight>
            </a:endParaRPr>
          </a:p>
        </p:txBody>
      </p:sp>
      <p:pic>
        <p:nvPicPr>
          <p:cNvPr id="4" name="Picture 3">
            <a:extLst>
              <a:ext uri="{FF2B5EF4-FFF2-40B4-BE49-F238E27FC236}">
                <a16:creationId xmlns:a16="http://schemas.microsoft.com/office/drawing/2014/main" id="{107CFCE7-4EF9-485F-76E7-D8977E222F41}"/>
              </a:ext>
            </a:extLst>
          </p:cNvPr>
          <p:cNvPicPr>
            <a:picLocks noChangeAspect="1"/>
          </p:cNvPicPr>
          <p:nvPr/>
        </p:nvPicPr>
        <p:blipFill>
          <a:blip r:embed="rId4"/>
          <a:srcRect l="25235" r="25904" b="9101"/>
          <a:stretch/>
        </p:blipFill>
        <p:spPr>
          <a:xfrm>
            <a:off x="7669549" y="2796210"/>
            <a:ext cx="4522451" cy="3929055"/>
          </a:xfrm>
          <a:prstGeom prst="rect">
            <a:avLst/>
          </a:prstGeom>
        </p:spPr>
      </p:pic>
      <p:sp>
        <p:nvSpPr>
          <p:cNvPr id="5" name="מציין מיקום של מספר שקופית 4">
            <a:extLst>
              <a:ext uri="{FF2B5EF4-FFF2-40B4-BE49-F238E27FC236}">
                <a16:creationId xmlns:a16="http://schemas.microsoft.com/office/drawing/2014/main" id="{C1FF7275-362B-8CC5-7F9F-4D71BB0179FE}"/>
              </a:ext>
            </a:extLst>
          </p:cNvPr>
          <p:cNvSpPr>
            <a:spLocks noGrp="1"/>
          </p:cNvSpPr>
          <p:nvPr>
            <p:ph type="sldNum" sz="quarter" idx="12"/>
          </p:nvPr>
        </p:nvSpPr>
        <p:spPr/>
        <p:txBody>
          <a:bodyPr/>
          <a:lstStyle/>
          <a:p>
            <a:fld id="{B6796F57-8306-40D4-9229-37A3D19F0B5F}" type="slidenum">
              <a:rPr lang="LID4096" smtClean="0"/>
              <a:t>63</a:t>
            </a:fld>
            <a:endParaRPr lang="LID4096"/>
          </a:p>
        </p:txBody>
      </p:sp>
    </p:spTree>
    <p:extLst>
      <p:ext uri="{BB962C8B-B14F-4D97-AF65-F5344CB8AC3E}">
        <p14:creationId xmlns:p14="http://schemas.microsoft.com/office/powerpoint/2010/main" val="17417708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fade">
                                      <p:cBhvr>
                                        <p:cTn id="7" dur="250"/>
                                        <p:tgtEl>
                                          <p:spTgt spid="3">
                                            <p:txEl>
                                              <p:pRg st="3" end="3"/>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4" end="4"/>
                                            </p:txEl>
                                          </p:spTgt>
                                        </p:tgtEl>
                                        <p:attrNameLst>
                                          <p:attrName>style.visibility</p:attrName>
                                        </p:attrNameLst>
                                      </p:cBhvr>
                                      <p:to>
                                        <p:strVal val="visible"/>
                                      </p:to>
                                    </p:set>
                                    <p:animEffect transition="in" filter="fade">
                                      <p:cBhvr>
                                        <p:cTn id="12" dur="250"/>
                                        <p:tgtEl>
                                          <p:spTgt spid="3">
                                            <p:txEl>
                                              <p:pRg st="4" end="4"/>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animEffect transition="in" filter="fade">
                                      <p:cBhvr>
                                        <p:cTn id="17" dur="25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40D32C-737E-74FD-D9E7-CDA2FA409A76}"/>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097BCFC1-3EAE-55DD-75B5-273D0936D875}"/>
                  </a:ext>
                </a:extLst>
              </p:cNvPr>
              <p:cNvSpPr>
                <a:spLocks noGrp="1"/>
              </p:cNvSpPr>
              <p:nvPr>
                <p:ph type="title"/>
              </p:nvPr>
            </p:nvSpPr>
            <p:spPr>
              <a:xfrm>
                <a:off x="242047" y="20997"/>
                <a:ext cx="11949953" cy="1325563"/>
              </a:xfrm>
            </p:spPr>
            <p:txBody>
              <a:bodyPr>
                <a:noAutofit/>
              </a:bodyPr>
              <a:lstStyle/>
              <a:p>
                <a:pPr>
                  <a:lnSpc>
                    <a:spcPct val="150000"/>
                  </a:lnSpc>
                </a:pPr>
                <a:r>
                  <a:rPr lang="en-GB" sz="2000" b="1" dirty="0"/>
                  <a:t>From</a:t>
                </a:r>
                <a:r>
                  <a:rPr lang="en-GB" sz="2000" dirty="0"/>
                  <a:t>  </a:t>
                </a:r>
                <a14:m>
                  <m:oMath xmlns:m="http://schemas.openxmlformats.org/officeDocument/2006/math">
                    <m:r>
                      <a:rPr lang="en-GB" sz="2000" b="0" i="1">
                        <a:latin typeface="Cambria Math" panose="02040503050406030204" pitchFamily="18" charset="0"/>
                      </a:rPr>
                      <m:t>𝑃</m:t>
                    </m:r>
                    <m:d>
                      <m:dPr>
                        <m:ctrlPr>
                          <a:rPr lang="LID4096" sz="2000" i="1">
                            <a:latin typeface="Cambria Math" panose="02040503050406030204" pitchFamily="18" charset="0"/>
                          </a:rPr>
                        </m:ctrlPr>
                      </m:dPr>
                      <m:e>
                        <m:d>
                          <m:dPr>
                            <m:begChr m:val=""/>
                            <m:endChr m:val="|"/>
                            <m:ctrlPr>
                              <a:rPr lang="LID4096" sz="2000" i="1">
                                <a:latin typeface="Cambria Math" panose="02040503050406030204" pitchFamily="18" charset="0"/>
                              </a:rPr>
                            </m:ctrlPr>
                          </m:dPr>
                          <m:e>
                            <m:r>
                              <m:rPr>
                                <m:nor/>
                              </m:rPr>
                              <a:rPr lang="LID4096" sz="2000">
                                <a:latin typeface="Cambria Math" panose="02040503050406030204" pitchFamily="18" charset="0"/>
                              </a:rPr>
                              <m:t>model</m:t>
                            </m:r>
                          </m:e>
                        </m:d>
                        <m:r>
                          <m:rPr>
                            <m:nor/>
                          </m:rPr>
                          <a:rPr lang="LID4096" sz="2000">
                            <a:latin typeface="Cambria Math" panose="02040503050406030204" pitchFamily="18" charset="0"/>
                          </a:rPr>
                          <m:t>data</m:t>
                        </m:r>
                      </m:e>
                    </m:d>
                    <m:r>
                      <a:rPr lang="LID4096" sz="2000" b="0" i="1">
                        <a:latin typeface="Cambria Math" panose="02040503050406030204" pitchFamily="18" charset="0"/>
                      </a:rPr>
                      <m:t>=</m:t>
                    </m:r>
                    <m:f>
                      <m:fPr>
                        <m:ctrlPr>
                          <a:rPr lang="LID4096" sz="2000" i="1">
                            <a:latin typeface="Cambria Math" panose="02040503050406030204" pitchFamily="18" charset="0"/>
                          </a:rPr>
                        </m:ctrlPr>
                      </m:fPr>
                      <m:num>
                        <m:r>
                          <a:rPr lang="en-GB" sz="2000" b="0" i="1">
                            <a:latin typeface="Cambria Math" panose="02040503050406030204" pitchFamily="18" charset="0"/>
                          </a:rPr>
                          <m:t>𝑃</m:t>
                        </m:r>
                        <m:d>
                          <m:dPr>
                            <m:ctrlPr>
                              <a:rPr lang="LID4096" sz="2000" i="1">
                                <a:latin typeface="Cambria Math" panose="02040503050406030204" pitchFamily="18" charset="0"/>
                              </a:rPr>
                            </m:ctrlPr>
                          </m:dPr>
                          <m:e>
                            <m:d>
                              <m:dPr>
                                <m:begChr m:val=""/>
                                <m:endChr m:val="|"/>
                                <m:ctrlPr>
                                  <a:rPr lang="LID4096" sz="2000" i="1">
                                    <a:latin typeface="Cambria Math" panose="02040503050406030204" pitchFamily="18" charset="0"/>
                                  </a:rPr>
                                </m:ctrlPr>
                              </m:dPr>
                              <m:e>
                                <m:r>
                                  <m:rPr>
                                    <m:nor/>
                                  </m:rPr>
                                  <a:rPr lang="LID4096" sz="2000">
                                    <a:latin typeface="Cambria Math" panose="02040503050406030204" pitchFamily="18" charset="0"/>
                                  </a:rPr>
                                  <m:t>data</m:t>
                                </m:r>
                              </m:e>
                            </m:d>
                            <m:r>
                              <m:rPr>
                                <m:nor/>
                              </m:rPr>
                              <a:rPr lang="LID4096" sz="2000">
                                <a:latin typeface="Cambria Math" panose="02040503050406030204" pitchFamily="18" charset="0"/>
                              </a:rPr>
                              <m:t>model</m:t>
                            </m:r>
                          </m:e>
                        </m:d>
                        <m:r>
                          <a:rPr lang="en-GB" sz="2000" b="0" i="1">
                            <a:latin typeface="Cambria Math" panose="02040503050406030204" pitchFamily="18" charset="0"/>
                          </a:rPr>
                          <m:t>𝑃</m:t>
                        </m:r>
                        <m:d>
                          <m:dPr>
                            <m:ctrlPr>
                              <a:rPr lang="LID4096" sz="2000" i="1">
                                <a:latin typeface="Cambria Math" panose="02040503050406030204" pitchFamily="18" charset="0"/>
                              </a:rPr>
                            </m:ctrlPr>
                          </m:dPr>
                          <m:e>
                            <m:r>
                              <m:rPr>
                                <m:nor/>
                              </m:rPr>
                              <a:rPr lang="LID4096" sz="2000">
                                <a:latin typeface="Cambria Math" panose="02040503050406030204" pitchFamily="18" charset="0"/>
                              </a:rPr>
                              <m:t>model</m:t>
                            </m:r>
                          </m:e>
                        </m:d>
                      </m:num>
                      <m:den>
                        <m:nary>
                          <m:naryPr>
                            <m:chr m:val="∑"/>
                            <m:supHide m:val="on"/>
                            <m:ctrlPr>
                              <a:rPr lang="LID4096" sz="2000" i="1">
                                <a:latin typeface="Cambria Math" panose="02040503050406030204" pitchFamily="18" charset="0"/>
                              </a:rPr>
                            </m:ctrlPr>
                          </m:naryPr>
                          <m:sub>
                            <m:r>
                              <m:rPr>
                                <m:nor/>
                              </m:rPr>
                              <a:rPr lang="LID4096" sz="2000">
                                <a:latin typeface="Cambria Math" panose="02040503050406030204" pitchFamily="18" charset="0"/>
                              </a:rPr>
                              <m:t>models</m:t>
                            </m:r>
                          </m:sub>
                          <m:sup/>
                          <m:e>
                            <m:r>
                              <a:rPr lang="en-GB" sz="2000" b="0" i="1">
                                <a:latin typeface="Cambria Math" panose="02040503050406030204" pitchFamily="18" charset="0"/>
                              </a:rPr>
                              <m:t>𝑃</m:t>
                            </m:r>
                            <m:d>
                              <m:dPr>
                                <m:ctrlPr>
                                  <a:rPr lang="LID4096" sz="2000" i="1">
                                    <a:latin typeface="Cambria Math" panose="02040503050406030204" pitchFamily="18" charset="0"/>
                                  </a:rPr>
                                </m:ctrlPr>
                              </m:dPr>
                              <m:e>
                                <m:d>
                                  <m:dPr>
                                    <m:begChr m:val=""/>
                                    <m:endChr m:val="|"/>
                                    <m:ctrlPr>
                                      <a:rPr lang="LID4096" sz="2000" i="1">
                                        <a:latin typeface="Cambria Math" panose="02040503050406030204" pitchFamily="18" charset="0"/>
                                      </a:rPr>
                                    </m:ctrlPr>
                                  </m:dPr>
                                  <m:e>
                                    <m:r>
                                      <m:rPr>
                                        <m:nor/>
                                      </m:rPr>
                                      <a:rPr lang="LID4096" sz="2000">
                                        <a:latin typeface="Cambria Math" panose="02040503050406030204" pitchFamily="18" charset="0"/>
                                      </a:rPr>
                                      <m:t>data</m:t>
                                    </m:r>
                                  </m:e>
                                </m:d>
                                <m:r>
                                  <m:rPr>
                                    <m:nor/>
                                  </m:rPr>
                                  <a:rPr lang="LID4096" sz="2000">
                                    <a:latin typeface="Cambria Math" panose="02040503050406030204" pitchFamily="18" charset="0"/>
                                  </a:rPr>
                                  <m:t>model</m:t>
                                </m:r>
                              </m:e>
                            </m:d>
                            <m:r>
                              <a:rPr lang="en-GB" sz="2000" b="0" i="1">
                                <a:latin typeface="Cambria Math" panose="02040503050406030204" pitchFamily="18" charset="0"/>
                              </a:rPr>
                              <m:t>𝑃</m:t>
                            </m:r>
                            <m:d>
                              <m:dPr>
                                <m:ctrlPr>
                                  <a:rPr lang="LID4096" sz="2000" i="1">
                                    <a:latin typeface="Cambria Math" panose="02040503050406030204" pitchFamily="18" charset="0"/>
                                  </a:rPr>
                                </m:ctrlPr>
                              </m:dPr>
                              <m:e>
                                <m:r>
                                  <m:rPr>
                                    <m:nor/>
                                  </m:rPr>
                                  <a:rPr lang="LID4096" sz="2000">
                                    <a:latin typeface="Cambria Math" panose="02040503050406030204" pitchFamily="18" charset="0"/>
                                  </a:rPr>
                                  <m:t>model</m:t>
                                </m:r>
                              </m:e>
                            </m:d>
                          </m:e>
                        </m:nary>
                      </m:den>
                    </m:f>
                  </m:oMath>
                </a14:m>
                <a:r>
                  <a:rPr lang="en-GB" sz="2000" dirty="0"/>
                  <a:t>  </a:t>
                </a:r>
                <a:r>
                  <a:rPr lang="en-GB" sz="2000" b="1" dirty="0"/>
                  <a:t>to</a:t>
                </a:r>
                <a:r>
                  <a:rPr lang="en-GB" sz="2000" dirty="0"/>
                  <a:t>  </a:t>
                </a:r>
                <a14:m>
                  <m:oMath xmlns:m="http://schemas.openxmlformats.org/officeDocument/2006/math">
                    <m:r>
                      <a:rPr lang="en-GB" sz="2000" b="0" i="1">
                        <a:latin typeface="Cambria Math" panose="02040503050406030204" pitchFamily="18" charset="0"/>
                      </a:rPr>
                      <m:t>𝑃</m:t>
                    </m:r>
                    <m:d>
                      <m:dPr>
                        <m:ctrlPr>
                          <a:rPr lang="LID4096" sz="2000" i="1">
                            <a:latin typeface="Cambria Math" panose="02040503050406030204" pitchFamily="18" charset="0"/>
                          </a:rPr>
                        </m:ctrlPr>
                      </m:dPr>
                      <m:e>
                        <m:d>
                          <m:dPr>
                            <m:begChr m:val=""/>
                            <m:endChr m:val="|"/>
                            <m:ctrlPr>
                              <a:rPr lang="LID4096" sz="2000" i="1">
                                <a:latin typeface="Cambria Math" panose="02040503050406030204" pitchFamily="18" charset="0"/>
                              </a:rPr>
                            </m:ctrlPr>
                          </m:dPr>
                          <m:e>
                            <m:r>
                              <m:rPr>
                                <m:nor/>
                              </m:rPr>
                              <a:rPr lang="LID4096" sz="2000">
                                <a:latin typeface="Cambria Math" panose="02040503050406030204" pitchFamily="18" charset="0"/>
                              </a:rPr>
                              <m:t>model</m:t>
                            </m:r>
                          </m:e>
                        </m:d>
                        <m:r>
                          <m:rPr>
                            <m:nor/>
                          </m:rPr>
                          <a:rPr lang="LID4096" sz="2000">
                            <a:latin typeface="Cambria Math" panose="02040503050406030204" pitchFamily="18" charset="0"/>
                          </a:rPr>
                          <m:t>data</m:t>
                        </m:r>
                      </m:e>
                    </m:d>
                    <m:r>
                      <a:rPr lang="he-IL" sz="2000" b="0" i="1">
                        <a:latin typeface="Cambria Math" panose="02040503050406030204" pitchFamily="18" charset="0"/>
                        <a:ea typeface="Cambria Math" panose="02040503050406030204" pitchFamily="18" charset="0"/>
                      </a:rPr>
                      <m:t>∝</m:t>
                    </m:r>
                    <m:r>
                      <a:rPr lang="en-GB" sz="2000" b="0" i="1">
                        <a:solidFill>
                          <a:prstClr val="black"/>
                        </a:solidFill>
                        <a:latin typeface="Cambria Math" panose="02040503050406030204" pitchFamily="18" charset="0"/>
                      </a:rPr>
                      <m:t>𝑃</m:t>
                    </m:r>
                    <m:d>
                      <m:dPr>
                        <m:ctrlPr>
                          <a:rPr lang="LID4096" sz="2000" i="1">
                            <a:solidFill>
                              <a:prstClr val="black"/>
                            </a:solidFill>
                            <a:latin typeface="Cambria Math" panose="02040503050406030204" pitchFamily="18" charset="0"/>
                          </a:rPr>
                        </m:ctrlPr>
                      </m:dPr>
                      <m:e>
                        <m:d>
                          <m:dPr>
                            <m:begChr m:val=""/>
                            <m:endChr m:val="|"/>
                            <m:ctrlPr>
                              <a:rPr lang="LID4096" sz="2000" i="1">
                                <a:solidFill>
                                  <a:prstClr val="black"/>
                                </a:solidFill>
                                <a:latin typeface="Cambria Math" panose="02040503050406030204" pitchFamily="18" charset="0"/>
                              </a:rPr>
                            </m:ctrlPr>
                          </m:dPr>
                          <m:e>
                            <m:r>
                              <m:rPr>
                                <m:nor/>
                              </m:rPr>
                              <a:rPr lang="LID4096" sz="2000">
                                <a:solidFill>
                                  <a:prstClr val="black"/>
                                </a:solidFill>
                                <a:latin typeface="Cambria Math" panose="02040503050406030204" pitchFamily="18" charset="0"/>
                              </a:rPr>
                              <m:t>data</m:t>
                            </m:r>
                          </m:e>
                        </m:d>
                        <m:r>
                          <m:rPr>
                            <m:nor/>
                          </m:rPr>
                          <a:rPr lang="LID4096" sz="2000">
                            <a:solidFill>
                              <a:prstClr val="black"/>
                            </a:solidFill>
                            <a:latin typeface="Cambria Math" panose="02040503050406030204" pitchFamily="18" charset="0"/>
                          </a:rPr>
                          <m:t>model</m:t>
                        </m:r>
                      </m:e>
                    </m:d>
                    <m:r>
                      <a:rPr lang="en-GB" sz="2000" b="0" i="1">
                        <a:solidFill>
                          <a:prstClr val="black"/>
                        </a:solidFill>
                        <a:latin typeface="Cambria Math" panose="02040503050406030204" pitchFamily="18" charset="0"/>
                      </a:rPr>
                      <m:t>𝑃</m:t>
                    </m:r>
                    <m:d>
                      <m:dPr>
                        <m:ctrlPr>
                          <a:rPr lang="LID4096" sz="2000" i="1">
                            <a:solidFill>
                              <a:prstClr val="black"/>
                            </a:solidFill>
                            <a:latin typeface="Cambria Math" panose="02040503050406030204" pitchFamily="18" charset="0"/>
                          </a:rPr>
                        </m:ctrlPr>
                      </m:dPr>
                      <m:e>
                        <m:r>
                          <m:rPr>
                            <m:nor/>
                          </m:rPr>
                          <a:rPr lang="LID4096" sz="2000">
                            <a:solidFill>
                              <a:prstClr val="black"/>
                            </a:solidFill>
                            <a:latin typeface="Cambria Math" panose="02040503050406030204" pitchFamily="18" charset="0"/>
                          </a:rPr>
                          <m:t>model</m:t>
                        </m:r>
                      </m:e>
                    </m:d>
                  </m:oMath>
                </a14:m>
                <a:endParaRPr lang="en-GB" sz="2000" dirty="0"/>
              </a:p>
            </p:txBody>
          </p:sp>
        </mc:Choice>
        <mc:Fallback xmlns="">
          <p:sp>
            <p:nvSpPr>
              <p:cNvPr id="2" name="Title 1">
                <a:extLst>
                  <a:ext uri="{FF2B5EF4-FFF2-40B4-BE49-F238E27FC236}">
                    <a16:creationId xmlns:a16="http://schemas.microsoft.com/office/drawing/2014/main" id="{097BCFC1-3EAE-55DD-75B5-273D0936D875}"/>
                  </a:ext>
                </a:extLst>
              </p:cNvPr>
              <p:cNvSpPr>
                <a:spLocks noGrp="1" noRot="1" noChangeAspect="1" noMove="1" noResize="1" noEditPoints="1" noAdjustHandles="1" noChangeArrowheads="1" noChangeShapeType="1" noTextEdit="1"/>
              </p:cNvSpPr>
              <p:nvPr>
                <p:ph type="title"/>
              </p:nvPr>
            </p:nvSpPr>
            <p:spPr>
              <a:xfrm>
                <a:off x="242047" y="20997"/>
                <a:ext cx="11949953" cy="1325563"/>
              </a:xfrm>
              <a:blipFill>
                <a:blip r:embed="rId3"/>
                <a:stretch>
                  <a:fillRect l="-561"/>
                </a:stretch>
              </a:blipFill>
            </p:spPr>
            <p:txBody>
              <a:bodyPr/>
              <a:lstStyle/>
              <a:p>
                <a:r>
                  <a:rPr lang="he-IL">
                    <a:noFill/>
                  </a:rPr>
                  <a:t> </a:t>
                </a:r>
              </a:p>
            </p:txBody>
          </p:sp>
        </mc:Fallback>
      </mc:AlternateContent>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7F9E6F5-8DF0-EB93-19B4-EB3EF018C6AC}"/>
                  </a:ext>
                </a:extLst>
              </p:cNvPr>
              <p:cNvSpPr>
                <a:spLocks noGrp="1"/>
              </p:cNvSpPr>
              <p:nvPr>
                <p:ph idx="1"/>
              </p:nvPr>
            </p:nvSpPr>
            <p:spPr>
              <a:xfrm>
                <a:off x="363090" y="1529122"/>
                <a:ext cx="11828910" cy="5009790"/>
              </a:xfrm>
            </p:spPr>
            <p:txBody>
              <a:bodyPr>
                <a:noAutofit/>
              </a:bodyPr>
              <a:lstStyle/>
              <a:p>
                <a:r>
                  <a:rPr lang="en-US" sz="2000" dirty="0">
                    <a:cs typeface="David" panose="020E0502060401010101" pitchFamily="34" charset="-79"/>
                  </a:rPr>
                  <a:t>the </a:t>
                </a:r>
                <a:r>
                  <a:rPr lang="en-US" sz="2000" b="1" dirty="0">
                    <a:cs typeface="David" panose="020E0502060401010101" pitchFamily="34" charset="-79"/>
                  </a:rPr>
                  <a:t>denominator does not depend on the specific model</a:t>
                </a:r>
                <a:r>
                  <a:rPr lang="en-US" sz="2000" dirty="0">
                    <a:cs typeface="David" panose="020E0502060401010101" pitchFamily="34" charset="-79"/>
                  </a:rPr>
                  <a:t>. It is a constant with respect to the model when the data are fixed.</a:t>
                </a:r>
                <a:endParaRPr lang="ar-AE" sz="2000" dirty="0"/>
              </a:p>
              <a:p>
                <a:r>
                  <a:rPr lang="en-US" sz="2000" dirty="0">
                    <a:cs typeface="David" panose="020E0502060401010101" pitchFamily="34" charset="-79"/>
                  </a:rPr>
                  <a:t>The denominator is the </a:t>
                </a:r>
                <a:r>
                  <a:rPr lang="en-US" sz="2000" b="1" dirty="0">
                    <a:cs typeface="David" panose="020E0502060401010101" pitchFamily="34" charset="-79"/>
                  </a:rPr>
                  <a:t>evidence</a:t>
                </a:r>
                <a:r>
                  <a:rPr lang="en-US" sz="2000" dirty="0">
                    <a:cs typeface="David" panose="020E0502060401010101" pitchFamily="34" charset="-79"/>
                  </a:rPr>
                  <a:t> </a:t>
                </a:r>
                <a14:m>
                  <m:oMath xmlns:m="http://schemas.openxmlformats.org/officeDocument/2006/math">
                    <m:r>
                      <a:rPr lang="en-US" sz="2000" i="1">
                        <a:latin typeface="Cambria Math" panose="02040503050406030204" pitchFamily="18" charset="0"/>
                      </a:rPr>
                      <m:t>𝑃</m:t>
                    </m:r>
                    <m:d>
                      <m:dPr>
                        <m:ctrlPr>
                          <a:rPr lang="ar-AE" sz="2000" i="1">
                            <a:latin typeface="Cambria Math" panose="02040503050406030204" pitchFamily="18" charset="0"/>
                          </a:rPr>
                        </m:ctrlPr>
                      </m:dPr>
                      <m:e>
                        <m:r>
                          <m:rPr>
                            <m:nor/>
                          </m:rPr>
                          <a:rPr lang="en-US" sz="2000" i="1">
                            <a:cs typeface="David" panose="020E0502060401010101" pitchFamily="34" charset="-79"/>
                          </a:rPr>
                          <m:t>data</m:t>
                        </m:r>
                      </m:e>
                    </m:d>
                  </m:oMath>
                </a14:m>
                <a:r>
                  <a:rPr lang="ar-AE" sz="2000" dirty="0"/>
                  <a:t>.</a:t>
                </a:r>
                <a:br>
                  <a:rPr lang="ar-AE" sz="2000" dirty="0"/>
                </a:br>
                <a:r>
                  <a:rPr lang="en-US" sz="2000" dirty="0">
                    <a:cs typeface="David" panose="020E0502060401010101" pitchFamily="34" charset="-79"/>
                  </a:rPr>
                  <a:t>It is computed by summing over all possible models and therefore </a:t>
                </a:r>
                <a:r>
                  <a:rPr lang="en-US" sz="2000" b="1" dirty="0">
                    <a:cs typeface="David" panose="020E0502060401010101" pitchFamily="34" charset="-79"/>
                  </a:rPr>
                  <a:t>does not change when comparing different models</a:t>
                </a:r>
                <a:r>
                  <a:rPr lang="en-US" sz="2000" dirty="0">
                    <a:cs typeface="David" panose="020E0502060401010101" pitchFamily="34" charset="-79"/>
                  </a:rPr>
                  <a:t>.</a:t>
                </a:r>
              </a:p>
              <a:p>
                <a:r>
                  <a:rPr lang="en-US" sz="2000" dirty="0">
                    <a:cs typeface="David" panose="020E0502060401010101" pitchFamily="34" charset="-79"/>
                  </a:rPr>
                  <a:t>So we can rewrite Bayes’ rule as</a:t>
                </a:r>
              </a:p>
              <a:p>
                <a:pPr marL="0" indent="0">
                  <a:buNone/>
                </a:pPr>
                <a14:m>
                  <m:oMathPara xmlns:m="http://schemas.openxmlformats.org/officeDocument/2006/math">
                    <m:oMathParaPr>
                      <m:jc m:val="centerGroup"/>
                    </m:oMathParaPr>
                    <m:oMath xmlns:m="http://schemas.openxmlformats.org/officeDocument/2006/math">
                      <m:r>
                        <a:rPr lang="en-US" sz="2000" i="1">
                          <a:latin typeface="Cambria Math" panose="02040503050406030204" pitchFamily="18" charset="0"/>
                        </a:rPr>
                        <m:t>𝑃</m:t>
                      </m:r>
                      <m:d>
                        <m:dPr>
                          <m:ctrlPr>
                            <a:rPr lang="ar-AE" sz="2000" i="1">
                              <a:latin typeface="Cambria Math" panose="02040503050406030204" pitchFamily="18" charset="0"/>
                            </a:rPr>
                          </m:ctrlPr>
                        </m:dPr>
                        <m:e>
                          <m:r>
                            <m:rPr>
                              <m:nor/>
                            </m:rPr>
                            <a:rPr lang="en-US" sz="2000" i="1">
                              <a:cs typeface="David" panose="020E0502060401010101" pitchFamily="34" charset="-79"/>
                            </a:rPr>
                            <m:t>model</m:t>
                          </m:r>
                          <m:r>
                            <a:rPr lang="en-US" sz="2000">
                              <a:latin typeface="Cambria Math" panose="02040503050406030204" pitchFamily="18" charset="0"/>
                            </a:rPr>
                            <m:t>∣</m:t>
                          </m:r>
                          <m:r>
                            <m:rPr>
                              <m:nor/>
                            </m:rPr>
                            <a:rPr lang="en-US" sz="2000" i="1">
                              <a:cs typeface="David" panose="020E0502060401010101" pitchFamily="34" charset="-79"/>
                            </a:rPr>
                            <m:t>data</m:t>
                          </m:r>
                        </m:e>
                      </m:d>
                      <m:r>
                        <a:rPr lang="ar-AE" sz="2000">
                          <a:latin typeface="Cambria Math" panose="02040503050406030204" pitchFamily="18" charset="0"/>
                        </a:rPr>
                        <m:t>=</m:t>
                      </m:r>
                      <m:f>
                        <m:fPr>
                          <m:ctrlPr>
                            <a:rPr lang="ar-AE" sz="2000" i="1">
                              <a:latin typeface="Cambria Math" panose="02040503050406030204" pitchFamily="18" charset="0"/>
                            </a:rPr>
                          </m:ctrlPr>
                        </m:fPr>
                        <m:num>
                          <m:r>
                            <a:rPr lang="ar-AE" sz="2000">
                              <a:latin typeface="Cambria Math" panose="02040503050406030204" pitchFamily="18" charset="0"/>
                            </a:rPr>
                            <m:t>1</m:t>
                          </m:r>
                        </m:num>
                        <m:den>
                          <m:r>
                            <a:rPr lang="ar-AE" sz="2000" i="1">
                              <a:latin typeface="Cambria Math" panose="02040503050406030204" pitchFamily="18" charset="0"/>
                            </a:rPr>
                            <m:t>𝑃</m:t>
                          </m:r>
                          <m:d>
                            <m:dPr>
                              <m:ctrlPr>
                                <a:rPr lang="ar-AE" sz="2000" i="1">
                                  <a:latin typeface="Cambria Math" panose="02040503050406030204" pitchFamily="18" charset="0"/>
                                </a:rPr>
                              </m:ctrlPr>
                            </m:dPr>
                            <m:e>
                              <m:r>
                                <m:rPr>
                                  <m:nor/>
                                </m:rPr>
                                <a:rPr lang="en-US" sz="2000" i="1">
                                  <a:cs typeface="David" panose="020E0502060401010101" pitchFamily="34" charset="-79"/>
                                </a:rPr>
                                <m:t>data</m:t>
                              </m:r>
                            </m:e>
                          </m:d>
                        </m:den>
                      </m:f>
                      <m:r>
                        <m:rPr>
                          <m:nor/>
                        </m:rPr>
                        <a:rPr lang="ar-AE" sz="2000" i="1"/>
                        <m:t> </m:t>
                      </m:r>
                      <m:r>
                        <a:rPr lang="ar-AE" sz="2000" i="1">
                          <a:latin typeface="Cambria Math" panose="02040503050406030204" pitchFamily="18" charset="0"/>
                        </a:rPr>
                        <m:t>𝑃</m:t>
                      </m:r>
                      <m:d>
                        <m:dPr>
                          <m:ctrlPr>
                            <a:rPr lang="ar-AE" sz="2000" i="1">
                              <a:latin typeface="Cambria Math" panose="02040503050406030204" pitchFamily="18" charset="0"/>
                            </a:rPr>
                          </m:ctrlPr>
                        </m:dPr>
                        <m:e>
                          <m:r>
                            <m:rPr>
                              <m:nor/>
                            </m:rPr>
                            <a:rPr lang="en-US" sz="2000" i="1">
                              <a:cs typeface="David" panose="020E0502060401010101" pitchFamily="34" charset="-79"/>
                            </a:rPr>
                            <m:t>data</m:t>
                          </m:r>
                          <m:r>
                            <a:rPr lang="en-US" sz="2000">
                              <a:latin typeface="Cambria Math" panose="02040503050406030204" pitchFamily="18" charset="0"/>
                            </a:rPr>
                            <m:t>∣</m:t>
                          </m:r>
                          <m:r>
                            <m:rPr>
                              <m:nor/>
                            </m:rPr>
                            <a:rPr lang="en-US" sz="2000" i="1">
                              <a:cs typeface="David" panose="020E0502060401010101" pitchFamily="34" charset="-79"/>
                            </a:rPr>
                            <m:t>model</m:t>
                          </m:r>
                        </m:e>
                      </m:d>
                      <m:r>
                        <a:rPr lang="ar-AE" sz="2000" i="1">
                          <a:latin typeface="Cambria Math" panose="02040503050406030204" pitchFamily="18" charset="0"/>
                        </a:rPr>
                        <m:t>𝑃</m:t>
                      </m:r>
                      <m:d>
                        <m:dPr>
                          <m:ctrlPr>
                            <a:rPr lang="ar-AE" sz="2000" i="1">
                              <a:latin typeface="Cambria Math" panose="02040503050406030204" pitchFamily="18" charset="0"/>
                            </a:rPr>
                          </m:ctrlPr>
                        </m:dPr>
                        <m:e>
                          <m:r>
                            <m:rPr>
                              <m:nor/>
                            </m:rPr>
                            <a:rPr lang="en-US" sz="2000" i="1">
                              <a:cs typeface="David" panose="020E0502060401010101" pitchFamily="34" charset="-79"/>
                            </a:rPr>
                            <m:t>model</m:t>
                          </m:r>
                        </m:e>
                      </m:d>
                    </m:oMath>
                  </m:oMathPara>
                </a14:m>
                <a:endParaRPr lang="ar-AE" sz="2000" dirty="0"/>
              </a:p>
              <a:p>
                <a:r>
                  <a:rPr lang="en-US" sz="2000" dirty="0">
                    <a:cs typeface="David" panose="020E0502060401010101" pitchFamily="34" charset="-79"/>
                  </a:rPr>
                  <a:t>Since </a:t>
                </a:r>
                <a14:m>
                  <m:oMath xmlns:m="http://schemas.openxmlformats.org/officeDocument/2006/math">
                    <m:r>
                      <a:rPr lang="en-US" sz="2000" i="1">
                        <a:latin typeface="Cambria Math" panose="02040503050406030204" pitchFamily="18" charset="0"/>
                      </a:rPr>
                      <m:t>𝑃</m:t>
                    </m:r>
                    <m:d>
                      <m:dPr>
                        <m:ctrlPr>
                          <a:rPr lang="ar-AE" sz="2000" i="1">
                            <a:latin typeface="Cambria Math" panose="02040503050406030204" pitchFamily="18" charset="0"/>
                          </a:rPr>
                        </m:ctrlPr>
                      </m:dPr>
                      <m:e>
                        <m:r>
                          <m:rPr>
                            <m:nor/>
                          </m:rPr>
                          <a:rPr lang="en-US" sz="2000" i="1">
                            <a:cs typeface="David" panose="020E0502060401010101" pitchFamily="34" charset="-79"/>
                          </a:rPr>
                          <m:t>data</m:t>
                        </m:r>
                      </m:e>
                    </m:d>
                  </m:oMath>
                </a14:m>
                <a:r>
                  <a:rPr lang="en-US" sz="2000" dirty="0">
                    <a:cs typeface="David" panose="020E0502060401010101" pitchFamily="34" charset="-79"/>
                  </a:rPr>
                  <a:t>is a constant with respect to the model, the posterior is </a:t>
                </a:r>
                <a:r>
                  <a:rPr lang="en-US" sz="2000" b="1" dirty="0">
                    <a:cs typeface="David" panose="020E0502060401010101" pitchFamily="34" charset="-79"/>
                  </a:rPr>
                  <a:t>proportional</a:t>
                </a:r>
                <a:r>
                  <a:rPr lang="en-US" sz="2000" dirty="0">
                    <a:cs typeface="David" panose="020E0502060401010101" pitchFamily="34" charset="-79"/>
                  </a:rPr>
                  <a:t> to the numerator:</a:t>
                </a:r>
              </a:p>
              <a:p>
                <a:pPr marL="0" indent="0">
                  <a:buNone/>
                </a:pPr>
                <a14:m>
                  <m:oMathPara xmlns:m="http://schemas.openxmlformats.org/officeDocument/2006/math">
                    <m:oMathParaPr>
                      <m:jc m:val="centerGroup"/>
                    </m:oMathParaPr>
                    <m:oMath xmlns:m="http://schemas.openxmlformats.org/officeDocument/2006/math">
                      <m:r>
                        <a:rPr lang="en-US" sz="2000" i="1">
                          <a:latin typeface="Cambria Math" panose="02040503050406030204" pitchFamily="18" charset="0"/>
                        </a:rPr>
                        <m:t>𝑃</m:t>
                      </m:r>
                      <m:d>
                        <m:dPr>
                          <m:ctrlPr>
                            <a:rPr lang="ar-AE" sz="2000" i="1">
                              <a:latin typeface="Cambria Math" panose="02040503050406030204" pitchFamily="18" charset="0"/>
                            </a:rPr>
                          </m:ctrlPr>
                        </m:dPr>
                        <m:e>
                          <m:r>
                            <m:rPr>
                              <m:nor/>
                            </m:rPr>
                            <a:rPr lang="en-US" sz="2000" i="1">
                              <a:cs typeface="David" panose="020E0502060401010101" pitchFamily="34" charset="-79"/>
                            </a:rPr>
                            <m:t>model</m:t>
                          </m:r>
                          <m:r>
                            <a:rPr lang="en-US" sz="2000">
                              <a:latin typeface="Cambria Math" panose="02040503050406030204" pitchFamily="18" charset="0"/>
                            </a:rPr>
                            <m:t>∣</m:t>
                          </m:r>
                          <m:r>
                            <m:rPr>
                              <m:nor/>
                            </m:rPr>
                            <a:rPr lang="en-US" sz="2000" i="1">
                              <a:cs typeface="David" panose="020E0502060401010101" pitchFamily="34" charset="-79"/>
                            </a:rPr>
                            <m:t>data</m:t>
                          </m:r>
                        </m:e>
                      </m:d>
                      <m:r>
                        <a:rPr lang="ar-AE" sz="2000">
                          <a:latin typeface="Cambria Math" panose="02040503050406030204" pitchFamily="18" charset="0"/>
                        </a:rPr>
                        <m:t>∝</m:t>
                      </m:r>
                      <m:r>
                        <a:rPr lang="ar-AE" sz="2000" i="1">
                          <a:latin typeface="Cambria Math" panose="02040503050406030204" pitchFamily="18" charset="0"/>
                        </a:rPr>
                        <m:t>𝑃</m:t>
                      </m:r>
                      <m:d>
                        <m:dPr>
                          <m:ctrlPr>
                            <a:rPr lang="ar-AE" sz="2000" i="1">
                              <a:latin typeface="Cambria Math" panose="02040503050406030204" pitchFamily="18" charset="0"/>
                            </a:rPr>
                          </m:ctrlPr>
                        </m:dPr>
                        <m:e>
                          <m:r>
                            <m:rPr>
                              <m:nor/>
                            </m:rPr>
                            <a:rPr lang="en-US" sz="2000" i="1">
                              <a:cs typeface="David" panose="020E0502060401010101" pitchFamily="34" charset="-79"/>
                            </a:rPr>
                            <m:t>data</m:t>
                          </m:r>
                          <m:r>
                            <a:rPr lang="en-US" sz="2000">
                              <a:latin typeface="Cambria Math" panose="02040503050406030204" pitchFamily="18" charset="0"/>
                            </a:rPr>
                            <m:t>∣</m:t>
                          </m:r>
                          <m:r>
                            <m:rPr>
                              <m:nor/>
                            </m:rPr>
                            <a:rPr lang="en-US" sz="2000" i="1">
                              <a:cs typeface="David" panose="020E0502060401010101" pitchFamily="34" charset="-79"/>
                            </a:rPr>
                            <m:t>model</m:t>
                          </m:r>
                        </m:e>
                      </m:d>
                      <m:r>
                        <a:rPr lang="ar-AE" sz="2000" i="1">
                          <a:latin typeface="Cambria Math" panose="02040503050406030204" pitchFamily="18" charset="0"/>
                        </a:rPr>
                        <m:t>𝑃</m:t>
                      </m:r>
                      <m:d>
                        <m:dPr>
                          <m:ctrlPr>
                            <a:rPr lang="ar-AE" sz="2000" i="1">
                              <a:latin typeface="Cambria Math" panose="02040503050406030204" pitchFamily="18" charset="0"/>
                            </a:rPr>
                          </m:ctrlPr>
                        </m:dPr>
                        <m:e>
                          <m:r>
                            <m:rPr>
                              <m:nor/>
                            </m:rPr>
                            <a:rPr lang="en-US" sz="2000" i="1">
                              <a:cs typeface="David" panose="020E0502060401010101" pitchFamily="34" charset="-79"/>
                            </a:rPr>
                            <m:t>model</m:t>
                          </m:r>
                        </m:e>
                      </m:d>
                    </m:oMath>
                  </m:oMathPara>
                </a14:m>
                <a:endParaRPr lang="ar-AE" sz="2000" dirty="0"/>
              </a:p>
              <a:p>
                <a:r>
                  <a:rPr lang="en-US" sz="2000" dirty="0">
                    <a:cs typeface="David" panose="020E0502060401010101" pitchFamily="34" charset="-79"/>
                  </a:rPr>
                  <a:t>The symbol </a:t>
                </a:r>
                <a14:m>
                  <m:oMath xmlns:m="http://schemas.openxmlformats.org/officeDocument/2006/math">
                    <m:r>
                      <a:rPr lang="en-US" sz="2000">
                        <a:latin typeface="Cambria Math" panose="02040503050406030204" pitchFamily="18" charset="0"/>
                      </a:rPr>
                      <m:t>∝ </m:t>
                    </m:r>
                  </m:oMath>
                </a14:m>
                <a:r>
                  <a:rPr lang="en-US" sz="2000" dirty="0">
                    <a:cs typeface="David" panose="020E0502060401010101" pitchFamily="34" charset="-79"/>
                  </a:rPr>
                  <a:t>means “proportional to”. It indicates that the right-hand side gives the </a:t>
                </a:r>
                <a:r>
                  <a:rPr lang="en-US" sz="2000" b="1" dirty="0">
                    <a:cs typeface="David" panose="020E0502060401010101" pitchFamily="34" charset="-79"/>
                  </a:rPr>
                  <a:t>shape of the posterior</a:t>
                </a:r>
                <a:r>
                  <a:rPr lang="en-US" sz="2000" dirty="0">
                    <a:cs typeface="David" panose="020E0502060401010101" pitchFamily="34" charset="-79"/>
                  </a:rPr>
                  <a:t>, but it is not yet normalized. The denominator (the evidence) serves only to </a:t>
                </a:r>
                <a:r>
                  <a:rPr lang="en-US" sz="2000" b="1" dirty="0">
                    <a:cs typeface="David" panose="020E0502060401010101" pitchFamily="34" charset="-79"/>
                  </a:rPr>
                  <a:t>normalize the distribution so that the probabilities sum to 1</a:t>
                </a:r>
                <a:r>
                  <a:rPr lang="en-US" sz="2000" dirty="0">
                    <a:cs typeface="David" panose="020E0502060401010101" pitchFamily="34" charset="-79"/>
                  </a:rPr>
                  <a:t>.</a:t>
                </a:r>
              </a:p>
              <a:p>
                <a14:m>
                  <m:oMath xmlns:m="http://schemas.openxmlformats.org/officeDocument/2006/math">
                    <m:r>
                      <a:rPr lang="en-US" sz="2000" b="1" i="1">
                        <a:latin typeface="Cambria Math" panose="02040503050406030204" pitchFamily="18" charset="0"/>
                      </a:rPr>
                      <m:t>𝑷</m:t>
                    </m:r>
                    <m:d>
                      <m:dPr>
                        <m:ctrlPr>
                          <a:rPr lang="ar-AE" sz="2000" b="1" i="1">
                            <a:latin typeface="Cambria Math" panose="02040503050406030204" pitchFamily="18" charset="0"/>
                          </a:rPr>
                        </m:ctrlPr>
                      </m:dPr>
                      <m:e>
                        <m:r>
                          <m:rPr>
                            <m:nor/>
                          </m:rPr>
                          <a:rPr lang="en-US" sz="2000" b="1" i="1"/>
                          <m:t>model</m:t>
                        </m:r>
                        <m:r>
                          <a:rPr lang="en-US" sz="2000" b="1">
                            <a:latin typeface="Cambria Math" panose="02040503050406030204" pitchFamily="18" charset="0"/>
                          </a:rPr>
                          <m:t>∣</m:t>
                        </m:r>
                        <m:r>
                          <m:rPr>
                            <m:nor/>
                          </m:rPr>
                          <a:rPr lang="en-US" sz="2000" b="1" i="1"/>
                          <m:t>data</m:t>
                        </m:r>
                      </m:e>
                    </m:d>
                    <m:r>
                      <a:rPr lang="ar-AE" sz="2000" b="1">
                        <a:latin typeface="Cambria Math" panose="02040503050406030204" pitchFamily="18" charset="0"/>
                      </a:rPr>
                      <m:t>∝</m:t>
                    </m:r>
                    <m:r>
                      <a:rPr lang="ar-AE" sz="2000" b="1" i="1">
                        <a:latin typeface="Cambria Math" panose="02040503050406030204" pitchFamily="18" charset="0"/>
                      </a:rPr>
                      <m:t>𝑷</m:t>
                    </m:r>
                    <m:d>
                      <m:dPr>
                        <m:ctrlPr>
                          <a:rPr lang="ar-AE" sz="2000" b="1" i="1">
                            <a:latin typeface="Cambria Math" panose="02040503050406030204" pitchFamily="18" charset="0"/>
                          </a:rPr>
                        </m:ctrlPr>
                      </m:dPr>
                      <m:e>
                        <m:r>
                          <m:rPr>
                            <m:nor/>
                          </m:rPr>
                          <a:rPr lang="en-US" sz="2000" b="1" i="1"/>
                          <m:t>data</m:t>
                        </m:r>
                        <m:r>
                          <a:rPr lang="en-US" sz="2000" b="1">
                            <a:latin typeface="Cambria Math" panose="02040503050406030204" pitchFamily="18" charset="0"/>
                          </a:rPr>
                          <m:t>∣</m:t>
                        </m:r>
                        <m:r>
                          <m:rPr>
                            <m:nor/>
                          </m:rPr>
                          <a:rPr lang="en-US" sz="2000" b="1" i="1"/>
                          <m:t>model</m:t>
                        </m:r>
                      </m:e>
                    </m:d>
                    <m:r>
                      <a:rPr lang="ar-AE" sz="2000" b="1" i="1">
                        <a:latin typeface="Cambria Math" panose="02040503050406030204" pitchFamily="18" charset="0"/>
                      </a:rPr>
                      <m:t>𝑷</m:t>
                    </m:r>
                    <m:d>
                      <m:dPr>
                        <m:ctrlPr>
                          <a:rPr lang="ar-AE" sz="2000" b="1" i="1">
                            <a:latin typeface="Cambria Math" panose="02040503050406030204" pitchFamily="18" charset="0"/>
                          </a:rPr>
                        </m:ctrlPr>
                      </m:dPr>
                      <m:e>
                        <m:r>
                          <m:rPr>
                            <m:nor/>
                          </m:rPr>
                          <a:rPr lang="en-US" sz="2000" b="1" i="1"/>
                          <m:t>model</m:t>
                        </m:r>
                      </m:e>
                    </m:d>
                  </m:oMath>
                </a14:m>
                <a:r>
                  <a:rPr lang="en-US" sz="2000" b="1" dirty="0"/>
                  <a:t> </a:t>
                </a:r>
                <a:r>
                  <a:rPr lang="en-US" sz="2000" dirty="0"/>
                  <a:t>is simply Bayes’ rule written </a:t>
                </a:r>
                <a:r>
                  <a:rPr lang="en-US" sz="2000" b="1" dirty="0"/>
                  <a:t>without the normalization constant</a:t>
                </a:r>
                <a:r>
                  <a:rPr lang="en-US" sz="2000" dirty="0"/>
                  <a:t>, emphasizing that</a:t>
                </a:r>
              </a:p>
              <a:p>
                <a:pPr marL="0" indent="0">
                  <a:buNone/>
                </a:pPr>
                <a14:m>
                  <m:oMathPara xmlns:m="http://schemas.openxmlformats.org/officeDocument/2006/math">
                    <m:oMathParaPr>
                      <m:jc m:val="centerGroup"/>
                    </m:oMathParaPr>
                    <m:oMath xmlns:m="http://schemas.openxmlformats.org/officeDocument/2006/math">
                      <m:r>
                        <m:rPr>
                          <m:nor/>
                        </m:rPr>
                        <a:rPr lang="en-US" sz="2000"/>
                        <m:t>posterior</m:t>
                      </m:r>
                      <m:r>
                        <a:rPr lang="en-US" sz="2000">
                          <a:latin typeface="Cambria Math" panose="02040503050406030204" pitchFamily="18" charset="0"/>
                        </a:rPr>
                        <m:t>∝</m:t>
                      </m:r>
                      <m:r>
                        <m:rPr>
                          <m:nor/>
                        </m:rPr>
                        <a:rPr lang="en-US" sz="2000" i="1"/>
                        <m:t>likelihood</m:t>
                      </m:r>
                      <m:r>
                        <a:rPr lang="en-US" sz="2000">
                          <a:latin typeface="Cambria Math" panose="02040503050406030204" pitchFamily="18" charset="0"/>
                        </a:rPr>
                        <m:t>×</m:t>
                      </m:r>
                      <m:r>
                        <m:rPr>
                          <m:nor/>
                        </m:rPr>
                        <a:rPr lang="en-US" sz="2000" i="1"/>
                        <m:t>prior</m:t>
                      </m:r>
                      <m:r>
                        <a:rPr lang="en-US" sz="2000">
                          <a:latin typeface="Cambria Math" panose="02040503050406030204" pitchFamily="18" charset="0"/>
                        </a:rPr>
                        <m:t>.</m:t>
                      </m:r>
                    </m:oMath>
                  </m:oMathPara>
                </a14:m>
                <a:endParaRPr lang="LID4096" sz="2000" dirty="0"/>
              </a:p>
            </p:txBody>
          </p:sp>
        </mc:Choice>
        <mc:Fallback xmlns="">
          <p:sp>
            <p:nvSpPr>
              <p:cNvPr id="3" name="Content Placeholder 2">
                <a:extLst>
                  <a:ext uri="{FF2B5EF4-FFF2-40B4-BE49-F238E27FC236}">
                    <a16:creationId xmlns:a16="http://schemas.microsoft.com/office/drawing/2014/main" id="{37F9E6F5-8DF0-EB93-19B4-EB3EF018C6AC}"/>
                  </a:ext>
                </a:extLst>
              </p:cNvPr>
              <p:cNvSpPr>
                <a:spLocks noGrp="1" noRot="1" noChangeAspect="1" noMove="1" noResize="1" noEditPoints="1" noAdjustHandles="1" noChangeArrowheads="1" noChangeShapeType="1" noTextEdit="1"/>
              </p:cNvSpPr>
              <p:nvPr>
                <p:ph idx="1"/>
              </p:nvPr>
            </p:nvSpPr>
            <p:spPr>
              <a:xfrm>
                <a:off x="363090" y="1529122"/>
                <a:ext cx="11828910" cy="5009790"/>
              </a:xfrm>
              <a:blipFill>
                <a:blip r:embed="rId4"/>
                <a:stretch>
                  <a:fillRect l="-464" t="-1217" b="-3406"/>
                </a:stretch>
              </a:blipFill>
            </p:spPr>
            <p:txBody>
              <a:bodyPr/>
              <a:lstStyle/>
              <a:p>
                <a:r>
                  <a:rPr lang="he-IL">
                    <a:noFill/>
                  </a:rPr>
                  <a:t> </a:t>
                </a:r>
              </a:p>
            </p:txBody>
          </p:sp>
        </mc:Fallback>
      </mc:AlternateContent>
      <p:sp>
        <p:nvSpPr>
          <p:cNvPr id="5" name="מציין מיקום של מספר שקופית 4">
            <a:extLst>
              <a:ext uri="{FF2B5EF4-FFF2-40B4-BE49-F238E27FC236}">
                <a16:creationId xmlns:a16="http://schemas.microsoft.com/office/drawing/2014/main" id="{DC470095-0AC1-DFA2-02D0-A841BDFBEB17}"/>
              </a:ext>
            </a:extLst>
          </p:cNvPr>
          <p:cNvSpPr>
            <a:spLocks noGrp="1"/>
          </p:cNvSpPr>
          <p:nvPr>
            <p:ph type="sldNum" sz="quarter" idx="12"/>
          </p:nvPr>
        </p:nvSpPr>
        <p:spPr/>
        <p:txBody>
          <a:bodyPr/>
          <a:lstStyle/>
          <a:p>
            <a:fld id="{B6796F57-8306-40D4-9229-37A3D19F0B5F}" type="slidenum">
              <a:rPr lang="LID4096" smtClean="0"/>
              <a:t>64</a:t>
            </a:fld>
            <a:endParaRPr lang="LID4096"/>
          </a:p>
        </p:txBody>
      </p:sp>
    </p:spTree>
    <p:extLst>
      <p:ext uri="{BB962C8B-B14F-4D97-AF65-F5344CB8AC3E}">
        <p14:creationId xmlns:p14="http://schemas.microsoft.com/office/powerpoint/2010/main" val="15190906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5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25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25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25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25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25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25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25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fade">
                                      <p:cBhvr>
                                        <p:cTn id="47" dur="25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21640</TotalTime>
  <Words>4012</Words>
  <Application>Microsoft Office PowerPoint</Application>
  <PresentationFormat>מסך רחב</PresentationFormat>
  <Paragraphs>799</Paragraphs>
  <Slides>64</Slides>
  <Notes>44</Notes>
  <HiddenSlides>2</HiddenSlides>
  <MMClips>0</MMClips>
  <ScaleCrop>false</ScaleCrop>
  <HeadingPairs>
    <vt:vector size="6" baseType="variant">
      <vt:variant>
        <vt:lpstr>גופנים בשימוש</vt:lpstr>
      </vt:variant>
      <vt:variant>
        <vt:i4>4</vt:i4>
      </vt:variant>
      <vt:variant>
        <vt:lpstr>ערכת נושא</vt:lpstr>
      </vt:variant>
      <vt:variant>
        <vt:i4>1</vt:i4>
      </vt:variant>
      <vt:variant>
        <vt:lpstr>כותרות שקופיות</vt:lpstr>
      </vt:variant>
      <vt:variant>
        <vt:i4>64</vt:i4>
      </vt:variant>
    </vt:vector>
  </HeadingPairs>
  <TitlesOfParts>
    <vt:vector size="69" baseType="lpstr">
      <vt:lpstr>Arial</vt:lpstr>
      <vt:lpstr>Cambria Math</vt:lpstr>
      <vt:lpstr>David</vt:lpstr>
      <vt:lpstr>Wingdings</vt:lpstr>
      <vt:lpstr>Office Theme</vt:lpstr>
      <vt:lpstr>Tutorial 2</vt:lpstr>
      <vt:lpstr>Before we start</vt:lpstr>
      <vt:lpstr>Tutorial Outline</vt:lpstr>
      <vt:lpstr>Models</vt:lpstr>
      <vt:lpstr>Model</vt:lpstr>
      <vt:lpstr>The Basic Approach</vt:lpstr>
      <vt:lpstr>Conditional Probability - Reminder</vt:lpstr>
      <vt:lpstr>Conditional Probability - Reminder</vt:lpstr>
      <vt:lpstr>From Conditional Probability to Bayes Rule</vt:lpstr>
      <vt:lpstr>Bayes Theorem</vt:lpstr>
      <vt:lpstr>Bayes Theorem</vt:lpstr>
      <vt:lpstr>Bayes Theorem</vt:lpstr>
      <vt:lpstr>Prior</vt:lpstr>
      <vt:lpstr>Conjugate Priors</vt:lpstr>
      <vt:lpstr>Bayes Theorem</vt:lpstr>
      <vt:lpstr>Models – Example 1</vt:lpstr>
      <vt:lpstr>Models</vt:lpstr>
      <vt:lpstr>Models</vt:lpstr>
      <vt:lpstr>Models</vt:lpstr>
      <vt:lpstr>Models</vt:lpstr>
      <vt:lpstr>Models</vt:lpstr>
      <vt:lpstr>Applying Bayes to our example</vt:lpstr>
      <vt:lpstr>Applying Bayes to our example</vt:lpstr>
      <vt:lpstr>Applying Bayes to our example</vt:lpstr>
      <vt:lpstr>Applying Bayes to our example</vt:lpstr>
      <vt:lpstr>Applying Bayes to our example</vt:lpstr>
      <vt:lpstr>Choosing Priors</vt:lpstr>
      <vt:lpstr>Applying Bayes to our example</vt:lpstr>
      <vt:lpstr>Applying Bayes to our example</vt:lpstr>
      <vt:lpstr>Applying Bayes to our example</vt:lpstr>
      <vt:lpstr>Applying Bayes to our example</vt:lpstr>
      <vt:lpstr>likelihood</vt:lpstr>
      <vt:lpstr>Applying Bayes to our example</vt:lpstr>
      <vt:lpstr>Applying Bayes to our example</vt:lpstr>
      <vt:lpstr>Applying Bayes to our example</vt:lpstr>
      <vt:lpstr>Applying Bayes to our example</vt:lpstr>
      <vt:lpstr>Applying Bayes to our example</vt:lpstr>
      <vt:lpstr>Applying Bayes to our example</vt:lpstr>
      <vt:lpstr>Applying Bayes to our example</vt:lpstr>
      <vt:lpstr>Bayesian Inference</vt:lpstr>
      <vt:lpstr>Grid Method</vt:lpstr>
      <vt:lpstr>Grid Method</vt:lpstr>
      <vt:lpstr>Grid Method</vt:lpstr>
      <vt:lpstr>Grid Method</vt:lpstr>
      <vt:lpstr>Grid Method</vt:lpstr>
      <vt:lpstr>Grid Method</vt:lpstr>
      <vt:lpstr>Grid Method</vt:lpstr>
      <vt:lpstr>Grid Method</vt:lpstr>
      <vt:lpstr>Grid Method</vt:lpstr>
      <vt:lpstr>Additional slides</vt:lpstr>
      <vt:lpstr>Conditional Probability</vt:lpstr>
      <vt:lpstr>Conditional Probability</vt:lpstr>
      <vt:lpstr>Conditional Probability</vt:lpstr>
      <vt:lpstr>Conditional Probability</vt:lpstr>
      <vt:lpstr>Conditional Probability</vt:lpstr>
      <vt:lpstr>Conditional Probability</vt:lpstr>
      <vt:lpstr>Conditional Probability</vt:lpstr>
      <vt:lpstr>Conditional Probability</vt:lpstr>
      <vt:lpstr>Conditional Probability</vt:lpstr>
      <vt:lpstr>Conditional Probability – Independent events</vt:lpstr>
      <vt:lpstr>מצגת של PowerPoint‏</vt:lpstr>
      <vt:lpstr>Conditional Probability – Independent events</vt:lpstr>
      <vt:lpstr>Models</vt:lpstr>
      <vt:lpstr>From  P(├ "model" ┤|"data" )=P(├ "data" ┤|"model" )P("model" )/(∑_"models" ▒P(├ "data" ┤|"model" )P("model" ) )  to  P(├ "model" ┤|"data" )∝P(├ "data" ┤|"model" )P("model"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Tutorial 1</dc:title>
  <dc:creator>Hanna Kossowsky</dc:creator>
  <cp:lastModifiedBy>נעם גונן</cp:lastModifiedBy>
  <cp:revision>224</cp:revision>
  <dcterms:created xsi:type="dcterms:W3CDTF">2024-04-07T05:56:09Z</dcterms:created>
  <dcterms:modified xsi:type="dcterms:W3CDTF">2026-04-14T12:29:57Z</dcterms:modified>
</cp:coreProperties>
</file>